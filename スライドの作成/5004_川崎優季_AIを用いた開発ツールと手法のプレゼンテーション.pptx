
<file path=[Content_Types].xml><?xml version="1.0" encoding="utf-8"?>
<Types xmlns="http://schemas.openxmlformats.org/package/2006/content-types">
  <Default Extension="fntdata" ContentType="application/x-fontdata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notesMasters/notesMaster1.xml" ContentType="application/vnd.openxmlformats-officedocument.presentationml.notes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90" r:id="rId1"/>
  </p:sldMasterIdLst>
  <p:notesMasterIdLst>
    <p:notesMasterId r:id="rId4"/>
  </p:notesMasterIdLst>
  <p:sldIdLst>
    <p:sldId id="336" r:id="rId2"/>
    <p:sldId id="337" r:id="rId3"/>
  </p:sldIdLst>
  <p:sldSz cx="14630400" cy="8229600"/>
  <p:notesSz cx="8229600" cy="14630400"/>
  <p:embeddedFontLst>
    <p:embeddedFont>
      <p:font typeface="Crimson Pro" panose="020B0600070205080204" charset="0"/>
      <p:regular r:id="rId5"/>
      <p:bold r:id="rId6"/>
      <p:italic r:id="rId7"/>
      <p:boldItalic r:id="rId8"/>
    </p:embeddedFont>
    <p:embeddedFont>
      <p:font typeface="Heebo" panose="020F0502020204030204" pitchFamily="2" charset="-79"/>
      <p:regular r:id="rId9"/>
      <p:bold r:id="rId10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0" name="サカガミナオヤ" initials="" lastIdx="1" clrIdx="0"/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67" d="100"/>
          <a:sy n="67" d="100"/>
        </p:scale>
        <p:origin x="754" y="3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font" Target="fonts/font4.fntdata"/><Relationship Id="rId13" Type="http://schemas.openxmlformats.org/officeDocument/2006/relationships/viewProps" Target="viewProps.xml"/><Relationship Id="rId3" Type="http://schemas.openxmlformats.org/officeDocument/2006/relationships/slide" Target="slides/slide2.xml"/><Relationship Id="rId7" Type="http://schemas.openxmlformats.org/officeDocument/2006/relationships/font" Target="fonts/font3.fntdata"/><Relationship Id="rId12" Type="http://schemas.openxmlformats.org/officeDocument/2006/relationships/presProps" Target="presProp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font" Target="fonts/font2.fntdata"/><Relationship Id="rId11" Type="http://schemas.openxmlformats.org/officeDocument/2006/relationships/commentAuthors" Target="commentAuthors.xml"/><Relationship Id="rId5" Type="http://schemas.openxmlformats.org/officeDocument/2006/relationships/font" Target="fonts/font1.fntdata"/><Relationship Id="rId15" Type="http://schemas.openxmlformats.org/officeDocument/2006/relationships/tableStyles" Target="tableStyles.xml"/><Relationship Id="rId10" Type="http://schemas.openxmlformats.org/officeDocument/2006/relationships/font" Target="fonts/font6.fntdata"/><Relationship Id="rId4" Type="http://schemas.openxmlformats.org/officeDocument/2006/relationships/notesMaster" Target="notesMasters/notesMaster1.xml"/><Relationship Id="rId9" Type="http://schemas.openxmlformats.org/officeDocument/2006/relationships/font" Target="fonts/font5.fntdata"/><Relationship Id="rId14" Type="http://schemas.openxmlformats.org/officeDocument/2006/relationships/theme" Target="theme/theme1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3884613" y="0"/>
            <a:ext cx="2971800" cy="45878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/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/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/>
              <a:t>‹#›</a:t>
            </a:fld>
            <a:endParaRPr sz="1200" b="0" i="0" u="none" strike="noStrike" cap="none"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3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9" name="Google Shape;839;p2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840" name="Google Shape;840;p2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41" name="Google Shape;841;p2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1</a:t>
            </a:fld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84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8" name="Google Shape;848;g344e6b51bf8_4_7:notes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  <p:sp>
        <p:nvSpPr>
          <p:cNvPr id="849" name="Google Shape;849;g344e6b51bf8_4_7:notes"/>
          <p:cNvSpPr txBox="1">
            <a:spLocks noGrp="1"/>
          </p:cNvSpPr>
          <p:nvPr>
            <p:ph type="body" idx="1"/>
          </p:nvPr>
        </p:nvSpPr>
        <p:spPr>
          <a:xfrm>
            <a:off x="685800" y="4400550"/>
            <a:ext cx="5486400" cy="36006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850" name="Google Shape;850;g344e6b51bf8_4_7:notes"/>
          <p:cNvSpPr txBox="1">
            <a:spLocks noGrp="1"/>
          </p:cNvSpPr>
          <p:nvPr>
            <p:ph type="sldNum" idx="12"/>
          </p:nvPr>
        </p:nvSpPr>
        <p:spPr>
          <a:xfrm>
            <a:off x="3884613" y="8685213"/>
            <a:ext cx="2971800" cy="458700"/>
          </a:xfrm>
          <a:prstGeom prst="rect">
            <a:avLst/>
          </a:prstGeom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lvl="0" indent="0" algn="r" rtl="0">
              <a:spcBef>
                <a:spcPts val="0"/>
              </a:spcBef>
              <a:spcAft>
                <a:spcPts val="0"/>
              </a:spcAft>
              <a:buClr>
                <a:srgbClr val="000000"/>
              </a:buClr>
              <a:buFont typeface="Arial"/>
              <a:buNone/>
            </a:pPr>
            <a:fld id="{00000000-1234-1234-1234-123412341234}" type="slidenum">
              <a:rPr lang="en-US"/>
              <a:t>2</a:t>
            </a:fld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5 master">
  <p:cSld name="Slide 5 master">
    <p:spTree>
      <p:nvGrpSpPr>
        <p:cNvPr id="1" name="Shape 2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Google Shape;23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4" name="Google Shape;24;p6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27 master">
  <p:cSld name="Slide 27 master">
    <p:spTree>
      <p:nvGrpSpPr>
        <p:cNvPr id="1" name="Shape 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Google Shape;89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90" name="Google Shape;90;p2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FFFFF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7 master">
  <p:cSld name="Slide 37 master">
    <p:spTree>
      <p:nvGrpSpPr>
        <p:cNvPr id="1" name="Shape 11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Google Shape;119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0" name="Google Shape;120;p38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8 master">
  <p:cSld name="Slide 38 master">
    <p:spTree>
      <p:nvGrpSpPr>
        <p:cNvPr id="1" name="Shape 1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2" name="Google Shape;122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3" name="Google Shape;123;p39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39 master">
  <p:cSld name="Slide 39 master">
    <p:spTree>
      <p:nvGrpSpPr>
        <p:cNvPr id="1" name="Shape 1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5" name="Google Shape;125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6" name="Google Shape;126;p40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Slide 40 master">
  <p:cSld name="Slide 40 master">
    <p:spTree>
      <p:nvGrpSpPr>
        <p:cNvPr id="1" name="Shape 1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Google Shape;128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0F0F1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29" name="Google Shape;129;p41"/>
          <p:cNvSpPr/>
          <p:nvPr/>
        </p:nvSpPr>
        <p:spPr>
          <a:xfrm>
            <a:off x="0" y="0"/>
            <a:ext cx="14630400" cy="8229600"/>
          </a:xfrm>
          <a:prstGeom prst="rect">
            <a:avLst/>
          </a:prstGeom>
          <a:solidFill>
            <a:srgbClr val="F2F2F2"/>
          </a:solidFill>
          <a:ln>
            <a:noFill/>
          </a:ln>
        </p:spPr>
        <p:txBody>
          <a:bodyPr spcFirstLastPara="1" wrap="square" lIns="91425" tIns="91425" rIns="91425" bIns="91425" anchor="ctr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7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dk2" tx2="lt2" accent1="accent1" accent2="accent2" accent3="accent3" accent4="accent4" accent5="accent5" accent6="accent6" hlink="hlink" folHlink="folHlink"/>
  <p:sldLayoutIdLst>
    <p:sldLayoutId id="2147483652" r:id="rId1"/>
    <p:sldLayoutId id="2147483674" r:id="rId2"/>
    <p:sldLayoutId id="2147483684" r:id="rId3"/>
    <p:sldLayoutId id="2147483685" r:id="rId4"/>
    <p:sldLayoutId id="2147483686" r:id="rId5"/>
    <p:sldLayoutId id="2147483687" r:id="rId6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4" Type="http://schemas.openxmlformats.org/officeDocument/2006/relationships/image" Target="../media/image2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4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43" name="Google Shape;843;p124"/>
          <p:cNvSpPr/>
          <p:nvPr/>
        </p:nvSpPr>
        <p:spPr>
          <a:xfrm>
            <a:off x="793790" y="2920365"/>
            <a:ext cx="6847284" cy="85582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5233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5350"/>
              <a:buFont typeface="Crimson Pro"/>
              <a:buNone/>
            </a:pPr>
            <a:r>
              <a:rPr lang="en-US" sz="5350" b="0" i="0" u="none" strike="noStrike" cap="non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情報科学専攻</a:t>
            </a:r>
            <a:endParaRPr sz="5350" b="0" i="0" u="none" strike="noStrike" cap="none"/>
          </a:p>
        </p:txBody>
      </p:sp>
      <p:sp>
        <p:nvSpPr>
          <p:cNvPr id="844" name="Google Shape;844;p124"/>
          <p:cNvSpPr/>
          <p:nvPr/>
        </p:nvSpPr>
        <p:spPr>
          <a:xfrm>
            <a:off x="793790" y="4073843"/>
            <a:ext cx="4961811" cy="62007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24358"/>
              </a:lnSpc>
              <a:spcBef>
                <a:spcPts val="0"/>
              </a:spcBef>
              <a:spcAft>
                <a:spcPts val="0"/>
              </a:spcAft>
              <a:buClr>
                <a:srgbClr val="152D47"/>
              </a:buClr>
              <a:buSzPts val="3900"/>
              <a:buFont typeface="Crimson Pro"/>
              <a:buNone/>
            </a:pPr>
            <a:r>
              <a:rPr lang="en-US" sz="3900" b="0" i="0" u="none" strike="noStrike" cap="none">
                <a:solidFill>
                  <a:srgbClr val="152D47"/>
                </a:solidFill>
                <a:latin typeface="Crimson Pro"/>
                <a:ea typeface="Crimson Pro"/>
                <a:cs typeface="Crimson Pro"/>
                <a:sym typeface="Crimson Pro"/>
              </a:rPr>
              <a:t>川崎 優季</a:t>
            </a:r>
            <a:endParaRPr sz="3900" b="0" i="0" u="none" strike="noStrike" cap="none"/>
          </a:p>
        </p:txBody>
      </p:sp>
      <p:sp>
        <p:nvSpPr>
          <p:cNvPr id="845" name="Google Shape;845;p124"/>
          <p:cNvSpPr/>
          <p:nvPr/>
        </p:nvSpPr>
        <p:spPr>
          <a:xfrm>
            <a:off x="793790" y="4991576"/>
            <a:ext cx="13042821" cy="31754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lnSpc>
                <a:spcPct val="161290"/>
              </a:lnSpc>
              <a:spcBef>
                <a:spcPts val="0"/>
              </a:spcBef>
              <a:spcAft>
                <a:spcPts val="0"/>
              </a:spcAft>
              <a:buClr>
                <a:srgbClr val="4C4C4D"/>
              </a:buClr>
              <a:buSzPts val="1550"/>
              <a:buFont typeface="Heebo"/>
              <a:buNone/>
            </a:pPr>
            <a:r>
              <a:rPr lang="en-US" sz="1550" b="0" i="0" u="none" strike="noStrike" cap="none">
                <a:solidFill>
                  <a:srgbClr val="4C4C4D"/>
                </a:solidFill>
                <a:latin typeface="Heebo"/>
                <a:ea typeface="Heebo"/>
                <a:cs typeface="Heebo"/>
                <a:sym typeface="Heebo"/>
              </a:rPr>
              <a:t>学生番号：5004</a:t>
            </a:r>
            <a:endParaRPr sz="1550" b="0" i="0" u="none" strike="noStrike" cap="none"/>
          </a:p>
        </p:txBody>
      </p:sp>
      <p:sp>
        <p:nvSpPr>
          <p:cNvPr id="846" name="Google Shape;846;p124"/>
          <p:cNvSpPr txBox="1"/>
          <p:nvPr/>
        </p:nvSpPr>
        <p:spPr>
          <a:xfrm>
            <a:off x="6910750" y="2920375"/>
            <a:ext cx="6125400" cy="1966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800"/>
              <a:t>レジュメ添削ツール</a:t>
            </a:r>
            <a:endParaRPr sz="4800"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85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852" name="Google Shape;852;p125" title="スクリーンショット 2025-07-22 124522.png"/>
          <p:cNvPicPr preferRelativeResize="0"/>
          <p:nvPr/>
        </p:nvPicPr>
        <p:blipFill>
          <a:blip r:embed="rId3">
            <a:alphaModFix/>
          </a:blip>
          <a:stretch>
            <a:fillRect/>
          </a:stretch>
        </p:blipFill>
        <p:spPr>
          <a:xfrm>
            <a:off x="152400" y="152400"/>
            <a:ext cx="14325600" cy="6400959"/>
          </a:xfrm>
          <a:prstGeom prst="rect">
            <a:avLst/>
          </a:prstGeom>
          <a:noFill/>
          <a:ln>
            <a:noFill/>
          </a:ln>
        </p:spPr>
      </p:pic>
      <p:sp>
        <p:nvSpPr>
          <p:cNvPr id="853" name="Google Shape;853;p125"/>
          <p:cNvSpPr txBox="1"/>
          <p:nvPr/>
        </p:nvSpPr>
        <p:spPr>
          <a:xfrm>
            <a:off x="788030" y="5780925"/>
            <a:ext cx="10734900" cy="30621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91425" rIns="91425" bIns="91425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 err="1"/>
              <a:t>ページ下部のような修正案＋コメントが返ってくる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																	例⇒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＞</a:t>
            </a:r>
            <a:r>
              <a:rPr lang="en-US" sz="2400" dirty="0" err="1"/>
              <a:t>利点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・</a:t>
            </a:r>
            <a:r>
              <a:rPr lang="en-US" sz="2400" dirty="0" err="1"/>
              <a:t>pdfで丸投げできるので楽</a:t>
            </a:r>
            <a:endParaRPr sz="2400" dirty="0"/>
          </a:p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400" dirty="0"/>
              <a:t>・</a:t>
            </a:r>
            <a:r>
              <a:rPr lang="en-US" sz="2400" dirty="0" err="1"/>
              <a:t>修正点を指定してやってくれる＋基本的な添削は標準で行う</a:t>
            </a:r>
            <a:endParaRPr sz="2400" dirty="0"/>
          </a:p>
        </p:txBody>
      </p:sp>
      <p:pic>
        <p:nvPicPr>
          <p:cNvPr id="854" name="Google Shape;854;p125" title="スクリーンショット 2025-07-22 125411.png"/>
          <p:cNvPicPr preferRelativeResize="0"/>
          <p:nvPr/>
        </p:nvPicPr>
        <p:blipFill rotWithShape="1">
          <a:blip r:embed="rId4">
            <a:alphaModFix/>
          </a:blip>
          <a:srcRect l="15894" t="30624" r="5185" b="25425"/>
          <a:stretch/>
        </p:blipFill>
        <p:spPr>
          <a:xfrm>
            <a:off x="9896000" y="6215425"/>
            <a:ext cx="4495125" cy="146810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40</Words>
  <Application>Microsoft Office PowerPoint</Application>
  <PresentationFormat>ユーザー設定</PresentationFormat>
  <Paragraphs>11</Paragraphs>
  <Slides>2</Slides>
  <Notes>2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4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2</vt:i4>
      </vt:variant>
    </vt:vector>
  </HeadingPairs>
  <TitlesOfParts>
    <vt:vector size="7" baseType="lpstr">
      <vt:lpstr>Heebo</vt:lpstr>
      <vt:lpstr>Calibri</vt:lpstr>
      <vt:lpstr>Crimson Pro</vt:lpstr>
      <vt:lpstr>Arial</vt:lpstr>
      <vt:lpstr>Office Theme</vt:lpstr>
      <vt:lpstr>PowerPoint プレゼンテーション</vt:lpstr>
      <vt:lpstr>PowerPoint プレゼンテーション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cp:lastModifiedBy>川崎 優季</cp:lastModifiedBy>
  <cp:revision>1</cp:revision>
  <dcterms:modified xsi:type="dcterms:W3CDTF">2025-07-29T04:06:49Z</dcterms:modified>
</cp:coreProperties>
</file>