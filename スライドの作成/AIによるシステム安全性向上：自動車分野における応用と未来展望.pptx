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0704513" cy="6016625"/>
  <p:notesSz cx="7559675" cy="106918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76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master-page210">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page207">
    <p:spTree>
      <p:nvGrpSpPr>
        <p:cNvPr id="1" name=""/>
        <p:cNvGrpSpPr/>
        <p:nvPr/>
      </p:nvGrpSpPr>
      <p:grpSpPr>
        <a:xfrm>
          <a:off x="0" y="0"/>
          <a:ext cx="0" cy="0"/>
          <a:chOff x="0" y="0"/>
          <a:chExt cx="0" cy="0"/>
        </a:xfrm>
      </p:grpSpPr>
      <p:sp>
        <p:nvSpPr>
          <p:cNvPr id="2" name="PlaceHolder 1"/>
          <p:cNvSpPr>
            <a:spLocks noGrp="1"/>
          </p:cNvSpPr>
          <p:nvPr>
            <p:ph type="title"/>
          </p:nvPr>
        </p:nvSpPr>
        <p:spPr>
          <a:xfrm>
            <a:off x="534960" y="588600"/>
            <a:ext cx="9633240" cy="95688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3" name="PlaceHolder 2"/>
          <p:cNvSpPr>
            <a:spLocks noGrp="1"/>
          </p:cNvSpPr>
          <p:nvPr>
            <p:ph type="body"/>
          </p:nvPr>
        </p:nvSpPr>
        <p:spPr>
          <a:xfrm>
            <a:off x="534960" y="1701000"/>
            <a:ext cx="9633240" cy="3324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master-page186">
    <p:spTree>
      <p:nvGrpSpPr>
        <p:cNvPr id="1" name=""/>
        <p:cNvGrpSpPr/>
        <p:nvPr/>
      </p:nvGrpSpPr>
      <p:grpSpPr>
        <a:xfrm>
          <a:off x="0" y="0"/>
          <a:ext cx="0" cy="0"/>
          <a:chOff x="0" y="0"/>
          <a:chExt cx="0" cy="0"/>
        </a:xfrm>
      </p:grpSpPr>
      <p:sp>
        <p:nvSpPr>
          <p:cNvPr id="2" name="PlaceHolder 1"/>
          <p:cNvSpPr>
            <a:spLocks noGrp="1"/>
          </p:cNvSpPr>
          <p:nvPr>
            <p:ph type="title"/>
          </p:nvPr>
        </p:nvSpPr>
        <p:spPr>
          <a:xfrm>
            <a:off x="534960" y="588600"/>
            <a:ext cx="9633240" cy="95688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3" name="PlaceHolder 2"/>
          <p:cNvSpPr>
            <a:spLocks noGrp="1"/>
          </p:cNvSpPr>
          <p:nvPr>
            <p:ph type="body"/>
          </p:nvPr>
        </p:nvSpPr>
        <p:spPr>
          <a:xfrm>
            <a:off x="534960" y="1701000"/>
            <a:ext cx="9633240" cy="3324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master-page183">
    <p:spTree>
      <p:nvGrpSpPr>
        <p:cNvPr id="1" name=""/>
        <p:cNvGrpSpPr/>
        <p:nvPr/>
      </p:nvGrpSpPr>
      <p:grpSpPr>
        <a:xfrm>
          <a:off x="0" y="0"/>
          <a:ext cx="0" cy="0"/>
          <a:chOff x="0" y="0"/>
          <a:chExt cx="0" cy="0"/>
        </a:xfrm>
      </p:grpSpPr>
      <p:sp>
        <p:nvSpPr>
          <p:cNvPr id="4" name="PlaceHolder 1"/>
          <p:cNvSpPr>
            <a:spLocks noGrp="1"/>
          </p:cNvSpPr>
          <p:nvPr>
            <p:ph type="title"/>
          </p:nvPr>
        </p:nvSpPr>
        <p:spPr>
          <a:xfrm>
            <a:off x="534960" y="588600"/>
            <a:ext cx="9633240" cy="95688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5" name="PlaceHolder 2"/>
          <p:cNvSpPr>
            <a:spLocks noGrp="1"/>
          </p:cNvSpPr>
          <p:nvPr>
            <p:ph type="body"/>
          </p:nvPr>
        </p:nvSpPr>
        <p:spPr>
          <a:xfrm>
            <a:off x="534960" y="1701000"/>
            <a:ext cx="9633240" cy="3324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master-page174">
    <p:spTree>
      <p:nvGrpSpPr>
        <p:cNvPr id="1" name=""/>
        <p:cNvGrpSpPr/>
        <p:nvPr/>
      </p:nvGrpSpPr>
      <p:grpSpPr>
        <a:xfrm>
          <a:off x="0" y="0"/>
          <a:ext cx="0" cy="0"/>
          <a:chOff x="0" y="0"/>
          <a:chExt cx="0" cy="0"/>
        </a:xfrm>
      </p:grpSpPr>
      <p:sp>
        <p:nvSpPr>
          <p:cNvPr id="6" name="PlaceHolder 1"/>
          <p:cNvSpPr>
            <a:spLocks noGrp="1"/>
          </p:cNvSpPr>
          <p:nvPr>
            <p:ph type="title"/>
          </p:nvPr>
        </p:nvSpPr>
        <p:spPr>
          <a:xfrm>
            <a:off x="534960" y="588600"/>
            <a:ext cx="9633240" cy="95688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7" name="PlaceHolder 2"/>
          <p:cNvSpPr>
            <a:spLocks noGrp="1"/>
          </p:cNvSpPr>
          <p:nvPr>
            <p:ph type="body"/>
          </p:nvPr>
        </p:nvSpPr>
        <p:spPr>
          <a:xfrm>
            <a:off x="534960" y="1701000"/>
            <a:ext cx="9633240" cy="3324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master-page161">
    <p:spTree>
      <p:nvGrpSpPr>
        <p:cNvPr id="1" name=""/>
        <p:cNvGrpSpPr/>
        <p:nvPr/>
      </p:nvGrpSpPr>
      <p:grpSpPr>
        <a:xfrm>
          <a:off x="0" y="0"/>
          <a:ext cx="0" cy="0"/>
          <a:chOff x="0" y="0"/>
          <a:chExt cx="0" cy="0"/>
        </a:xfrm>
      </p:grpSpPr>
      <p:sp>
        <p:nvSpPr>
          <p:cNvPr id="8" name="PlaceHolder 1"/>
          <p:cNvSpPr>
            <a:spLocks noGrp="1"/>
          </p:cNvSpPr>
          <p:nvPr>
            <p:ph type="title"/>
          </p:nvPr>
        </p:nvSpPr>
        <p:spPr>
          <a:xfrm>
            <a:off x="534960" y="588600"/>
            <a:ext cx="9633240" cy="95688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9" name="PlaceHolder 2"/>
          <p:cNvSpPr>
            <a:spLocks noGrp="1"/>
          </p:cNvSpPr>
          <p:nvPr>
            <p:ph type="body"/>
          </p:nvPr>
        </p:nvSpPr>
        <p:spPr>
          <a:xfrm>
            <a:off x="534960" y="1701000"/>
            <a:ext cx="9633240" cy="3324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master-page130">
    <p:spTree>
      <p:nvGrpSpPr>
        <p:cNvPr id="1" name=""/>
        <p:cNvGrpSpPr/>
        <p:nvPr/>
      </p:nvGrpSpPr>
      <p:grpSpPr>
        <a:xfrm>
          <a:off x="0" y="0"/>
          <a:ext cx="0" cy="0"/>
          <a:chOff x="0" y="0"/>
          <a:chExt cx="0" cy="0"/>
        </a:xfrm>
      </p:grpSpPr>
      <p:sp>
        <p:nvSpPr>
          <p:cNvPr id="10" name="PlaceHolder 1"/>
          <p:cNvSpPr>
            <a:spLocks noGrp="1"/>
          </p:cNvSpPr>
          <p:nvPr>
            <p:ph type="title"/>
          </p:nvPr>
        </p:nvSpPr>
        <p:spPr>
          <a:xfrm>
            <a:off x="534960" y="588600"/>
            <a:ext cx="9633240" cy="95688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11" name="PlaceHolder 2"/>
          <p:cNvSpPr>
            <a:spLocks noGrp="1"/>
          </p:cNvSpPr>
          <p:nvPr>
            <p:ph type="body"/>
          </p:nvPr>
        </p:nvSpPr>
        <p:spPr>
          <a:xfrm>
            <a:off x="534960" y="1701000"/>
            <a:ext cx="9633240" cy="3324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master-page58">
    <p:spTree>
      <p:nvGrpSpPr>
        <p:cNvPr id="1" name=""/>
        <p:cNvGrpSpPr/>
        <p:nvPr/>
      </p:nvGrpSpPr>
      <p:grpSpPr>
        <a:xfrm>
          <a:off x="0" y="0"/>
          <a:ext cx="0" cy="0"/>
          <a:chOff x="0" y="0"/>
          <a:chExt cx="0" cy="0"/>
        </a:xfrm>
      </p:grpSpPr>
      <p:sp>
        <p:nvSpPr>
          <p:cNvPr id="12" name="PlaceHolder 1"/>
          <p:cNvSpPr>
            <a:spLocks noGrp="1"/>
          </p:cNvSpPr>
          <p:nvPr>
            <p:ph type="title"/>
          </p:nvPr>
        </p:nvSpPr>
        <p:spPr>
          <a:xfrm>
            <a:off x="534960" y="588600"/>
            <a:ext cx="9633240" cy="95688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13" name="PlaceHolder 2"/>
          <p:cNvSpPr>
            <a:spLocks noGrp="1"/>
          </p:cNvSpPr>
          <p:nvPr>
            <p:ph type="body"/>
          </p:nvPr>
        </p:nvSpPr>
        <p:spPr>
          <a:xfrm>
            <a:off x="534960" y="1701000"/>
            <a:ext cx="9633240" cy="3324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master-page53">
    <p:spTree>
      <p:nvGrpSpPr>
        <p:cNvPr id="1" name=""/>
        <p:cNvGrpSpPr/>
        <p:nvPr/>
      </p:nvGrpSpPr>
      <p:grpSpPr>
        <a:xfrm>
          <a:off x="0" y="0"/>
          <a:ext cx="0" cy="0"/>
          <a:chOff x="0" y="0"/>
          <a:chExt cx="0" cy="0"/>
        </a:xfrm>
      </p:grpSpPr>
      <p:sp>
        <p:nvSpPr>
          <p:cNvPr id="14" name="PlaceHolder 1"/>
          <p:cNvSpPr>
            <a:spLocks noGrp="1"/>
          </p:cNvSpPr>
          <p:nvPr>
            <p:ph type="title"/>
          </p:nvPr>
        </p:nvSpPr>
        <p:spPr>
          <a:xfrm>
            <a:off x="534960" y="588600"/>
            <a:ext cx="9633240" cy="95688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15" name="PlaceHolder 2"/>
          <p:cNvSpPr>
            <a:spLocks noGrp="1"/>
          </p:cNvSpPr>
          <p:nvPr>
            <p:ph type="body"/>
          </p:nvPr>
        </p:nvSpPr>
        <p:spPr>
          <a:xfrm>
            <a:off x="534960" y="1701000"/>
            <a:ext cx="9633240" cy="3324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master-page32">
    <p:spTree>
      <p:nvGrpSpPr>
        <p:cNvPr id="1" name=""/>
        <p:cNvGrpSpPr/>
        <p:nvPr/>
      </p:nvGrpSpPr>
      <p:grpSpPr>
        <a:xfrm>
          <a:off x="0" y="0"/>
          <a:ext cx="0" cy="0"/>
          <a:chOff x="0" y="0"/>
          <a:chExt cx="0" cy="0"/>
        </a:xfrm>
      </p:grpSpPr>
      <p:sp>
        <p:nvSpPr>
          <p:cNvPr id="16" name="PlaceHolder 1"/>
          <p:cNvSpPr>
            <a:spLocks noGrp="1"/>
          </p:cNvSpPr>
          <p:nvPr>
            <p:ph type="title"/>
          </p:nvPr>
        </p:nvSpPr>
        <p:spPr>
          <a:xfrm>
            <a:off x="534960" y="588600"/>
            <a:ext cx="9633240" cy="95688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17" name="PlaceHolder 2"/>
          <p:cNvSpPr>
            <a:spLocks noGrp="1"/>
          </p:cNvSpPr>
          <p:nvPr>
            <p:ph type="body"/>
          </p:nvPr>
        </p:nvSpPr>
        <p:spPr>
          <a:xfrm>
            <a:off x="534960" y="1701000"/>
            <a:ext cx="9633240" cy="3324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master-page3">
    <p:spTree>
      <p:nvGrpSpPr>
        <p:cNvPr id="1" name=""/>
        <p:cNvGrpSpPr/>
        <p:nvPr/>
      </p:nvGrpSpPr>
      <p:grpSpPr>
        <a:xfrm>
          <a:off x="0" y="0"/>
          <a:ext cx="0" cy="0"/>
          <a:chOff x="0" y="0"/>
          <a:chExt cx="0" cy="0"/>
        </a:xfrm>
      </p:grpSpPr>
      <p:sp>
        <p:nvSpPr>
          <p:cNvPr id="18" name="PlaceHolder 1"/>
          <p:cNvSpPr>
            <a:spLocks noGrp="1"/>
          </p:cNvSpPr>
          <p:nvPr>
            <p:ph type="title"/>
          </p:nvPr>
        </p:nvSpPr>
        <p:spPr>
          <a:xfrm>
            <a:off x="534960" y="588600"/>
            <a:ext cx="9633240" cy="95688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19" name="PlaceHolder 2"/>
          <p:cNvSpPr>
            <a:spLocks noGrp="1"/>
          </p:cNvSpPr>
          <p:nvPr>
            <p:ph type="body"/>
          </p:nvPr>
        </p:nvSpPr>
        <p:spPr>
          <a:xfrm>
            <a:off x="534960" y="1701000"/>
            <a:ext cx="9633240" cy="3324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master-page69">
    <p:spTree>
      <p:nvGrpSpPr>
        <p:cNvPr id="1" name=""/>
        <p:cNvGrpSpPr/>
        <p:nvPr/>
      </p:nvGrpSpPr>
      <p:grpSpPr>
        <a:xfrm>
          <a:off x="0" y="0"/>
          <a:ext cx="0" cy="0"/>
          <a:chOff x="0" y="0"/>
          <a:chExt cx="0" cy="0"/>
        </a:xfrm>
      </p:grpSpPr>
      <p:sp>
        <p:nvSpPr>
          <p:cNvPr id="20" name="PlaceHolder 1"/>
          <p:cNvSpPr>
            <a:spLocks noGrp="1"/>
          </p:cNvSpPr>
          <p:nvPr>
            <p:ph type="title"/>
          </p:nvPr>
        </p:nvSpPr>
        <p:spPr>
          <a:xfrm>
            <a:off x="534960" y="588600"/>
            <a:ext cx="9633240" cy="95688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21" name="PlaceHolder 2"/>
          <p:cNvSpPr>
            <a:spLocks noGrp="1"/>
          </p:cNvSpPr>
          <p:nvPr>
            <p:ph type="body"/>
          </p:nvPr>
        </p:nvSpPr>
        <p:spPr>
          <a:xfrm>
            <a:off x="534960" y="1701000"/>
            <a:ext cx="9633240" cy="3324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master-page82">
    <p:spTree>
      <p:nvGrpSpPr>
        <p:cNvPr id="1" name=""/>
        <p:cNvGrpSpPr/>
        <p:nvPr/>
      </p:nvGrpSpPr>
      <p:grpSpPr>
        <a:xfrm>
          <a:off x="0" y="0"/>
          <a:ext cx="0" cy="0"/>
          <a:chOff x="0" y="0"/>
          <a:chExt cx="0" cy="0"/>
        </a:xfrm>
      </p:grpSpPr>
      <p:sp>
        <p:nvSpPr>
          <p:cNvPr id="22" name="PlaceHolder 1"/>
          <p:cNvSpPr>
            <a:spLocks noGrp="1"/>
          </p:cNvSpPr>
          <p:nvPr>
            <p:ph type="title"/>
          </p:nvPr>
        </p:nvSpPr>
        <p:spPr>
          <a:xfrm>
            <a:off x="534960" y="588600"/>
            <a:ext cx="9633240" cy="95688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23" name="PlaceHolder 2"/>
          <p:cNvSpPr>
            <a:spLocks noGrp="1"/>
          </p:cNvSpPr>
          <p:nvPr>
            <p:ph type="body"/>
          </p:nvPr>
        </p:nvSpPr>
        <p:spPr>
          <a:xfrm>
            <a:off x="534960" y="1701000"/>
            <a:ext cx="9633240" cy="3324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master-page107">
    <p:spTree>
      <p:nvGrpSpPr>
        <p:cNvPr id="1" name=""/>
        <p:cNvGrpSpPr/>
        <p:nvPr/>
      </p:nvGrpSpPr>
      <p:grpSpPr>
        <a:xfrm>
          <a:off x="0" y="0"/>
          <a:ext cx="0" cy="0"/>
          <a:chOff x="0" y="0"/>
          <a:chExt cx="0" cy="0"/>
        </a:xfrm>
      </p:grpSpPr>
      <p:sp>
        <p:nvSpPr>
          <p:cNvPr id="24" name="PlaceHolder 1"/>
          <p:cNvSpPr>
            <a:spLocks noGrp="1"/>
          </p:cNvSpPr>
          <p:nvPr>
            <p:ph type="title"/>
          </p:nvPr>
        </p:nvSpPr>
        <p:spPr>
          <a:xfrm>
            <a:off x="534960" y="588600"/>
            <a:ext cx="9633240" cy="95688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25" name="PlaceHolder 2"/>
          <p:cNvSpPr>
            <a:spLocks noGrp="1"/>
          </p:cNvSpPr>
          <p:nvPr>
            <p:ph type="body"/>
          </p:nvPr>
        </p:nvSpPr>
        <p:spPr>
          <a:xfrm>
            <a:off x="534960" y="1701000"/>
            <a:ext cx="9633240" cy="3324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0.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9.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4.png"/><Relationship Id="rId4" Type="http://schemas.openxmlformats.org/officeDocument/2006/relationships/image" Target="../media/image5.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8.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5.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28.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6.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image" Target="../media/image42.png"/><Relationship Id="rId1" Type="http://schemas.openxmlformats.org/officeDocument/2006/relationships/slideLayout" Target="../slideLayouts/slideLayout13.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4.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5.png"/><Relationship Id="rId18" Type="http://schemas.openxmlformats.org/officeDocument/2006/relationships/image" Target="../media/image54.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4.png"/><Relationship Id="rId17" Type="http://schemas.openxmlformats.org/officeDocument/2006/relationships/image" Target="../media/image40.png"/><Relationship Id="rId2" Type="http://schemas.openxmlformats.org/officeDocument/2006/relationships/image" Target="../media/image55.png"/><Relationship Id="rId16" Type="http://schemas.openxmlformats.org/officeDocument/2006/relationships/image" Target="../media/image15.png"/><Relationship Id="rId20" Type="http://schemas.openxmlformats.org/officeDocument/2006/relationships/image" Target="../media/image69.png"/><Relationship Id="rId1" Type="http://schemas.openxmlformats.org/officeDocument/2006/relationships/slideLayout" Target="../slideLayouts/slideLayout14.xml"/><Relationship Id="rId6" Type="http://schemas.openxmlformats.org/officeDocument/2006/relationships/image" Target="../media/image59.png"/><Relationship Id="rId11" Type="http://schemas.openxmlformats.org/officeDocument/2006/relationships/image" Target="../media/image29.png"/><Relationship Id="rId5" Type="http://schemas.openxmlformats.org/officeDocument/2006/relationships/image" Target="../media/image58.png"/><Relationship Id="rId15" Type="http://schemas.openxmlformats.org/officeDocument/2006/relationships/image" Target="../media/image67.png"/><Relationship Id="rId10" Type="http://schemas.openxmlformats.org/officeDocument/2006/relationships/image" Target="../media/image63.png"/><Relationship Id="rId19" Type="http://schemas.openxmlformats.org/officeDocument/2006/relationships/image" Target="../media/image68.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6.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70.png"/><Relationship Id="rId7" Type="http://schemas.openxmlformats.org/officeDocument/2006/relationships/image" Target="../media/image73.png"/><Relationship Id="rId2" Type="http://schemas.openxmlformats.org/officeDocument/2006/relationships/image" Target="../media/image1.png"/><Relationship Id="rId1" Type="http://schemas.openxmlformats.org/officeDocument/2006/relationships/slideLayout" Target="../slideLayouts/slideLayout10.xml"/><Relationship Id="rId6" Type="http://schemas.openxmlformats.org/officeDocument/2006/relationships/image" Target="../media/image51.png"/><Relationship Id="rId11" Type="http://schemas.openxmlformats.org/officeDocument/2006/relationships/image" Target="../media/image4.png"/><Relationship Id="rId5" Type="http://schemas.openxmlformats.org/officeDocument/2006/relationships/image" Target="../media/image72.png"/><Relationship Id="rId10" Type="http://schemas.openxmlformats.org/officeDocument/2006/relationships/image" Target="../media/image10.png"/><Relationship Id="rId4" Type="http://schemas.openxmlformats.org/officeDocument/2006/relationships/image" Target="../media/image71.png"/><Relationship Id="rId9"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3" Type="http://schemas.openxmlformats.org/officeDocument/2006/relationships/image" Target="../media/image75.png"/><Relationship Id="rId7" Type="http://schemas.openxmlformats.org/officeDocument/2006/relationships/image" Target="../media/image79.png"/><Relationship Id="rId12" Type="http://schemas.openxmlformats.org/officeDocument/2006/relationships/image" Target="../media/image84.png"/><Relationship Id="rId2" Type="http://schemas.openxmlformats.org/officeDocument/2006/relationships/image" Target="../media/image74.png"/><Relationship Id="rId1" Type="http://schemas.openxmlformats.org/officeDocument/2006/relationships/slideLayout" Target="../slideLayouts/slideLayout7.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10.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4.png"/><Relationship Id="rId3" Type="http://schemas.openxmlformats.org/officeDocument/2006/relationships/image" Target="../media/image87.png"/><Relationship Id="rId7" Type="http://schemas.openxmlformats.org/officeDocument/2006/relationships/image" Target="../media/image90.png"/><Relationship Id="rId12" Type="http://schemas.openxmlformats.org/officeDocument/2006/relationships/image" Target="../media/image16.png"/><Relationship Id="rId2" Type="http://schemas.openxmlformats.org/officeDocument/2006/relationships/image" Target="../media/image86.png"/><Relationship Id="rId1" Type="http://schemas.openxmlformats.org/officeDocument/2006/relationships/slideLayout" Target="../slideLayouts/slideLayout6.xml"/><Relationship Id="rId6" Type="http://schemas.openxmlformats.org/officeDocument/2006/relationships/image" Target="../media/image89.png"/><Relationship Id="rId11" Type="http://schemas.openxmlformats.org/officeDocument/2006/relationships/image" Target="../media/image39.png"/><Relationship Id="rId5" Type="http://schemas.openxmlformats.org/officeDocument/2006/relationships/image" Target="../media/image88.png"/><Relationship Id="rId10" Type="http://schemas.openxmlformats.org/officeDocument/2006/relationships/image" Target="../media/image93.png"/><Relationship Id="rId4" Type="http://schemas.openxmlformats.org/officeDocument/2006/relationships/image" Target="../media/image51.png"/><Relationship Id="rId9" Type="http://schemas.openxmlformats.org/officeDocument/2006/relationships/image" Target="../media/image92.png"/></Relationships>
</file>

<file path=ppt/slides/_rels/slide1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image" Target="../media/image1.png"/><Relationship Id="rId1" Type="http://schemas.openxmlformats.org/officeDocument/2006/relationships/slideLayout" Target="../slideLayouts/slideLayout10.xml"/><Relationship Id="rId6" Type="http://schemas.openxmlformats.org/officeDocument/2006/relationships/image" Target="../media/image97.png"/><Relationship Id="rId5" Type="http://schemas.openxmlformats.org/officeDocument/2006/relationships/image" Target="../media/image96.png"/><Relationship Id="rId10" Type="http://schemas.openxmlformats.org/officeDocument/2006/relationships/image" Target="../media/image26.png"/><Relationship Id="rId4" Type="http://schemas.openxmlformats.org/officeDocument/2006/relationships/image" Target="../media/image95.png"/><Relationship Id="rId9" Type="http://schemas.openxmlformats.org/officeDocument/2006/relationships/image" Target="../media/image99.png"/></Relationships>
</file>

<file path=ppt/slides/_rels/slide12.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1.png"/><Relationship Id="rId7" Type="http://schemas.openxmlformats.org/officeDocument/2006/relationships/image" Target="../media/image104.png"/><Relationship Id="rId12" Type="http://schemas.openxmlformats.org/officeDocument/2006/relationships/image" Target="../media/image109.png"/><Relationship Id="rId2" Type="http://schemas.openxmlformats.org/officeDocument/2006/relationships/image" Target="../media/image100.png"/><Relationship Id="rId1" Type="http://schemas.openxmlformats.org/officeDocument/2006/relationships/slideLayout" Target="../slideLayouts/slideLayout5.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33.png"/><Relationship Id="rId10" Type="http://schemas.openxmlformats.org/officeDocument/2006/relationships/image" Target="../media/image107.png"/><Relationship Id="rId4" Type="http://schemas.openxmlformats.org/officeDocument/2006/relationships/image" Target="../media/image102.png"/><Relationship Id="rId9" Type="http://schemas.openxmlformats.org/officeDocument/2006/relationships/image" Target="../media/image106.png"/></Relationships>
</file>

<file path=ppt/slides/_rels/slide13.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4.xml"/><Relationship Id="rId6" Type="http://schemas.openxmlformats.org/officeDocument/2006/relationships/image" Target="../media/image112.png"/><Relationship Id="rId5" Type="http://schemas.openxmlformats.org/officeDocument/2006/relationships/image" Target="../media/image88.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123.png"/><Relationship Id="rId3" Type="http://schemas.openxmlformats.org/officeDocument/2006/relationships/image" Target="../media/image115.png"/><Relationship Id="rId7" Type="http://schemas.openxmlformats.org/officeDocument/2006/relationships/image" Target="../media/image119.png"/><Relationship Id="rId12" Type="http://schemas.openxmlformats.org/officeDocument/2006/relationships/image" Target="../media/image122.png"/><Relationship Id="rId2" Type="http://schemas.openxmlformats.org/officeDocument/2006/relationships/image" Target="../media/image114.png"/><Relationship Id="rId1" Type="http://schemas.openxmlformats.org/officeDocument/2006/relationships/slideLayout" Target="../slideLayouts/slideLayout3.xml"/><Relationship Id="rId6" Type="http://schemas.openxmlformats.org/officeDocument/2006/relationships/image" Target="../media/image118.png"/><Relationship Id="rId11" Type="http://schemas.openxmlformats.org/officeDocument/2006/relationships/image" Target="../media/image121.png"/><Relationship Id="rId5" Type="http://schemas.openxmlformats.org/officeDocument/2006/relationships/image" Target="../media/image117.png"/><Relationship Id="rId10" Type="http://schemas.openxmlformats.org/officeDocument/2006/relationships/image" Target="../media/image120.png"/><Relationship Id="rId4" Type="http://schemas.openxmlformats.org/officeDocument/2006/relationships/image" Target="../media/image116.png"/><Relationship Id="rId9" Type="http://schemas.openxmlformats.org/officeDocument/2006/relationships/image" Target="../media/image57.png"/><Relationship Id="rId14" Type="http://schemas.openxmlformats.org/officeDocument/2006/relationships/image" Target="../media/image39.png"/></Relationships>
</file>

<file path=ppt/slides/_rels/slide15.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3.png"/><Relationship Id="rId18" Type="http://schemas.openxmlformats.org/officeDocument/2006/relationships/image" Target="../media/image137.png"/><Relationship Id="rId3" Type="http://schemas.openxmlformats.org/officeDocument/2006/relationships/image" Target="../media/image115.png"/><Relationship Id="rId21" Type="http://schemas.openxmlformats.org/officeDocument/2006/relationships/image" Target="../media/image54.png"/><Relationship Id="rId7" Type="http://schemas.openxmlformats.org/officeDocument/2006/relationships/image" Target="../media/image127.png"/><Relationship Id="rId12" Type="http://schemas.openxmlformats.org/officeDocument/2006/relationships/image" Target="../media/image132.png"/><Relationship Id="rId17" Type="http://schemas.openxmlformats.org/officeDocument/2006/relationships/image" Target="../media/image136.png"/><Relationship Id="rId2" Type="http://schemas.openxmlformats.org/officeDocument/2006/relationships/image" Target="../media/image1.png"/><Relationship Id="rId16" Type="http://schemas.openxmlformats.org/officeDocument/2006/relationships/image" Target="../media/image135.png"/><Relationship Id="rId20" Type="http://schemas.openxmlformats.org/officeDocument/2006/relationships/image" Target="../media/image26.png"/><Relationship Id="rId1" Type="http://schemas.openxmlformats.org/officeDocument/2006/relationships/slideLayout" Target="../slideLayouts/slideLayout10.xml"/><Relationship Id="rId6" Type="http://schemas.openxmlformats.org/officeDocument/2006/relationships/image" Target="../media/image126.png"/><Relationship Id="rId11" Type="http://schemas.openxmlformats.org/officeDocument/2006/relationships/image" Target="../media/image131.png"/><Relationship Id="rId5" Type="http://schemas.openxmlformats.org/officeDocument/2006/relationships/image" Target="../media/image125.png"/><Relationship Id="rId15" Type="http://schemas.openxmlformats.org/officeDocument/2006/relationships/image" Target="../media/image57.png"/><Relationship Id="rId10" Type="http://schemas.openxmlformats.org/officeDocument/2006/relationships/image" Target="../media/image130.png"/><Relationship Id="rId19" Type="http://schemas.openxmlformats.org/officeDocument/2006/relationships/image" Target="../media/image9.png"/><Relationship Id="rId4" Type="http://schemas.openxmlformats.org/officeDocument/2006/relationships/image" Target="../media/image124.png"/><Relationship Id="rId9" Type="http://schemas.openxmlformats.org/officeDocument/2006/relationships/image" Target="../media/image129.png"/><Relationship Id="rId14" Type="http://schemas.openxmlformats.org/officeDocument/2006/relationships/image" Target="../media/image134.png"/></Relationships>
</file>

<file path=ppt/slides/_rels/slide16.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139.png"/><Relationship Id="rId7" Type="http://schemas.openxmlformats.org/officeDocument/2006/relationships/image" Target="../media/image7.png"/><Relationship Id="rId12" Type="http://schemas.openxmlformats.org/officeDocument/2006/relationships/image" Target="../media/image144.png"/><Relationship Id="rId2" Type="http://schemas.openxmlformats.org/officeDocument/2006/relationships/image" Target="../media/image138.png"/><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43.png"/><Relationship Id="rId5" Type="http://schemas.openxmlformats.org/officeDocument/2006/relationships/image" Target="../media/image141.png"/><Relationship Id="rId10" Type="http://schemas.openxmlformats.org/officeDocument/2006/relationships/image" Target="../media/image25.png"/><Relationship Id="rId4" Type="http://schemas.openxmlformats.org/officeDocument/2006/relationships/image" Target="../media/image140.png"/><Relationship Id="rId9" Type="http://schemas.openxmlformats.org/officeDocument/2006/relationships/image" Target="../media/image8.png"/></Relationships>
</file>

<file path=ppt/slides/_rels/slide17.xml.rels><?xml version="1.0" encoding="UTF-8" standalone="yes"?>
<Relationships xmlns="http://schemas.openxmlformats.org/package/2006/relationships"><Relationship Id="rId8" Type="http://schemas.openxmlformats.org/officeDocument/2006/relationships/image" Target="../media/image151.png"/><Relationship Id="rId13" Type="http://schemas.openxmlformats.org/officeDocument/2006/relationships/image" Target="../media/image26.png"/><Relationship Id="rId3" Type="http://schemas.openxmlformats.org/officeDocument/2006/relationships/image" Target="../media/image146.png"/><Relationship Id="rId7" Type="http://schemas.openxmlformats.org/officeDocument/2006/relationships/image" Target="../media/image150.png"/><Relationship Id="rId12" Type="http://schemas.openxmlformats.org/officeDocument/2006/relationships/image" Target="../media/image109.png"/><Relationship Id="rId2" Type="http://schemas.openxmlformats.org/officeDocument/2006/relationships/image" Target="../media/image145.png"/><Relationship Id="rId1" Type="http://schemas.openxmlformats.org/officeDocument/2006/relationships/slideLayout" Target="../slideLayouts/slideLayout1.xml"/><Relationship Id="rId6" Type="http://schemas.openxmlformats.org/officeDocument/2006/relationships/image" Target="../media/image149.png"/><Relationship Id="rId11" Type="http://schemas.openxmlformats.org/officeDocument/2006/relationships/image" Target="../media/image105.png"/><Relationship Id="rId5" Type="http://schemas.openxmlformats.org/officeDocument/2006/relationships/image" Target="../media/image148.png"/><Relationship Id="rId10" Type="http://schemas.openxmlformats.org/officeDocument/2006/relationships/image" Target="../media/image153.png"/><Relationship Id="rId4" Type="http://schemas.openxmlformats.org/officeDocument/2006/relationships/image" Target="../media/image147.png"/><Relationship Id="rId9" Type="http://schemas.openxmlformats.org/officeDocument/2006/relationships/image" Target="../media/image152.png"/><Relationship Id="rId14" Type="http://schemas.openxmlformats.org/officeDocument/2006/relationships/image" Target="../media/image1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図 25"/>
          <p:cNvPicPr/>
          <p:nvPr/>
        </p:nvPicPr>
        <p:blipFill>
          <a:blip r:embed="rId2"/>
          <a:stretch/>
        </p:blipFill>
        <p:spPr>
          <a:xfrm>
            <a:off x="0" y="0"/>
            <a:ext cx="10696320" cy="6016320"/>
          </a:xfrm>
          <a:prstGeom prst="rect">
            <a:avLst/>
          </a:prstGeom>
          <a:noFill/>
          <a:ln w="0">
            <a:noFill/>
          </a:ln>
        </p:spPr>
      </p:pic>
      <p:pic>
        <p:nvPicPr>
          <p:cNvPr id="28" name="図 27"/>
          <p:cNvPicPr/>
          <p:nvPr/>
        </p:nvPicPr>
        <p:blipFill>
          <a:blip r:embed="rId3"/>
          <a:stretch/>
        </p:blipFill>
        <p:spPr>
          <a:xfrm>
            <a:off x="0" y="5983560"/>
            <a:ext cx="7133400" cy="33120"/>
          </a:xfrm>
          <a:prstGeom prst="rect">
            <a:avLst/>
          </a:prstGeom>
          <a:noFill/>
          <a:ln w="0">
            <a:noFill/>
          </a:ln>
        </p:spPr>
      </p:pic>
      <p:pic>
        <p:nvPicPr>
          <p:cNvPr id="29" name="図 28"/>
          <p:cNvPicPr/>
          <p:nvPr/>
        </p:nvPicPr>
        <p:blipFill>
          <a:blip r:embed="rId4"/>
          <a:stretch/>
        </p:blipFill>
        <p:spPr>
          <a:xfrm>
            <a:off x="0" y="802080"/>
            <a:ext cx="534600" cy="534600"/>
          </a:xfrm>
          <a:prstGeom prst="rect">
            <a:avLst/>
          </a:prstGeom>
          <a:noFill/>
          <a:ln w="0">
            <a:noFill/>
          </a:ln>
        </p:spPr>
      </p:pic>
      <p:pic>
        <p:nvPicPr>
          <p:cNvPr id="30" name="図 29"/>
          <p:cNvPicPr/>
          <p:nvPr/>
        </p:nvPicPr>
        <p:blipFill>
          <a:blip r:embed="rId5"/>
          <a:stretch/>
        </p:blipFill>
        <p:spPr>
          <a:xfrm>
            <a:off x="1069560" y="1604520"/>
            <a:ext cx="267120" cy="267120"/>
          </a:xfrm>
          <a:prstGeom prst="rect">
            <a:avLst/>
          </a:prstGeom>
          <a:noFill/>
          <a:ln w="0">
            <a:noFill/>
          </a:ln>
        </p:spPr>
      </p:pic>
      <p:sp>
        <p:nvSpPr>
          <p:cNvPr id="32" name="テキスト ボックス 31"/>
          <p:cNvSpPr txBox="1"/>
          <p:nvPr/>
        </p:nvSpPr>
        <p:spPr>
          <a:xfrm>
            <a:off x="401040" y="429840"/>
            <a:ext cx="423864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システムの安全性向上における人工知能</a:t>
            </a:r>
            <a:r>
              <a:rPr lang="en-US" sz="1320" b="0" u="none" strike="noStrike">
                <a:solidFill>
                  <a:srgbClr val="D1D5DC"/>
                </a:solidFill>
                <a:effectLst/>
                <a:uFillTx/>
                <a:latin typeface="NotoSansJP"/>
                <a:ea typeface="NotoSansJP"/>
              </a:rPr>
              <a:t>(AI)</a:t>
            </a:r>
            <a:r>
              <a:rPr lang="zh-CN" sz="1320" b="0" u="none" strike="noStrike">
                <a:solidFill>
                  <a:srgbClr val="D1D5DC"/>
                </a:solidFill>
                <a:effectLst/>
                <a:uFillTx/>
                <a:latin typeface="NotoSansJP"/>
                <a:ea typeface="NotoSansJP"/>
              </a:rPr>
              <a:t>技術の応用</a:t>
            </a:r>
            <a:endParaRPr lang="en-US" sz="1320" b="0" u="none" strike="noStrike">
              <a:solidFill>
                <a:srgbClr val="000000"/>
              </a:solidFill>
              <a:effectLst/>
              <a:uFillTx/>
              <a:latin typeface="Times New Roman"/>
            </a:endParaRPr>
          </a:p>
        </p:txBody>
      </p:sp>
      <p:sp>
        <p:nvSpPr>
          <p:cNvPr id="33" name="テキスト ボックス 32"/>
          <p:cNvSpPr txBox="1"/>
          <p:nvPr/>
        </p:nvSpPr>
        <p:spPr>
          <a:xfrm>
            <a:off x="401040" y="914760"/>
            <a:ext cx="5697000" cy="581040"/>
          </a:xfrm>
          <a:prstGeom prst="rect">
            <a:avLst/>
          </a:prstGeom>
          <a:noFill/>
          <a:ln w="0">
            <a:noFill/>
          </a:ln>
        </p:spPr>
        <p:txBody>
          <a:bodyPr wrap="none" lIns="0" tIns="0" rIns="0" bIns="0" anchor="t">
            <a:spAutoFit/>
          </a:bodyPr>
          <a:lstStyle/>
          <a:p>
            <a:r>
              <a:rPr lang="en-US" sz="3160" b="0" u="none" strike="noStrike">
                <a:solidFill>
                  <a:srgbClr val="FFFFFF"/>
                </a:solidFill>
                <a:effectLst/>
                <a:uFillTx/>
                <a:latin typeface="Roboto"/>
                <a:ea typeface="Roboto"/>
              </a:rPr>
              <a:t>AI</a:t>
            </a:r>
            <a:r>
              <a:rPr lang="zh-CN" sz="3160" b="0" u="none" strike="noStrike">
                <a:solidFill>
                  <a:srgbClr val="FFFFFF"/>
                </a:solidFill>
                <a:effectLst/>
                <a:uFillTx/>
                <a:latin typeface="NotoSansJP"/>
                <a:ea typeface="NotoSansJP"/>
              </a:rPr>
              <a:t>によるシステム安全性向上：</a:t>
            </a:r>
            <a:endParaRPr lang="en-US" sz="3160" b="0" u="none" strike="noStrike">
              <a:solidFill>
                <a:srgbClr val="000000"/>
              </a:solidFill>
              <a:effectLst/>
              <a:uFillTx/>
              <a:latin typeface="Times New Roman"/>
            </a:endParaRPr>
          </a:p>
        </p:txBody>
      </p:sp>
      <p:sp>
        <p:nvSpPr>
          <p:cNvPr id="34" name="テキスト ボックス 33"/>
          <p:cNvSpPr txBox="1"/>
          <p:nvPr/>
        </p:nvSpPr>
        <p:spPr>
          <a:xfrm>
            <a:off x="401040" y="1416240"/>
            <a:ext cx="6413760" cy="581040"/>
          </a:xfrm>
          <a:prstGeom prst="rect">
            <a:avLst/>
          </a:prstGeom>
          <a:noFill/>
          <a:ln w="0">
            <a:noFill/>
          </a:ln>
        </p:spPr>
        <p:txBody>
          <a:bodyPr wrap="none" lIns="0" tIns="0" rIns="0" bIns="0" anchor="t">
            <a:spAutoFit/>
          </a:bodyPr>
          <a:lstStyle/>
          <a:p>
            <a:r>
              <a:rPr lang="zh-CN" sz="3160" b="0" u="none" strike="noStrike">
                <a:solidFill>
                  <a:srgbClr val="FF0000"/>
                </a:solidFill>
                <a:effectLst/>
                <a:uFillTx/>
                <a:latin typeface="NotoSansJP"/>
                <a:ea typeface="NotoSansJP"/>
              </a:rPr>
              <a:t>自動車分野</a:t>
            </a:r>
            <a:r>
              <a:rPr lang="zh-CN" sz="3160" b="0" u="none" strike="noStrike">
                <a:solidFill>
                  <a:srgbClr val="FFFFFF"/>
                </a:solidFill>
                <a:effectLst/>
                <a:uFillTx/>
                <a:latin typeface="NotoSansJP"/>
                <a:ea typeface="NotoSansJP"/>
              </a:rPr>
              <a:t>における応用と未来展望</a:t>
            </a:r>
            <a:endParaRPr lang="en-US" sz="3160" b="0" u="none" strike="noStrike">
              <a:solidFill>
                <a:srgbClr val="000000"/>
              </a:solidFill>
              <a:effectLst/>
              <a:uFillTx/>
              <a:latin typeface="Times New Roman"/>
            </a:endParaRPr>
          </a:p>
        </p:txBody>
      </p:sp>
      <p:sp>
        <p:nvSpPr>
          <p:cNvPr id="35" name="テキスト ボックス 34"/>
          <p:cNvSpPr txBox="1"/>
          <p:nvPr/>
        </p:nvSpPr>
        <p:spPr>
          <a:xfrm>
            <a:off x="401040" y="2134800"/>
            <a:ext cx="419184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機械学習‧ディープラーニング‧強化学習技術を活用し</a:t>
            </a:r>
            <a:endParaRPr lang="en-US" sz="1320" b="0" u="none" strike="noStrike">
              <a:solidFill>
                <a:srgbClr val="000000"/>
              </a:solidFill>
              <a:effectLst/>
              <a:uFillTx/>
              <a:latin typeface="Times New Roman"/>
            </a:endParaRPr>
          </a:p>
        </p:txBody>
      </p:sp>
      <p:sp>
        <p:nvSpPr>
          <p:cNvPr id="37" name="テキスト ボックス 36"/>
          <p:cNvSpPr txBox="1"/>
          <p:nvPr/>
        </p:nvSpPr>
        <p:spPr>
          <a:xfrm>
            <a:off x="401040" y="2368800"/>
            <a:ext cx="272052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た 安全システムの現状と創造的提案</a:t>
            </a:r>
            <a:endParaRPr lang="en-US" sz="1320" b="0" u="none" strike="noStrike">
              <a:solidFill>
                <a:srgbClr val="000000"/>
              </a:solidFill>
              <a:effectLst/>
              <a:uFillTx/>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図 42"/>
          <p:cNvPicPr/>
          <p:nvPr/>
        </p:nvPicPr>
        <p:blipFill>
          <a:blip r:embed="rId2"/>
          <a:stretch/>
        </p:blipFill>
        <p:spPr>
          <a:xfrm>
            <a:off x="0" y="0"/>
            <a:ext cx="10696320" cy="6016320"/>
          </a:xfrm>
          <a:prstGeom prst="rect">
            <a:avLst/>
          </a:prstGeom>
          <a:noFill/>
          <a:ln w="0">
            <a:noFill/>
          </a:ln>
        </p:spPr>
      </p:pic>
      <p:sp>
        <p:nvSpPr>
          <p:cNvPr id="44" name="テキスト ボックス 43"/>
          <p:cNvSpPr txBox="1"/>
          <p:nvPr/>
        </p:nvSpPr>
        <p:spPr>
          <a:xfrm>
            <a:off x="401040" y="389520"/>
            <a:ext cx="120168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はじめに</a:t>
            </a:r>
            <a:endParaRPr lang="en-US" sz="2370" b="0" u="none" strike="noStrike">
              <a:solidFill>
                <a:srgbClr val="000000"/>
              </a:solidFill>
              <a:effectLst/>
              <a:uFillTx/>
              <a:latin typeface="Times New Roman"/>
            </a:endParaRPr>
          </a:p>
        </p:txBody>
      </p:sp>
      <p:sp>
        <p:nvSpPr>
          <p:cNvPr id="45" name="テキスト ボックス 44"/>
          <p:cNvSpPr txBox="1"/>
          <p:nvPr/>
        </p:nvSpPr>
        <p:spPr>
          <a:xfrm>
            <a:off x="10002960" y="509760"/>
            <a:ext cx="338760" cy="13608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2 / 17</a:t>
            </a:r>
            <a:endParaRPr lang="en-US" sz="920" b="0" u="none" strike="noStrike">
              <a:solidFill>
                <a:srgbClr val="000000"/>
              </a:solidFill>
              <a:effectLst/>
              <a:uFillTx/>
              <a:latin typeface="Times New Roman"/>
            </a:endParaRPr>
          </a:p>
        </p:txBody>
      </p:sp>
      <p:sp>
        <p:nvSpPr>
          <p:cNvPr id="46" name="テキスト ボックス 45"/>
          <p:cNvSpPr txBox="1"/>
          <p:nvPr/>
        </p:nvSpPr>
        <p:spPr>
          <a:xfrm>
            <a:off x="401040" y="1048320"/>
            <a:ext cx="992880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現代社会において、</a:t>
            </a:r>
            <a:r>
              <a:rPr lang="zh-CN" sz="1320" b="0" u="none" strike="noStrike">
                <a:solidFill>
                  <a:srgbClr val="FF0000"/>
                </a:solidFill>
                <a:effectLst/>
                <a:uFillTx/>
                <a:latin typeface="NotoSansJP"/>
                <a:ea typeface="NotoSansJP"/>
              </a:rPr>
              <a:t>システムの安全性</a:t>
            </a:r>
            <a:r>
              <a:rPr lang="zh-CN" sz="1320" b="0" u="none" strike="noStrike">
                <a:solidFill>
                  <a:srgbClr val="D1D5DC"/>
                </a:solidFill>
                <a:effectLst/>
                <a:uFillTx/>
                <a:latin typeface="NotoSansJP"/>
                <a:ea typeface="NotoSansJP"/>
              </a:rPr>
              <a:t>は社会の持続可能性にとって不可欠なテーマです。 特に人為的なミスや予測困難な事象による</a:t>
            </a:r>
            <a:endParaRPr lang="en-US" sz="1320" b="0" u="none" strike="noStrike">
              <a:solidFill>
                <a:srgbClr val="000000"/>
              </a:solidFill>
              <a:effectLst/>
              <a:uFillTx/>
              <a:latin typeface="Times New Roman"/>
            </a:endParaRPr>
          </a:p>
        </p:txBody>
      </p:sp>
      <p:sp>
        <p:nvSpPr>
          <p:cNvPr id="47" name="テキスト ボックス 46"/>
          <p:cNvSpPr txBox="1"/>
          <p:nvPr/>
        </p:nvSpPr>
        <p:spPr>
          <a:xfrm>
            <a:off x="401040" y="1324080"/>
            <a:ext cx="452700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事故を防ぐため、より高度な安全対策が求められています。</a:t>
            </a:r>
            <a:endParaRPr lang="en-US" sz="1320" b="0" u="none" strike="noStrike">
              <a:solidFill>
                <a:srgbClr val="000000"/>
              </a:solidFill>
              <a:effectLst/>
              <a:uFillTx/>
              <a:latin typeface="Times New Roman"/>
            </a:endParaRPr>
          </a:p>
        </p:txBody>
      </p:sp>
      <p:sp>
        <p:nvSpPr>
          <p:cNvPr id="48" name="フリーフォーム: 図形 47"/>
          <p:cNvSpPr/>
          <p:nvPr/>
        </p:nvSpPr>
        <p:spPr>
          <a:xfrm>
            <a:off x="417600" y="1813320"/>
            <a:ext cx="4830480" cy="1303920"/>
          </a:xfrm>
          <a:custGeom>
            <a:avLst/>
            <a:gdLst/>
            <a:ahLst/>
            <a:cxnLst/>
            <a:rect l="0" t="0" r="r" b="b"/>
            <a:pathLst>
              <a:path w="13418" h="3622">
                <a:moveTo>
                  <a:pt x="0" y="3436"/>
                </a:moveTo>
                <a:lnTo>
                  <a:pt x="0" y="185"/>
                </a:lnTo>
                <a:cubicBezTo>
                  <a:pt x="0" y="173"/>
                  <a:pt x="1" y="161"/>
                  <a:pt x="3" y="149"/>
                </a:cubicBezTo>
                <a:cubicBezTo>
                  <a:pt x="5" y="137"/>
                  <a:pt x="7" y="126"/>
                  <a:pt x="11" y="114"/>
                </a:cubicBezTo>
                <a:cubicBezTo>
                  <a:pt x="14" y="103"/>
                  <a:pt x="19" y="92"/>
                  <a:pt x="24" y="82"/>
                </a:cubicBezTo>
                <a:cubicBezTo>
                  <a:pt x="29" y="72"/>
                  <a:pt x="34" y="63"/>
                  <a:pt x="41" y="54"/>
                </a:cubicBezTo>
                <a:cubicBezTo>
                  <a:pt x="47" y="46"/>
                  <a:pt x="54" y="38"/>
                  <a:pt x="62" y="31"/>
                </a:cubicBezTo>
                <a:cubicBezTo>
                  <a:pt x="70" y="24"/>
                  <a:pt x="78" y="19"/>
                  <a:pt x="86" y="14"/>
                </a:cubicBezTo>
                <a:cubicBezTo>
                  <a:pt x="95" y="9"/>
                  <a:pt x="103" y="6"/>
                  <a:pt x="112" y="3"/>
                </a:cubicBezTo>
                <a:cubicBezTo>
                  <a:pt x="121" y="1"/>
                  <a:pt x="130" y="0"/>
                  <a:pt x="139" y="0"/>
                </a:cubicBezTo>
                <a:lnTo>
                  <a:pt x="13233" y="0"/>
                </a:lnTo>
                <a:cubicBezTo>
                  <a:pt x="13245" y="0"/>
                  <a:pt x="13257" y="1"/>
                  <a:pt x="13269" y="3"/>
                </a:cubicBezTo>
                <a:cubicBezTo>
                  <a:pt x="13281" y="6"/>
                  <a:pt x="13292" y="9"/>
                  <a:pt x="13304" y="14"/>
                </a:cubicBezTo>
                <a:cubicBezTo>
                  <a:pt x="13315" y="19"/>
                  <a:pt x="13326" y="24"/>
                  <a:pt x="13336" y="31"/>
                </a:cubicBezTo>
                <a:cubicBezTo>
                  <a:pt x="13346" y="38"/>
                  <a:pt x="13355" y="46"/>
                  <a:pt x="13364" y="54"/>
                </a:cubicBezTo>
                <a:cubicBezTo>
                  <a:pt x="13373" y="63"/>
                  <a:pt x="13380" y="72"/>
                  <a:pt x="13387" y="82"/>
                </a:cubicBezTo>
                <a:cubicBezTo>
                  <a:pt x="13394" y="92"/>
                  <a:pt x="13399" y="103"/>
                  <a:pt x="13404" y="114"/>
                </a:cubicBezTo>
                <a:cubicBezTo>
                  <a:pt x="13409" y="126"/>
                  <a:pt x="13412" y="137"/>
                  <a:pt x="13415" y="149"/>
                </a:cubicBezTo>
                <a:cubicBezTo>
                  <a:pt x="13417" y="161"/>
                  <a:pt x="13418" y="173"/>
                  <a:pt x="13418" y="185"/>
                </a:cubicBezTo>
                <a:lnTo>
                  <a:pt x="13418" y="3436"/>
                </a:lnTo>
                <a:cubicBezTo>
                  <a:pt x="13418" y="3448"/>
                  <a:pt x="13417" y="3461"/>
                  <a:pt x="13415" y="3472"/>
                </a:cubicBezTo>
                <a:cubicBezTo>
                  <a:pt x="13412" y="3484"/>
                  <a:pt x="13409" y="3496"/>
                  <a:pt x="13404" y="3507"/>
                </a:cubicBezTo>
                <a:cubicBezTo>
                  <a:pt x="13399" y="3519"/>
                  <a:pt x="13394" y="3529"/>
                  <a:pt x="13387" y="3539"/>
                </a:cubicBezTo>
                <a:cubicBezTo>
                  <a:pt x="13380" y="3550"/>
                  <a:pt x="13373" y="3559"/>
                  <a:pt x="13364" y="3568"/>
                </a:cubicBezTo>
                <a:cubicBezTo>
                  <a:pt x="13355" y="3576"/>
                  <a:pt x="13346" y="3584"/>
                  <a:pt x="13336" y="3591"/>
                </a:cubicBezTo>
                <a:cubicBezTo>
                  <a:pt x="13326" y="3597"/>
                  <a:pt x="13315" y="3603"/>
                  <a:pt x="13304" y="3608"/>
                </a:cubicBezTo>
                <a:cubicBezTo>
                  <a:pt x="13292" y="3612"/>
                  <a:pt x="13281" y="3616"/>
                  <a:pt x="13269" y="3618"/>
                </a:cubicBezTo>
                <a:cubicBezTo>
                  <a:pt x="13257" y="3621"/>
                  <a:pt x="13245" y="3622"/>
                  <a:pt x="13233" y="3622"/>
                </a:cubicBezTo>
                <a:lnTo>
                  <a:pt x="139" y="3622"/>
                </a:lnTo>
                <a:cubicBezTo>
                  <a:pt x="130" y="3622"/>
                  <a:pt x="121" y="3621"/>
                  <a:pt x="112" y="3618"/>
                </a:cubicBezTo>
                <a:cubicBezTo>
                  <a:pt x="103" y="3616"/>
                  <a:pt x="95" y="3612"/>
                  <a:pt x="86" y="3608"/>
                </a:cubicBezTo>
                <a:cubicBezTo>
                  <a:pt x="78" y="3603"/>
                  <a:pt x="70" y="3597"/>
                  <a:pt x="62" y="3591"/>
                </a:cubicBezTo>
                <a:cubicBezTo>
                  <a:pt x="54" y="3584"/>
                  <a:pt x="47" y="3576"/>
                  <a:pt x="41" y="3568"/>
                </a:cubicBezTo>
                <a:cubicBezTo>
                  <a:pt x="34" y="3559"/>
                  <a:pt x="29" y="3550"/>
                  <a:pt x="24" y="3539"/>
                </a:cubicBezTo>
                <a:cubicBezTo>
                  <a:pt x="19" y="3529"/>
                  <a:pt x="14" y="3519"/>
                  <a:pt x="11" y="3507"/>
                </a:cubicBezTo>
                <a:cubicBezTo>
                  <a:pt x="7" y="3496"/>
                  <a:pt x="5" y="3484"/>
                  <a:pt x="3" y="3472"/>
                </a:cubicBezTo>
                <a:cubicBezTo>
                  <a:pt x="1" y="3461"/>
                  <a:pt x="0" y="3448"/>
                  <a:pt x="0" y="3436"/>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9" name="フリーフォーム: 図形 48"/>
          <p:cNvSpPr/>
          <p:nvPr/>
        </p:nvSpPr>
        <p:spPr>
          <a:xfrm>
            <a:off x="401040" y="1813320"/>
            <a:ext cx="66960" cy="1303920"/>
          </a:xfrm>
          <a:custGeom>
            <a:avLst/>
            <a:gdLst/>
            <a:ahLst/>
            <a:cxnLst/>
            <a:rect l="0" t="0" r="r" b="b"/>
            <a:pathLst>
              <a:path w="186" h="3622">
                <a:moveTo>
                  <a:pt x="151" y="14"/>
                </a:moveTo>
                <a:cubicBezTo>
                  <a:pt x="140" y="23"/>
                  <a:pt x="129" y="37"/>
                  <a:pt x="121" y="54"/>
                </a:cubicBezTo>
                <a:cubicBezTo>
                  <a:pt x="112" y="72"/>
                  <a:pt x="105" y="92"/>
                  <a:pt x="101" y="114"/>
                </a:cubicBezTo>
                <a:cubicBezTo>
                  <a:pt x="96" y="137"/>
                  <a:pt x="94" y="161"/>
                  <a:pt x="94" y="185"/>
                </a:cubicBezTo>
                <a:lnTo>
                  <a:pt x="94" y="3436"/>
                </a:lnTo>
                <a:cubicBezTo>
                  <a:pt x="94" y="3461"/>
                  <a:pt x="96" y="3485"/>
                  <a:pt x="101" y="3507"/>
                </a:cubicBezTo>
                <a:cubicBezTo>
                  <a:pt x="105" y="3530"/>
                  <a:pt x="112" y="3550"/>
                  <a:pt x="121" y="3568"/>
                </a:cubicBezTo>
                <a:cubicBezTo>
                  <a:pt x="129" y="3585"/>
                  <a:pt x="140" y="3598"/>
                  <a:pt x="151" y="3608"/>
                </a:cubicBezTo>
                <a:cubicBezTo>
                  <a:pt x="162" y="3617"/>
                  <a:pt x="174" y="3622"/>
                  <a:pt x="186" y="3622"/>
                </a:cubicBezTo>
                <a:cubicBezTo>
                  <a:pt x="162" y="3622"/>
                  <a:pt x="138" y="3617"/>
                  <a:pt x="115" y="3608"/>
                </a:cubicBezTo>
                <a:cubicBezTo>
                  <a:pt x="93" y="3598"/>
                  <a:pt x="72" y="3585"/>
                  <a:pt x="54" y="3568"/>
                </a:cubicBezTo>
                <a:cubicBezTo>
                  <a:pt x="37" y="3550"/>
                  <a:pt x="23" y="3530"/>
                  <a:pt x="14" y="3507"/>
                </a:cubicBezTo>
                <a:cubicBezTo>
                  <a:pt x="4" y="3485"/>
                  <a:pt x="0" y="3461"/>
                  <a:pt x="0" y="3436"/>
                </a:cubicBezTo>
                <a:lnTo>
                  <a:pt x="0" y="185"/>
                </a:lnTo>
                <a:cubicBezTo>
                  <a:pt x="0" y="161"/>
                  <a:pt x="4" y="137"/>
                  <a:pt x="14" y="114"/>
                </a:cubicBezTo>
                <a:cubicBezTo>
                  <a:pt x="23" y="92"/>
                  <a:pt x="37" y="72"/>
                  <a:pt x="54" y="54"/>
                </a:cubicBezTo>
                <a:cubicBezTo>
                  <a:pt x="72" y="37"/>
                  <a:pt x="93" y="23"/>
                  <a:pt x="115" y="14"/>
                </a:cubicBezTo>
                <a:cubicBezTo>
                  <a:pt x="138" y="4"/>
                  <a:pt x="162" y="0"/>
                  <a:pt x="186" y="0"/>
                </a:cubicBezTo>
                <a:cubicBezTo>
                  <a:pt x="174" y="0"/>
                  <a:pt x="162" y="4"/>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0" name="フリーフォーム: 図形 49"/>
          <p:cNvSpPr/>
          <p:nvPr/>
        </p:nvSpPr>
        <p:spPr>
          <a:xfrm>
            <a:off x="635040" y="2013840"/>
            <a:ext cx="401400" cy="417960"/>
          </a:xfrm>
          <a:custGeom>
            <a:avLst/>
            <a:gdLst/>
            <a:ahLst/>
            <a:cxnLst/>
            <a:rect l="0" t="0" r="r" b="b"/>
            <a:pathLst>
              <a:path w="1115" h="1161">
                <a:moveTo>
                  <a:pt x="0" y="603"/>
                </a:moveTo>
                <a:lnTo>
                  <a:pt x="0" y="557"/>
                </a:lnTo>
                <a:cubicBezTo>
                  <a:pt x="0" y="520"/>
                  <a:pt x="3" y="484"/>
                  <a:pt x="10" y="448"/>
                </a:cubicBezTo>
                <a:cubicBezTo>
                  <a:pt x="18" y="412"/>
                  <a:pt x="28" y="378"/>
                  <a:pt x="42" y="344"/>
                </a:cubicBezTo>
                <a:cubicBezTo>
                  <a:pt x="56" y="310"/>
                  <a:pt x="73" y="278"/>
                  <a:pt x="94" y="247"/>
                </a:cubicBezTo>
                <a:cubicBezTo>
                  <a:pt x="114" y="217"/>
                  <a:pt x="137" y="189"/>
                  <a:pt x="163" y="163"/>
                </a:cubicBezTo>
                <a:cubicBezTo>
                  <a:pt x="189" y="137"/>
                  <a:pt x="217" y="114"/>
                  <a:pt x="247" y="94"/>
                </a:cubicBezTo>
                <a:cubicBezTo>
                  <a:pt x="278" y="73"/>
                  <a:pt x="310" y="56"/>
                  <a:pt x="344" y="42"/>
                </a:cubicBezTo>
                <a:cubicBezTo>
                  <a:pt x="377" y="28"/>
                  <a:pt x="412" y="18"/>
                  <a:pt x="448" y="11"/>
                </a:cubicBezTo>
                <a:cubicBezTo>
                  <a:pt x="484" y="3"/>
                  <a:pt x="520" y="0"/>
                  <a:pt x="557" y="0"/>
                </a:cubicBezTo>
                <a:cubicBezTo>
                  <a:pt x="593" y="0"/>
                  <a:pt x="630" y="3"/>
                  <a:pt x="665" y="11"/>
                </a:cubicBezTo>
                <a:cubicBezTo>
                  <a:pt x="701" y="18"/>
                  <a:pt x="736" y="28"/>
                  <a:pt x="770" y="42"/>
                </a:cubicBezTo>
                <a:cubicBezTo>
                  <a:pt x="804" y="56"/>
                  <a:pt x="836" y="73"/>
                  <a:pt x="866" y="94"/>
                </a:cubicBezTo>
                <a:cubicBezTo>
                  <a:pt x="897" y="114"/>
                  <a:pt x="925" y="137"/>
                  <a:pt x="951" y="163"/>
                </a:cubicBezTo>
                <a:cubicBezTo>
                  <a:pt x="977" y="189"/>
                  <a:pt x="1000" y="217"/>
                  <a:pt x="1020" y="247"/>
                </a:cubicBezTo>
                <a:cubicBezTo>
                  <a:pt x="1041" y="278"/>
                  <a:pt x="1059" y="310"/>
                  <a:pt x="1073" y="344"/>
                </a:cubicBezTo>
                <a:cubicBezTo>
                  <a:pt x="1087" y="378"/>
                  <a:pt x="1097" y="412"/>
                  <a:pt x="1104" y="448"/>
                </a:cubicBezTo>
                <a:cubicBezTo>
                  <a:pt x="1111" y="484"/>
                  <a:pt x="1115" y="520"/>
                  <a:pt x="1115" y="557"/>
                </a:cubicBezTo>
                <a:lnTo>
                  <a:pt x="1115" y="603"/>
                </a:lnTo>
                <a:cubicBezTo>
                  <a:pt x="1115" y="640"/>
                  <a:pt x="1111" y="676"/>
                  <a:pt x="1104" y="712"/>
                </a:cubicBezTo>
                <a:cubicBezTo>
                  <a:pt x="1097" y="748"/>
                  <a:pt x="1087" y="783"/>
                  <a:pt x="1073" y="818"/>
                </a:cubicBezTo>
                <a:cubicBezTo>
                  <a:pt x="1059" y="851"/>
                  <a:pt x="1041" y="883"/>
                  <a:pt x="1020" y="914"/>
                </a:cubicBezTo>
                <a:cubicBezTo>
                  <a:pt x="1000" y="944"/>
                  <a:pt x="977" y="972"/>
                  <a:pt x="951" y="998"/>
                </a:cubicBezTo>
                <a:cubicBezTo>
                  <a:pt x="925" y="1024"/>
                  <a:pt x="897" y="1047"/>
                  <a:pt x="866" y="1068"/>
                </a:cubicBezTo>
                <a:cubicBezTo>
                  <a:pt x="836" y="1088"/>
                  <a:pt x="804" y="1105"/>
                  <a:pt x="770" y="1119"/>
                </a:cubicBezTo>
                <a:cubicBezTo>
                  <a:pt x="736" y="1133"/>
                  <a:pt x="701" y="1144"/>
                  <a:pt x="665" y="1151"/>
                </a:cubicBezTo>
                <a:cubicBezTo>
                  <a:pt x="630" y="1158"/>
                  <a:pt x="593" y="1161"/>
                  <a:pt x="557" y="1161"/>
                </a:cubicBezTo>
                <a:cubicBezTo>
                  <a:pt x="520" y="1161"/>
                  <a:pt x="484" y="1158"/>
                  <a:pt x="448" y="1151"/>
                </a:cubicBezTo>
                <a:cubicBezTo>
                  <a:pt x="412" y="1144"/>
                  <a:pt x="377" y="1133"/>
                  <a:pt x="344" y="1119"/>
                </a:cubicBezTo>
                <a:cubicBezTo>
                  <a:pt x="310" y="1105"/>
                  <a:pt x="278" y="1088"/>
                  <a:pt x="247" y="1068"/>
                </a:cubicBezTo>
                <a:cubicBezTo>
                  <a:pt x="217" y="1047"/>
                  <a:pt x="189" y="1024"/>
                  <a:pt x="163" y="998"/>
                </a:cubicBezTo>
                <a:cubicBezTo>
                  <a:pt x="137" y="972"/>
                  <a:pt x="114" y="944"/>
                  <a:pt x="94" y="914"/>
                </a:cubicBezTo>
                <a:cubicBezTo>
                  <a:pt x="73" y="883"/>
                  <a:pt x="56" y="851"/>
                  <a:pt x="42" y="818"/>
                </a:cubicBezTo>
                <a:cubicBezTo>
                  <a:pt x="28" y="783"/>
                  <a:pt x="18" y="748"/>
                  <a:pt x="10" y="712"/>
                </a:cubicBezTo>
                <a:cubicBezTo>
                  <a:pt x="3" y="676"/>
                  <a:pt x="0" y="640"/>
                  <a:pt x="0" y="603"/>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1" name="図 50"/>
          <p:cNvPicPr/>
          <p:nvPr/>
        </p:nvPicPr>
        <p:blipFill>
          <a:blip r:embed="rId3"/>
          <a:stretch/>
        </p:blipFill>
        <p:spPr>
          <a:xfrm>
            <a:off x="735480" y="2114280"/>
            <a:ext cx="200160" cy="200160"/>
          </a:xfrm>
          <a:prstGeom prst="rect">
            <a:avLst/>
          </a:prstGeom>
          <a:noFill/>
          <a:ln w="0">
            <a:noFill/>
          </a:ln>
        </p:spPr>
      </p:pic>
      <p:sp>
        <p:nvSpPr>
          <p:cNvPr id="52" name="テキスト ボックス 51"/>
          <p:cNvSpPr txBox="1"/>
          <p:nvPr/>
        </p:nvSpPr>
        <p:spPr>
          <a:xfrm>
            <a:off x="401040" y="5473800"/>
            <a:ext cx="949320" cy="16956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2025</a:t>
            </a:r>
            <a:r>
              <a:rPr lang="zh-CN" sz="920" b="0" u="none" strike="noStrike">
                <a:solidFill>
                  <a:srgbClr val="99A1AF"/>
                </a:solidFill>
                <a:effectLst/>
                <a:uFillTx/>
                <a:latin typeface="NotoSansJP"/>
                <a:ea typeface="NotoSansJP"/>
              </a:rPr>
              <a:t>年</a:t>
            </a:r>
            <a:r>
              <a:rPr lang="en-US" sz="920" b="0" u="none" strike="noStrike">
                <a:solidFill>
                  <a:srgbClr val="99A1AF"/>
                </a:solidFill>
                <a:effectLst/>
                <a:uFillTx/>
                <a:latin typeface="NotoSansJP"/>
                <a:ea typeface="NotoSansJP"/>
              </a:rPr>
              <a:t>7</a:t>
            </a:r>
            <a:r>
              <a:rPr lang="zh-CN" sz="920" b="0" u="none" strike="noStrike">
                <a:solidFill>
                  <a:srgbClr val="99A1AF"/>
                </a:solidFill>
                <a:effectLst/>
                <a:uFillTx/>
                <a:latin typeface="NotoSansJP"/>
                <a:ea typeface="NotoSansJP"/>
              </a:rPr>
              <a:t>月</a:t>
            </a:r>
            <a:r>
              <a:rPr lang="en-US" sz="920" b="0" u="none" strike="noStrike">
                <a:solidFill>
                  <a:srgbClr val="99A1AF"/>
                </a:solidFill>
                <a:effectLst/>
                <a:uFillTx/>
                <a:latin typeface="NotoSansJP"/>
                <a:ea typeface="NotoSansJP"/>
              </a:rPr>
              <a:t>1</a:t>
            </a:r>
            <a:r>
              <a:rPr lang="zh-CN" sz="920" b="0" u="none" strike="noStrike">
                <a:solidFill>
                  <a:srgbClr val="99A1AF"/>
                </a:solidFill>
                <a:effectLst/>
                <a:uFillTx/>
                <a:latin typeface="NotoSansJP"/>
                <a:ea typeface="NotoSansJP"/>
              </a:rPr>
              <a:t>日</a:t>
            </a:r>
            <a:endParaRPr lang="en-US" sz="920" b="0" u="none" strike="noStrike">
              <a:solidFill>
                <a:srgbClr val="000000"/>
              </a:solidFill>
              <a:effectLst/>
              <a:uFillTx/>
              <a:latin typeface="Times New Roman"/>
            </a:endParaRPr>
          </a:p>
        </p:txBody>
      </p:sp>
      <p:sp>
        <p:nvSpPr>
          <p:cNvPr id="53" name="テキスト ボックス 52"/>
          <p:cNvSpPr txBox="1"/>
          <p:nvPr/>
        </p:nvSpPr>
        <p:spPr>
          <a:xfrm>
            <a:off x="1170000" y="2042640"/>
            <a:ext cx="1209600" cy="244080"/>
          </a:xfrm>
          <a:prstGeom prst="rect">
            <a:avLst/>
          </a:prstGeom>
          <a:noFill/>
          <a:ln w="0">
            <a:noFill/>
          </a:ln>
        </p:spPr>
        <p:txBody>
          <a:bodyPr wrap="none" lIns="0" tIns="0" rIns="0" bIns="0" anchor="t">
            <a:spAutoFit/>
          </a:bodyPr>
          <a:lstStyle/>
          <a:p>
            <a:r>
              <a:rPr lang="en-US" sz="1320" b="0" u="none" strike="noStrike">
                <a:solidFill>
                  <a:srgbClr val="FFFFFF"/>
                </a:solidFill>
                <a:effectLst/>
                <a:uFillTx/>
                <a:latin typeface="NotoSansJP"/>
                <a:ea typeface="NotoSansJP"/>
              </a:rPr>
              <a:t>AI</a:t>
            </a:r>
            <a:r>
              <a:rPr lang="zh-CN" sz="1320" b="0" u="none" strike="noStrike">
                <a:solidFill>
                  <a:srgbClr val="FFFFFF"/>
                </a:solidFill>
                <a:effectLst/>
                <a:uFillTx/>
                <a:latin typeface="NotoSansJP"/>
                <a:ea typeface="NotoSansJP"/>
              </a:rPr>
              <a:t>技術の可能性</a:t>
            </a:r>
            <a:endParaRPr lang="en-US" sz="1320" b="0" u="none" strike="noStrike">
              <a:solidFill>
                <a:srgbClr val="000000"/>
              </a:solidFill>
              <a:effectLst/>
              <a:uFillTx/>
              <a:latin typeface="Times New Roman"/>
            </a:endParaRPr>
          </a:p>
        </p:txBody>
      </p:sp>
      <p:sp>
        <p:nvSpPr>
          <p:cNvPr id="54" name="テキスト ボックス 53"/>
          <p:cNvSpPr txBox="1"/>
          <p:nvPr/>
        </p:nvSpPr>
        <p:spPr>
          <a:xfrm>
            <a:off x="1170000" y="2349360"/>
            <a:ext cx="3918600" cy="19404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はカメラやセンサーから得られる膨大なデータをリアルタイム</a:t>
            </a:r>
            <a:endParaRPr lang="en-US" sz="1050" b="0" u="none" strike="noStrike">
              <a:solidFill>
                <a:srgbClr val="000000"/>
              </a:solidFill>
              <a:effectLst/>
              <a:uFillTx/>
              <a:latin typeface="Times New Roman"/>
            </a:endParaRPr>
          </a:p>
        </p:txBody>
      </p:sp>
      <p:sp>
        <p:nvSpPr>
          <p:cNvPr id="55" name="テキスト ボックス 54"/>
          <p:cNvSpPr txBox="1"/>
          <p:nvPr/>
        </p:nvSpPr>
        <p:spPr>
          <a:xfrm>
            <a:off x="1170000" y="2550240"/>
            <a:ext cx="38898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で解析し、人間では認識しきれない複雑なパターンや危険の兆候</a:t>
            </a:r>
            <a:endParaRPr lang="en-US" sz="1050" b="0" u="none" strike="noStrike">
              <a:solidFill>
                <a:srgbClr val="000000"/>
              </a:solidFill>
              <a:effectLst/>
              <a:uFillTx/>
              <a:latin typeface="Times New Roman"/>
            </a:endParaRPr>
          </a:p>
        </p:txBody>
      </p:sp>
      <p:sp>
        <p:nvSpPr>
          <p:cNvPr id="56" name="フリーフォーム: 図形 55"/>
          <p:cNvSpPr/>
          <p:nvPr/>
        </p:nvSpPr>
        <p:spPr>
          <a:xfrm>
            <a:off x="5465160" y="1813320"/>
            <a:ext cx="4830480" cy="1303920"/>
          </a:xfrm>
          <a:custGeom>
            <a:avLst/>
            <a:gdLst/>
            <a:ahLst/>
            <a:cxnLst/>
            <a:rect l="0" t="0" r="r" b="b"/>
            <a:pathLst>
              <a:path w="13418" h="3622">
                <a:moveTo>
                  <a:pt x="0" y="3436"/>
                </a:moveTo>
                <a:lnTo>
                  <a:pt x="0" y="185"/>
                </a:lnTo>
                <a:cubicBezTo>
                  <a:pt x="0" y="173"/>
                  <a:pt x="1" y="161"/>
                  <a:pt x="3" y="149"/>
                </a:cubicBezTo>
                <a:cubicBezTo>
                  <a:pt x="4" y="137"/>
                  <a:pt x="7" y="126"/>
                  <a:pt x="10" y="114"/>
                </a:cubicBezTo>
                <a:cubicBezTo>
                  <a:pt x="14" y="103"/>
                  <a:pt x="18" y="92"/>
                  <a:pt x="23" y="82"/>
                </a:cubicBezTo>
                <a:cubicBezTo>
                  <a:pt x="28" y="72"/>
                  <a:pt x="34" y="63"/>
                  <a:pt x="41" y="54"/>
                </a:cubicBezTo>
                <a:cubicBezTo>
                  <a:pt x="47" y="46"/>
                  <a:pt x="54" y="38"/>
                  <a:pt x="62" y="31"/>
                </a:cubicBezTo>
                <a:cubicBezTo>
                  <a:pt x="69" y="24"/>
                  <a:pt x="77" y="19"/>
                  <a:pt x="86" y="14"/>
                </a:cubicBezTo>
                <a:cubicBezTo>
                  <a:pt x="94" y="9"/>
                  <a:pt x="103" y="6"/>
                  <a:pt x="112" y="3"/>
                </a:cubicBezTo>
                <a:cubicBezTo>
                  <a:pt x="121" y="1"/>
                  <a:pt x="130" y="0"/>
                  <a:pt x="139" y="0"/>
                </a:cubicBezTo>
                <a:lnTo>
                  <a:pt x="13232" y="0"/>
                </a:lnTo>
                <a:cubicBezTo>
                  <a:pt x="13244" y="0"/>
                  <a:pt x="13257" y="1"/>
                  <a:pt x="13269" y="3"/>
                </a:cubicBezTo>
                <a:cubicBezTo>
                  <a:pt x="13280" y="6"/>
                  <a:pt x="13292" y="9"/>
                  <a:pt x="13303" y="14"/>
                </a:cubicBezTo>
                <a:cubicBezTo>
                  <a:pt x="13315" y="19"/>
                  <a:pt x="13325" y="24"/>
                  <a:pt x="13335" y="31"/>
                </a:cubicBezTo>
                <a:cubicBezTo>
                  <a:pt x="13346" y="38"/>
                  <a:pt x="13355" y="46"/>
                  <a:pt x="13364" y="54"/>
                </a:cubicBezTo>
                <a:cubicBezTo>
                  <a:pt x="13372" y="63"/>
                  <a:pt x="13380" y="72"/>
                  <a:pt x="13387" y="82"/>
                </a:cubicBezTo>
                <a:cubicBezTo>
                  <a:pt x="13393" y="92"/>
                  <a:pt x="13399" y="103"/>
                  <a:pt x="13404" y="114"/>
                </a:cubicBezTo>
                <a:cubicBezTo>
                  <a:pt x="13409" y="126"/>
                  <a:pt x="13412" y="137"/>
                  <a:pt x="13414" y="149"/>
                </a:cubicBezTo>
                <a:cubicBezTo>
                  <a:pt x="13417" y="161"/>
                  <a:pt x="13418" y="173"/>
                  <a:pt x="13418" y="185"/>
                </a:cubicBezTo>
                <a:lnTo>
                  <a:pt x="13418" y="3436"/>
                </a:lnTo>
                <a:cubicBezTo>
                  <a:pt x="13418" y="3448"/>
                  <a:pt x="13417" y="3461"/>
                  <a:pt x="13414" y="3472"/>
                </a:cubicBezTo>
                <a:cubicBezTo>
                  <a:pt x="13412" y="3484"/>
                  <a:pt x="13409" y="3496"/>
                  <a:pt x="13404" y="3507"/>
                </a:cubicBezTo>
                <a:cubicBezTo>
                  <a:pt x="13399" y="3519"/>
                  <a:pt x="13393" y="3529"/>
                  <a:pt x="13387" y="3539"/>
                </a:cubicBezTo>
                <a:cubicBezTo>
                  <a:pt x="13380" y="3550"/>
                  <a:pt x="13372" y="3559"/>
                  <a:pt x="13364" y="3568"/>
                </a:cubicBezTo>
                <a:cubicBezTo>
                  <a:pt x="13355" y="3576"/>
                  <a:pt x="13346" y="3584"/>
                  <a:pt x="13335" y="3591"/>
                </a:cubicBezTo>
                <a:cubicBezTo>
                  <a:pt x="13325" y="3597"/>
                  <a:pt x="13315" y="3603"/>
                  <a:pt x="13303" y="3608"/>
                </a:cubicBezTo>
                <a:cubicBezTo>
                  <a:pt x="13292" y="3612"/>
                  <a:pt x="13280" y="3616"/>
                  <a:pt x="13269" y="3618"/>
                </a:cubicBezTo>
                <a:cubicBezTo>
                  <a:pt x="13257" y="3621"/>
                  <a:pt x="13244" y="3622"/>
                  <a:pt x="13232" y="3622"/>
                </a:cubicBezTo>
                <a:lnTo>
                  <a:pt x="139" y="3622"/>
                </a:lnTo>
                <a:cubicBezTo>
                  <a:pt x="130" y="3622"/>
                  <a:pt x="121" y="3621"/>
                  <a:pt x="112" y="3618"/>
                </a:cubicBezTo>
                <a:cubicBezTo>
                  <a:pt x="103" y="3616"/>
                  <a:pt x="94" y="3612"/>
                  <a:pt x="86" y="3608"/>
                </a:cubicBezTo>
                <a:cubicBezTo>
                  <a:pt x="77" y="3603"/>
                  <a:pt x="69" y="3597"/>
                  <a:pt x="62" y="3591"/>
                </a:cubicBezTo>
                <a:cubicBezTo>
                  <a:pt x="54" y="3584"/>
                  <a:pt x="47" y="3576"/>
                  <a:pt x="41" y="3568"/>
                </a:cubicBezTo>
                <a:cubicBezTo>
                  <a:pt x="34" y="3559"/>
                  <a:pt x="28" y="3550"/>
                  <a:pt x="23" y="3539"/>
                </a:cubicBezTo>
                <a:cubicBezTo>
                  <a:pt x="18" y="3529"/>
                  <a:pt x="14" y="3519"/>
                  <a:pt x="10" y="3507"/>
                </a:cubicBezTo>
                <a:cubicBezTo>
                  <a:pt x="7" y="3496"/>
                  <a:pt x="4" y="3484"/>
                  <a:pt x="3" y="3472"/>
                </a:cubicBezTo>
                <a:cubicBezTo>
                  <a:pt x="1" y="3461"/>
                  <a:pt x="0" y="3448"/>
                  <a:pt x="0" y="3436"/>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7" name="フリーフォーム: 図形 56"/>
          <p:cNvSpPr/>
          <p:nvPr/>
        </p:nvSpPr>
        <p:spPr>
          <a:xfrm>
            <a:off x="5448240" y="1813320"/>
            <a:ext cx="67320" cy="1303920"/>
          </a:xfrm>
          <a:custGeom>
            <a:avLst/>
            <a:gdLst/>
            <a:ahLst/>
            <a:cxnLst/>
            <a:rect l="0" t="0" r="r" b="b"/>
            <a:pathLst>
              <a:path w="187" h="3622">
                <a:moveTo>
                  <a:pt x="152" y="14"/>
                </a:moveTo>
                <a:cubicBezTo>
                  <a:pt x="140" y="23"/>
                  <a:pt x="130" y="37"/>
                  <a:pt x="120" y="54"/>
                </a:cubicBezTo>
                <a:cubicBezTo>
                  <a:pt x="112" y="72"/>
                  <a:pt x="105" y="92"/>
                  <a:pt x="100" y="114"/>
                </a:cubicBezTo>
                <a:cubicBezTo>
                  <a:pt x="96" y="137"/>
                  <a:pt x="93" y="161"/>
                  <a:pt x="93" y="185"/>
                </a:cubicBezTo>
                <a:lnTo>
                  <a:pt x="93" y="3436"/>
                </a:lnTo>
                <a:cubicBezTo>
                  <a:pt x="93" y="3461"/>
                  <a:pt x="96" y="3485"/>
                  <a:pt x="100" y="3507"/>
                </a:cubicBezTo>
                <a:cubicBezTo>
                  <a:pt x="105" y="3530"/>
                  <a:pt x="112" y="3550"/>
                  <a:pt x="120" y="3568"/>
                </a:cubicBezTo>
                <a:cubicBezTo>
                  <a:pt x="130" y="3585"/>
                  <a:pt x="140" y="3598"/>
                  <a:pt x="152" y="3608"/>
                </a:cubicBezTo>
                <a:cubicBezTo>
                  <a:pt x="163" y="3617"/>
                  <a:pt x="175" y="3622"/>
                  <a:pt x="187" y="3622"/>
                </a:cubicBezTo>
                <a:cubicBezTo>
                  <a:pt x="162" y="3622"/>
                  <a:pt x="139" y="3617"/>
                  <a:pt x="115" y="3608"/>
                </a:cubicBezTo>
                <a:cubicBezTo>
                  <a:pt x="92" y="3598"/>
                  <a:pt x="72" y="3585"/>
                  <a:pt x="55" y="3568"/>
                </a:cubicBezTo>
                <a:cubicBezTo>
                  <a:pt x="37" y="3550"/>
                  <a:pt x="24" y="3530"/>
                  <a:pt x="15" y="3507"/>
                </a:cubicBezTo>
                <a:cubicBezTo>
                  <a:pt x="5" y="3485"/>
                  <a:pt x="0" y="3461"/>
                  <a:pt x="0" y="3436"/>
                </a:cubicBezTo>
                <a:lnTo>
                  <a:pt x="0" y="185"/>
                </a:lnTo>
                <a:cubicBezTo>
                  <a:pt x="0" y="161"/>
                  <a:pt x="5" y="137"/>
                  <a:pt x="15" y="114"/>
                </a:cubicBezTo>
                <a:cubicBezTo>
                  <a:pt x="24" y="92"/>
                  <a:pt x="37" y="72"/>
                  <a:pt x="55" y="54"/>
                </a:cubicBezTo>
                <a:cubicBezTo>
                  <a:pt x="72" y="37"/>
                  <a:pt x="92" y="23"/>
                  <a:pt x="115" y="14"/>
                </a:cubicBezTo>
                <a:cubicBezTo>
                  <a:pt x="139" y="4"/>
                  <a:pt x="162" y="0"/>
                  <a:pt x="187" y="0"/>
                </a:cubicBezTo>
                <a:cubicBezTo>
                  <a:pt x="175" y="0"/>
                  <a:pt x="163" y="4"/>
                  <a:pt x="152"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8" name="フリーフォーム: 図形 57"/>
          <p:cNvSpPr/>
          <p:nvPr/>
        </p:nvSpPr>
        <p:spPr>
          <a:xfrm>
            <a:off x="5682240" y="2013840"/>
            <a:ext cx="401760" cy="417960"/>
          </a:xfrm>
          <a:custGeom>
            <a:avLst/>
            <a:gdLst/>
            <a:ahLst/>
            <a:cxnLst/>
            <a:rect l="0" t="0" r="r" b="b"/>
            <a:pathLst>
              <a:path w="1116" h="1161">
                <a:moveTo>
                  <a:pt x="0" y="603"/>
                </a:moveTo>
                <a:lnTo>
                  <a:pt x="0" y="557"/>
                </a:lnTo>
                <a:cubicBezTo>
                  <a:pt x="0" y="520"/>
                  <a:pt x="4" y="484"/>
                  <a:pt x="11" y="448"/>
                </a:cubicBezTo>
                <a:cubicBezTo>
                  <a:pt x="18" y="412"/>
                  <a:pt x="29" y="378"/>
                  <a:pt x="43" y="344"/>
                </a:cubicBezTo>
                <a:cubicBezTo>
                  <a:pt x="57" y="310"/>
                  <a:pt x="74" y="278"/>
                  <a:pt x="94" y="247"/>
                </a:cubicBezTo>
                <a:cubicBezTo>
                  <a:pt x="115" y="217"/>
                  <a:pt x="138" y="189"/>
                  <a:pt x="164" y="163"/>
                </a:cubicBezTo>
                <a:cubicBezTo>
                  <a:pt x="189" y="137"/>
                  <a:pt x="218" y="114"/>
                  <a:pt x="248" y="94"/>
                </a:cubicBezTo>
                <a:cubicBezTo>
                  <a:pt x="278" y="73"/>
                  <a:pt x="310" y="56"/>
                  <a:pt x="344" y="42"/>
                </a:cubicBezTo>
                <a:cubicBezTo>
                  <a:pt x="379" y="28"/>
                  <a:pt x="414" y="18"/>
                  <a:pt x="450" y="11"/>
                </a:cubicBezTo>
                <a:cubicBezTo>
                  <a:pt x="486" y="3"/>
                  <a:pt x="522" y="0"/>
                  <a:pt x="558" y="0"/>
                </a:cubicBezTo>
                <a:cubicBezTo>
                  <a:pt x="595" y="0"/>
                  <a:pt x="631" y="3"/>
                  <a:pt x="667" y="11"/>
                </a:cubicBezTo>
                <a:cubicBezTo>
                  <a:pt x="703" y="18"/>
                  <a:pt x="738" y="28"/>
                  <a:pt x="772" y="42"/>
                </a:cubicBezTo>
                <a:cubicBezTo>
                  <a:pt x="805" y="56"/>
                  <a:pt x="838" y="73"/>
                  <a:pt x="868" y="94"/>
                </a:cubicBezTo>
                <a:cubicBezTo>
                  <a:pt x="898" y="114"/>
                  <a:pt x="927" y="137"/>
                  <a:pt x="952" y="163"/>
                </a:cubicBezTo>
                <a:cubicBezTo>
                  <a:pt x="978" y="189"/>
                  <a:pt x="1001" y="217"/>
                  <a:pt x="1022" y="247"/>
                </a:cubicBezTo>
                <a:cubicBezTo>
                  <a:pt x="1042" y="278"/>
                  <a:pt x="1059" y="310"/>
                  <a:pt x="1073" y="344"/>
                </a:cubicBezTo>
                <a:cubicBezTo>
                  <a:pt x="1087" y="378"/>
                  <a:pt x="1098" y="412"/>
                  <a:pt x="1105" y="448"/>
                </a:cubicBezTo>
                <a:cubicBezTo>
                  <a:pt x="1112" y="484"/>
                  <a:pt x="1116" y="520"/>
                  <a:pt x="1116" y="557"/>
                </a:cubicBezTo>
                <a:lnTo>
                  <a:pt x="1116" y="603"/>
                </a:lnTo>
                <a:cubicBezTo>
                  <a:pt x="1116" y="640"/>
                  <a:pt x="1112" y="676"/>
                  <a:pt x="1105" y="712"/>
                </a:cubicBezTo>
                <a:cubicBezTo>
                  <a:pt x="1098" y="748"/>
                  <a:pt x="1087" y="783"/>
                  <a:pt x="1073" y="818"/>
                </a:cubicBezTo>
                <a:cubicBezTo>
                  <a:pt x="1059" y="851"/>
                  <a:pt x="1042" y="883"/>
                  <a:pt x="1022" y="914"/>
                </a:cubicBezTo>
                <a:cubicBezTo>
                  <a:pt x="1001" y="944"/>
                  <a:pt x="978" y="972"/>
                  <a:pt x="952" y="998"/>
                </a:cubicBezTo>
                <a:cubicBezTo>
                  <a:pt x="927" y="1024"/>
                  <a:pt x="898" y="1047"/>
                  <a:pt x="868" y="1068"/>
                </a:cubicBezTo>
                <a:cubicBezTo>
                  <a:pt x="838" y="1088"/>
                  <a:pt x="805" y="1105"/>
                  <a:pt x="772" y="1119"/>
                </a:cubicBezTo>
                <a:cubicBezTo>
                  <a:pt x="738" y="1133"/>
                  <a:pt x="703" y="1144"/>
                  <a:pt x="667" y="1151"/>
                </a:cubicBezTo>
                <a:cubicBezTo>
                  <a:pt x="631" y="1158"/>
                  <a:pt x="595" y="1161"/>
                  <a:pt x="558" y="1161"/>
                </a:cubicBezTo>
                <a:cubicBezTo>
                  <a:pt x="522" y="1161"/>
                  <a:pt x="486" y="1158"/>
                  <a:pt x="450" y="1151"/>
                </a:cubicBezTo>
                <a:cubicBezTo>
                  <a:pt x="414" y="1144"/>
                  <a:pt x="379" y="1133"/>
                  <a:pt x="344" y="1119"/>
                </a:cubicBezTo>
                <a:cubicBezTo>
                  <a:pt x="310" y="1105"/>
                  <a:pt x="278" y="1088"/>
                  <a:pt x="248" y="1068"/>
                </a:cubicBezTo>
                <a:cubicBezTo>
                  <a:pt x="218" y="1047"/>
                  <a:pt x="189" y="1024"/>
                  <a:pt x="164" y="998"/>
                </a:cubicBezTo>
                <a:cubicBezTo>
                  <a:pt x="138" y="972"/>
                  <a:pt x="115" y="944"/>
                  <a:pt x="94" y="914"/>
                </a:cubicBezTo>
                <a:cubicBezTo>
                  <a:pt x="74" y="883"/>
                  <a:pt x="57" y="851"/>
                  <a:pt x="43" y="818"/>
                </a:cubicBezTo>
                <a:cubicBezTo>
                  <a:pt x="29" y="783"/>
                  <a:pt x="18" y="748"/>
                  <a:pt x="11" y="712"/>
                </a:cubicBezTo>
                <a:cubicBezTo>
                  <a:pt x="4" y="676"/>
                  <a:pt x="0" y="640"/>
                  <a:pt x="0" y="603"/>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9" name="図 58"/>
          <p:cNvPicPr/>
          <p:nvPr/>
        </p:nvPicPr>
        <p:blipFill>
          <a:blip r:embed="rId4"/>
          <a:stretch/>
        </p:blipFill>
        <p:spPr>
          <a:xfrm>
            <a:off x="5782680" y="2114280"/>
            <a:ext cx="200160" cy="200160"/>
          </a:xfrm>
          <a:prstGeom prst="rect">
            <a:avLst/>
          </a:prstGeom>
          <a:noFill/>
          <a:ln w="0">
            <a:noFill/>
          </a:ln>
        </p:spPr>
      </p:pic>
      <p:sp>
        <p:nvSpPr>
          <p:cNvPr id="60" name="テキスト ボックス 59"/>
          <p:cNvSpPr txBox="1"/>
          <p:nvPr/>
        </p:nvSpPr>
        <p:spPr>
          <a:xfrm>
            <a:off x="1170000" y="2750760"/>
            <a:ext cx="21466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を瞬時に察知することが可能です。</a:t>
            </a:r>
            <a:endParaRPr lang="en-US" sz="1050" b="0" u="none" strike="noStrike">
              <a:solidFill>
                <a:srgbClr val="000000"/>
              </a:solidFill>
              <a:effectLst/>
              <a:uFillTx/>
              <a:latin typeface="Times New Roman"/>
            </a:endParaRPr>
          </a:p>
        </p:txBody>
      </p:sp>
      <p:sp>
        <p:nvSpPr>
          <p:cNvPr id="61" name="テキスト ボックス 60"/>
          <p:cNvSpPr txBox="1"/>
          <p:nvPr/>
        </p:nvSpPr>
        <p:spPr>
          <a:xfrm>
            <a:off x="6217560" y="2042640"/>
            <a:ext cx="184464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自動車システムの重要性</a:t>
            </a:r>
            <a:endParaRPr lang="en-US" sz="1320" b="0" u="none" strike="noStrike">
              <a:solidFill>
                <a:srgbClr val="000000"/>
              </a:solidFill>
              <a:effectLst/>
              <a:uFillTx/>
              <a:latin typeface="Times New Roman"/>
            </a:endParaRPr>
          </a:p>
        </p:txBody>
      </p:sp>
      <p:sp>
        <p:nvSpPr>
          <p:cNvPr id="62" name="テキスト ボックス 61"/>
          <p:cNvSpPr txBox="1"/>
          <p:nvPr/>
        </p:nvSpPr>
        <p:spPr>
          <a:xfrm>
            <a:off x="6217560" y="2349360"/>
            <a:ext cx="38898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本発表では、私たちの生活に密着し技術革新が著しい「自動車シ</a:t>
            </a:r>
            <a:endParaRPr lang="en-US" sz="1050" b="0" u="none" strike="noStrike">
              <a:solidFill>
                <a:srgbClr val="000000"/>
              </a:solidFill>
              <a:effectLst/>
              <a:uFillTx/>
              <a:latin typeface="Times New Roman"/>
            </a:endParaRPr>
          </a:p>
        </p:txBody>
      </p:sp>
      <p:sp>
        <p:nvSpPr>
          <p:cNvPr id="63" name="テキスト ボックス 62"/>
          <p:cNvSpPr txBox="1"/>
          <p:nvPr/>
        </p:nvSpPr>
        <p:spPr>
          <a:xfrm>
            <a:off x="6217560" y="2550240"/>
            <a:ext cx="39571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ステム」に焦点を当て、</a:t>
            </a:r>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技術がどのように安全性を向上させて</a:t>
            </a:r>
            <a:endParaRPr lang="en-US" sz="1050" b="0" u="none" strike="noStrike">
              <a:solidFill>
                <a:srgbClr val="000000"/>
              </a:solidFill>
              <a:effectLst/>
              <a:uFillTx/>
              <a:latin typeface="Times New Roman"/>
            </a:endParaRPr>
          </a:p>
        </p:txBody>
      </p:sp>
      <p:sp>
        <p:nvSpPr>
          <p:cNvPr id="64" name="フリーフォーム: 図形 63"/>
          <p:cNvSpPr/>
          <p:nvPr/>
        </p:nvSpPr>
        <p:spPr>
          <a:xfrm>
            <a:off x="417600" y="3317400"/>
            <a:ext cx="4830480" cy="1303920"/>
          </a:xfrm>
          <a:custGeom>
            <a:avLst/>
            <a:gdLst/>
            <a:ahLst/>
            <a:cxnLst/>
            <a:rect l="0" t="0" r="r" b="b"/>
            <a:pathLst>
              <a:path w="13418" h="3622">
                <a:moveTo>
                  <a:pt x="0" y="3436"/>
                </a:moveTo>
                <a:lnTo>
                  <a:pt x="0" y="186"/>
                </a:lnTo>
                <a:cubicBezTo>
                  <a:pt x="0" y="174"/>
                  <a:pt x="1" y="162"/>
                  <a:pt x="3" y="150"/>
                </a:cubicBezTo>
                <a:cubicBezTo>
                  <a:pt x="5" y="138"/>
                  <a:pt x="7" y="126"/>
                  <a:pt x="11" y="115"/>
                </a:cubicBezTo>
                <a:cubicBezTo>
                  <a:pt x="14" y="103"/>
                  <a:pt x="19" y="93"/>
                  <a:pt x="24" y="83"/>
                </a:cubicBezTo>
                <a:cubicBezTo>
                  <a:pt x="29" y="72"/>
                  <a:pt x="34" y="63"/>
                  <a:pt x="41" y="54"/>
                </a:cubicBezTo>
                <a:cubicBezTo>
                  <a:pt x="47" y="46"/>
                  <a:pt x="54" y="38"/>
                  <a:pt x="62" y="31"/>
                </a:cubicBezTo>
                <a:cubicBezTo>
                  <a:pt x="70" y="25"/>
                  <a:pt x="78" y="19"/>
                  <a:pt x="86" y="14"/>
                </a:cubicBezTo>
                <a:cubicBezTo>
                  <a:pt x="95" y="10"/>
                  <a:pt x="103" y="6"/>
                  <a:pt x="112" y="4"/>
                </a:cubicBezTo>
                <a:cubicBezTo>
                  <a:pt x="121" y="1"/>
                  <a:pt x="130" y="0"/>
                  <a:pt x="139" y="0"/>
                </a:cubicBezTo>
                <a:lnTo>
                  <a:pt x="13233" y="0"/>
                </a:lnTo>
                <a:cubicBezTo>
                  <a:pt x="13245" y="0"/>
                  <a:pt x="13257" y="1"/>
                  <a:pt x="13269" y="4"/>
                </a:cubicBezTo>
                <a:cubicBezTo>
                  <a:pt x="13281" y="6"/>
                  <a:pt x="13292" y="10"/>
                  <a:pt x="13304" y="14"/>
                </a:cubicBezTo>
                <a:cubicBezTo>
                  <a:pt x="13315" y="19"/>
                  <a:pt x="13326" y="25"/>
                  <a:pt x="13336" y="31"/>
                </a:cubicBezTo>
                <a:cubicBezTo>
                  <a:pt x="13346" y="38"/>
                  <a:pt x="13355" y="46"/>
                  <a:pt x="13364" y="54"/>
                </a:cubicBezTo>
                <a:cubicBezTo>
                  <a:pt x="13373" y="63"/>
                  <a:pt x="13380" y="72"/>
                  <a:pt x="13387" y="83"/>
                </a:cubicBezTo>
                <a:cubicBezTo>
                  <a:pt x="13394" y="93"/>
                  <a:pt x="13399" y="103"/>
                  <a:pt x="13404" y="115"/>
                </a:cubicBezTo>
                <a:cubicBezTo>
                  <a:pt x="13409" y="126"/>
                  <a:pt x="13412" y="138"/>
                  <a:pt x="13415" y="150"/>
                </a:cubicBezTo>
                <a:cubicBezTo>
                  <a:pt x="13417" y="162"/>
                  <a:pt x="13418" y="174"/>
                  <a:pt x="13418" y="186"/>
                </a:cubicBezTo>
                <a:lnTo>
                  <a:pt x="13418" y="3436"/>
                </a:lnTo>
                <a:cubicBezTo>
                  <a:pt x="13418" y="3448"/>
                  <a:pt x="13417" y="3461"/>
                  <a:pt x="13415" y="3473"/>
                </a:cubicBezTo>
                <a:cubicBezTo>
                  <a:pt x="13412" y="3485"/>
                  <a:pt x="13409" y="3496"/>
                  <a:pt x="13404" y="3508"/>
                </a:cubicBezTo>
                <a:cubicBezTo>
                  <a:pt x="13399" y="3519"/>
                  <a:pt x="13394" y="3530"/>
                  <a:pt x="13387" y="3540"/>
                </a:cubicBezTo>
                <a:cubicBezTo>
                  <a:pt x="13380" y="3550"/>
                  <a:pt x="13373" y="3559"/>
                  <a:pt x="13364" y="3568"/>
                </a:cubicBezTo>
                <a:cubicBezTo>
                  <a:pt x="13355" y="3577"/>
                  <a:pt x="13346" y="3584"/>
                  <a:pt x="13336" y="3591"/>
                </a:cubicBezTo>
                <a:cubicBezTo>
                  <a:pt x="13326" y="3598"/>
                  <a:pt x="13315" y="3604"/>
                  <a:pt x="13304" y="3608"/>
                </a:cubicBezTo>
                <a:cubicBezTo>
                  <a:pt x="13292" y="3613"/>
                  <a:pt x="13281" y="3616"/>
                  <a:pt x="13269" y="3619"/>
                </a:cubicBezTo>
                <a:cubicBezTo>
                  <a:pt x="13257" y="3621"/>
                  <a:pt x="13245" y="3622"/>
                  <a:pt x="13233" y="3622"/>
                </a:cubicBezTo>
                <a:lnTo>
                  <a:pt x="139" y="3622"/>
                </a:lnTo>
                <a:cubicBezTo>
                  <a:pt x="130" y="3622"/>
                  <a:pt x="121" y="3621"/>
                  <a:pt x="112" y="3619"/>
                </a:cubicBezTo>
                <a:cubicBezTo>
                  <a:pt x="103" y="3616"/>
                  <a:pt x="95" y="3613"/>
                  <a:pt x="86" y="3608"/>
                </a:cubicBezTo>
                <a:cubicBezTo>
                  <a:pt x="78" y="3604"/>
                  <a:pt x="70" y="3598"/>
                  <a:pt x="62" y="3591"/>
                </a:cubicBezTo>
                <a:cubicBezTo>
                  <a:pt x="54" y="3584"/>
                  <a:pt x="47" y="3577"/>
                  <a:pt x="41" y="3568"/>
                </a:cubicBezTo>
                <a:cubicBezTo>
                  <a:pt x="34" y="3559"/>
                  <a:pt x="29" y="3550"/>
                  <a:pt x="24" y="3540"/>
                </a:cubicBezTo>
                <a:cubicBezTo>
                  <a:pt x="19" y="3530"/>
                  <a:pt x="14" y="3519"/>
                  <a:pt x="11" y="3508"/>
                </a:cubicBezTo>
                <a:cubicBezTo>
                  <a:pt x="7" y="3496"/>
                  <a:pt x="5" y="3485"/>
                  <a:pt x="3" y="3473"/>
                </a:cubicBezTo>
                <a:cubicBezTo>
                  <a:pt x="1" y="3461"/>
                  <a:pt x="0" y="3448"/>
                  <a:pt x="0" y="3436"/>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5" name="フリーフォーム: 図形 64"/>
          <p:cNvSpPr/>
          <p:nvPr/>
        </p:nvSpPr>
        <p:spPr>
          <a:xfrm>
            <a:off x="401040" y="3317400"/>
            <a:ext cx="66960" cy="1303920"/>
          </a:xfrm>
          <a:custGeom>
            <a:avLst/>
            <a:gdLst/>
            <a:ahLst/>
            <a:cxnLst/>
            <a:rect l="0" t="0" r="r" b="b"/>
            <a:pathLst>
              <a:path w="186" h="3622">
                <a:moveTo>
                  <a:pt x="151" y="14"/>
                </a:moveTo>
                <a:cubicBezTo>
                  <a:pt x="140" y="24"/>
                  <a:pt x="129" y="37"/>
                  <a:pt x="121" y="54"/>
                </a:cubicBezTo>
                <a:cubicBezTo>
                  <a:pt x="112" y="72"/>
                  <a:pt x="105" y="92"/>
                  <a:pt x="101" y="115"/>
                </a:cubicBezTo>
                <a:cubicBezTo>
                  <a:pt x="96" y="137"/>
                  <a:pt x="94" y="161"/>
                  <a:pt x="94" y="186"/>
                </a:cubicBezTo>
                <a:lnTo>
                  <a:pt x="94" y="3436"/>
                </a:lnTo>
                <a:cubicBezTo>
                  <a:pt x="94" y="3461"/>
                  <a:pt x="96" y="3485"/>
                  <a:pt x="101" y="3508"/>
                </a:cubicBezTo>
                <a:cubicBezTo>
                  <a:pt x="105" y="3530"/>
                  <a:pt x="112" y="3551"/>
                  <a:pt x="121" y="3568"/>
                </a:cubicBezTo>
                <a:cubicBezTo>
                  <a:pt x="129" y="3585"/>
                  <a:pt x="140" y="3599"/>
                  <a:pt x="151" y="3608"/>
                </a:cubicBezTo>
                <a:cubicBezTo>
                  <a:pt x="162" y="3618"/>
                  <a:pt x="174" y="3622"/>
                  <a:pt x="186" y="3622"/>
                </a:cubicBezTo>
                <a:cubicBezTo>
                  <a:pt x="162" y="3622"/>
                  <a:pt x="138" y="3618"/>
                  <a:pt x="115" y="3608"/>
                </a:cubicBezTo>
                <a:cubicBezTo>
                  <a:pt x="93" y="3599"/>
                  <a:pt x="72" y="3585"/>
                  <a:pt x="54" y="3568"/>
                </a:cubicBezTo>
                <a:cubicBezTo>
                  <a:pt x="37" y="3551"/>
                  <a:pt x="23" y="3530"/>
                  <a:pt x="14" y="3508"/>
                </a:cubicBezTo>
                <a:cubicBezTo>
                  <a:pt x="4" y="3485"/>
                  <a:pt x="0" y="3461"/>
                  <a:pt x="0" y="3436"/>
                </a:cubicBezTo>
                <a:lnTo>
                  <a:pt x="0" y="186"/>
                </a:lnTo>
                <a:cubicBezTo>
                  <a:pt x="0" y="161"/>
                  <a:pt x="4" y="137"/>
                  <a:pt x="14" y="115"/>
                </a:cubicBezTo>
                <a:cubicBezTo>
                  <a:pt x="23" y="92"/>
                  <a:pt x="37" y="72"/>
                  <a:pt x="54" y="54"/>
                </a:cubicBezTo>
                <a:cubicBezTo>
                  <a:pt x="72" y="37"/>
                  <a:pt x="93" y="24"/>
                  <a:pt x="115" y="14"/>
                </a:cubicBezTo>
                <a:cubicBezTo>
                  <a:pt x="138" y="5"/>
                  <a:pt x="162" y="0"/>
                  <a:pt x="186" y="0"/>
                </a:cubicBezTo>
                <a:cubicBezTo>
                  <a:pt x="174" y="0"/>
                  <a:pt x="162" y="5"/>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6" name="フリーフォーム: 図形 65"/>
          <p:cNvSpPr/>
          <p:nvPr/>
        </p:nvSpPr>
        <p:spPr>
          <a:xfrm>
            <a:off x="635040" y="3517920"/>
            <a:ext cx="401400" cy="418320"/>
          </a:xfrm>
          <a:custGeom>
            <a:avLst/>
            <a:gdLst/>
            <a:ahLst/>
            <a:cxnLst/>
            <a:rect l="0" t="0" r="r" b="b"/>
            <a:pathLst>
              <a:path w="1115" h="1162">
                <a:moveTo>
                  <a:pt x="0" y="605"/>
                </a:moveTo>
                <a:lnTo>
                  <a:pt x="0" y="558"/>
                </a:lnTo>
                <a:cubicBezTo>
                  <a:pt x="0" y="522"/>
                  <a:pt x="3" y="485"/>
                  <a:pt x="10" y="450"/>
                </a:cubicBezTo>
                <a:cubicBezTo>
                  <a:pt x="18" y="414"/>
                  <a:pt x="28" y="379"/>
                  <a:pt x="42" y="345"/>
                </a:cubicBezTo>
                <a:cubicBezTo>
                  <a:pt x="56" y="311"/>
                  <a:pt x="73" y="279"/>
                  <a:pt x="94" y="249"/>
                </a:cubicBezTo>
                <a:cubicBezTo>
                  <a:pt x="114" y="218"/>
                  <a:pt x="137" y="190"/>
                  <a:pt x="163" y="164"/>
                </a:cubicBezTo>
                <a:cubicBezTo>
                  <a:pt x="189" y="139"/>
                  <a:pt x="217" y="115"/>
                  <a:pt x="247" y="95"/>
                </a:cubicBezTo>
                <a:cubicBezTo>
                  <a:pt x="278" y="74"/>
                  <a:pt x="310" y="57"/>
                  <a:pt x="344" y="43"/>
                </a:cubicBezTo>
                <a:cubicBezTo>
                  <a:pt x="377" y="29"/>
                  <a:pt x="412" y="18"/>
                  <a:pt x="448" y="11"/>
                </a:cubicBezTo>
                <a:cubicBezTo>
                  <a:pt x="484" y="4"/>
                  <a:pt x="520" y="0"/>
                  <a:pt x="557" y="0"/>
                </a:cubicBezTo>
                <a:cubicBezTo>
                  <a:pt x="593" y="0"/>
                  <a:pt x="630" y="4"/>
                  <a:pt x="665" y="11"/>
                </a:cubicBezTo>
                <a:cubicBezTo>
                  <a:pt x="701" y="18"/>
                  <a:pt x="736" y="29"/>
                  <a:pt x="770" y="43"/>
                </a:cubicBezTo>
                <a:cubicBezTo>
                  <a:pt x="804" y="57"/>
                  <a:pt x="836" y="74"/>
                  <a:pt x="866" y="95"/>
                </a:cubicBezTo>
                <a:cubicBezTo>
                  <a:pt x="897" y="115"/>
                  <a:pt x="925" y="139"/>
                  <a:pt x="951" y="164"/>
                </a:cubicBezTo>
                <a:cubicBezTo>
                  <a:pt x="977" y="190"/>
                  <a:pt x="1000" y="218"/>
                  <a:pt x="1020" y="249"/>
                </a:cubicBezTo>
                <a:cubicBezTo>
                  <a:pt x="1041" y="279"/>
                  <a:pt x="1059" y="311"/>
                  <a:pt x="1073" y="345"/>
                </a:cubicBezTo>
                <a:cubicBezTo>
                  <a:pt x="1087" y="379"/>
                  <a:pt x="1097" y="414"/>
                  <a:pt x="1104" y="450"/>
                </a:cubicBezTo>
                <a:cubicBezTo>
                  <a:pt x="1111" y="485"/>
                  <a:pt x="1115" y="522"/>
                  <a:pt x="1115" y="558"/>
                </a:cubicBezTo>
                <a:lnTo>
                  <a:pt x="1115" y="605"/>
                </a:lnTo>
                <a:cubicBezTo>
                  <a:pt x="1115" y="641"/>
                  <a:pt x="1111" y="678"/>
                  <a:pt x="1104" y="713"/>
                </a:cubicBezTo>
                <a:cubicBezTo>
                  <a:pt x="1097" y="749"/>
                  <a:pt x="1087" y="784"/>
                  <a:pt x="1073" y="818"/>
                </a:cubicBezTo>
                <a:cubicBezTo>
                  <a:pt x="1059" y="852"/>
                  <a:pt x="1041" y="884"/>
                  <a:pt x="1020" y="914"/>
                </a:cubicBezTo>
                <a:cubicBezTo>
                  <a:pt x="1000" y="945"/>
                  <a:pt x="977" y="973"/>
                  <a:pt x="951" y="999"/>
                </a:cubicBezTo>
                <a:cubicBezTo>
                  <a:pt x="925" y="1025"/>
                  <a:pt x="897" y="1048"/>
                  <a:pt x="866" y="1068"/>
                </a:cubicBezTo>
                <a:cubicBezTo>
                  <a:pt x="836" y="1088"/>
                  <a:pt x="804" y="1105"/>
                  <a:pt x="770" y="1119"/>
                </a:cubicBezTo>
                <a:cubicBezTo>
                  <a:pt x="736" y="1133"/>
                  <a:pt x="701" y="1144"/>
                  <a:pt x="665" y="1151"/>
                </a:cubicBezTo>
                <a:cubicBezTo>
                  <a:pt x="630" y="1158"/>
                  <a:pt x="593" y="1162"/>
                  <a:pt x="557" y="1162"/>
                </a:cubicBezTo>
                <a:cubicBezTo>
                  <a:pt x="520" y="1162"/>
                  <a:pt x="484" y="1158"/>
                  <a:pt x="448" y="1151"/>
                </a:cubicBezTo>
                <a:cubicBezTo>
                  <a:pt x="412" y="1144"/>
                  <a:pt x="377" y="1133"/>
                  <a:pt x="344" y="1119"/>
                </a:cubicBezTo>
                <a:cubicBezTo>
                  <a:pt x="310" y="1105"/>
                  <a:pt x="278" y="1088"/>
                  <a:pt x="247" y="1068"/>
                </a:cubicBezTo>
                <a:cubicBezTo>
                  <a:pt x="217" y="1048"/>
                  <a:pt x="189" y="1025"/>
                  <a:pt x="163" y="999"/>
                </a:cubicBezTo>
                <a:cubicBezTo>
                  <a:pt x="137" y="973"/>
                  <a:pt x="114" y="945"/>
                  <a:pt x="94" y="914"/>
                </a:cubicBezTo>
                <a:cubicBezTo>
                  <a:pt x="73" y="884"/>
                  <a:pt x="56" y="852"/>
                  <a:pt x="42" y="818"/>
                </a:cubicBezTo>
                <a:cubicBezTo>
                  <a:pt x="28" y="784"/>
                  <a:pt x="18" y="749"/>
                  <a:pt x="10" y="713"/>
                </a:cubicBezTo>
                <a:cubicBezTo>
                  <a:pt x="3" y="678"/>
                  <a:pt x="0" y="641"/>
                  <a:pt x="0" y="605"/>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67" name="図 66"/>
          <p:cNvPicPr/>
          <p:nvPr/>
        </p:nvPicPr>
        <p:blipFill>
          <a:blip r:embed="rId5"/>
          <a:stretch/>
        </p:blipFill>
        <p:spPr>
          <a:xfrm>
            <a:off x="735480" y="3618360"/>
            <a:ext cx="200160" cy="200160"/>
          </a:xfrm>
          <a:prstGeom prst="rect">
            <a:avLst/>
          </a:prstGeom>
          <a:noFill/>
          <a:ln w="0">
            <a:noFill/>
          </a:ln>
        </p:spPr>
      </p:pic>
      <p:sp>
        <p:nvSpPr>
          <p:cNvPr id="68" name="テキスト ボックス 67"/>
          <p:cNvSpPr txBox="1"/>
          <p:nvPr/>
        </p:nvSpPr>
        <p:spPr>
          <a:xfrm>
            <a:off x="6217560" y="2750760"/>
            <a:ext cx="13417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いるかを解説します。</a:t>
            </a:r>
            <a:endParaRPr lang="en-US" sz="1050" b="0" u="none" strike="noStrike">
              <a:solidFill>
                <a:srgbClr val="000000"/>
              </a:solidFill>
              <a:effectLst/>
              <a:uFillTx/>
              <a:latin typeface="Times New Roman"/>
            </a:endParaRPr>
          </a:p>
        </p:txBody>
      </p:sp>
      <p:sp>
        <p:nvSpPr>
          <p:cNvPr id="69" name="テキスト ボックス 68"/>
          <p:cNvSpPr txBox="1"/>
          <p:nvPr/>
        </p:nvSpPr>
        <p:spPr>
          <a:xfrm>
            <a:off x="1170000" y="3547080"/>
            <a:ext cx="83880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現状の課題</a:t>
            </a:r>
            <a:endParaRPr lang="en-US" sz="1320" b="0" u="none" strike="noStrike">
              <a:solidFill>
                <a:srgbClr val="000000"/>
              </a:solidFill>
              <a:effectLst/>
              <a:uFillTx/>
              <a:latin typeface="Times New Roman"/>
            </a:endParaRPr>
          </a:p>
        </p:txBody>
      </p:sp>
      <p:sp>
        <p:nvSpPr>
          <p:cNvPr id="70" name="テキスト ボックス 69"/>
          <p:cNvSpPr txBox="1"/>
          <p:nvPr/>
        </p:nvSpPr>
        <p:spPr>
          <a:xfrm>
            <a:off x="1170000" y="3853800"/>
            <a:ext cx="4062240" cy="19404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Tesla</a:t>
            </a:r>
            <a:r>
              <a:rPr lang="zh-CN" sz="1050" b="0" u="none" strike="noStrike">
                <a:solidFill>
                  <a:srgbClr val="D1D5DC"/>
                </a:solidFill>
                <a:effectLst/>
                <a:uFillTx/>
                <a:latin typeface="NotoSansJP"/>
                <a:ea typeface="NotoSansJP"/>
              </a:rPr>
              <a:t>や</a:t>
            </a:r>
            <a:r>
              <a:rPr lang="en-US" sz="1050" b="0" u="none" strike="noStrike">
                <a:solidFill>
                  <a:srgbClr val="D1D5DC"/>
                </a:solidFill>
                <a:effectLst/>
                <a:uFillTx/>
                <a:latin typeface="NotoSansJP"/>
                <a:ea typeface="NotoSansJP"/>
              </a:rPr>
              <a:t>Uber</a:t>
            </a:r>
            <a:r>
              <a:rPr lang="zh-CN" sz="1050" b="0" u="none" strike="noStrike">
                <a:solidFill>
                  <a:srgbClr val="D1D5DC"/>
                </a:solidFill>
                <a:effectLst/>
                <a:uFillTx/>
                <a:latin typeface="NotoSansJP"/>
                <a:ea typeface="NotoSansJP"/>
              </a:rPr>
              <a:t>の事例に見られるように、</a:t>
            </a:r>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搭載システムの安全性</a:t>
            </a:r>
            <a:endParaRPr lang="en-US" sz="1050" b="0" u="none" strike="noStrike">
              <a:solidFill>
                <a:srgbClr val="000000"/>
              </a:solidFill>
              <a:effectLst/>
              <a:uFillTx/>
              <a:latin typeface="Times New Roman"/>
            </a:endParaRPr>
          </a:p>
        </p:txBody>
      </p:sp>
      <p:sp>
        <p:nvSpPr>
          <p:cNvPr id="71" name="フリーフォーム: 図形 70"/>
          <p:cNvSpPr/>
          <p:nvPr/>
        </p:nvSpPr>
        <p:spPr>
          <a:xfrm>
            <a:off x="5465160" y="3317400"/>
            <a:ext cx="4830480" cy="1303920"/>
          </a:xfrm>
          <a:custGeom>
            <a:avLst/>
            <a:gdLst/>
            <a:ahLst/>
            <a:cxnLst/>
            <a:rect l="0" t="0" r="r" b="b"/>
            <a:pathLst>
              <a:path w="13418" h="3622">
                <a:moveTo>
                  <a:pt x="0" y="3436"/>
                </a:moveTo>
                <a:lnTo>
                  <a:pt x="0" y="186"/>
                </a:lnTo>
                <a:cubicBezTo>
                  <a:pt x="0" y="174"/>
                  <a:pt x="1" y="162"/>
                  <a:pt x="3" y="150"/>
                </a:cubicBezTo>
                <a:cubicBezTo>
                  <a:pt x="4" y="138"/>
                  <a:pt x="7" y="126"/>
                  <a:pt x="10" y="115"/>
                </a:cubicBezTo>
                <a:cubicBezTo>
                  <a:pt x="14" y="103"/>
                  <a:pt x="18" y="93"/>
                  <a:pt x="23" y="83"/>
                </a:cubicBezTo>
                <a:cubicBezTo>
                  <a:pt x="28" y="72"/>
                  <a:pt x="34" y="63"/>
                  <a:pt x="41" y="54"/>
                </a:cubicBezTo>
                <a:cubicBezTo>
                  <a:pt x="47" y="46"/>
                  <a:pt x="54" y="38"/>
                  <a:pt x="62" y="31"/>
                </a:cubicBezTo>
                <a:cubicBezTo>
                  <a:pt x="69" y="25"/>
                  <a:pt x="77" y="19"/>
                  <a:pt x="86" y="14"/>
                </a:cubicBezTo>
                <a:cubicBezTo>
                  <a:pt x="94" y="10"/>
                  <a:pt x="103" y="6"/>
                  <a:pt x="112" y="4"/>
                </a:cubicBezTo>
                <a:cubicBezTo>
                  <a:pt x="121" y="1"/>
                  <a:pt x="130" y="0"/>
                  <a:pt x="139" y="0"/>
                </a:cubicBezTo>
                <a:lnTo>
                  <a:pt x="13232" y="0"/>
                </a:lnTo>
                <a:cubicBezTo>
                  <a:pt x="13244" y="0"/>
                  <a:pt x="13257" y="1"/>
                  <a:pt x="13269" y="4"/>
                </a:cubicBezTo>
                <a:cubicBezTo>
                  <a:pt x="13280" y="6"/>
                  <a:pt x="13292" y="10"/>
                  <a:pt x="13303" y="14"/>
                </a:cubicBezTo>
                <a:cubicBezTo>
                  <a:pt x="13315" y="19"/>
                  <a:pt x="13325" y="25"/>
                  <a:pt x="13335" y="31"/>
                </a:cubicBezTo>
                <a:cubicBezTo>
                  <a:pt x="13346" y="38"/>
                  <a:pt x="13355" y="46"/>
                  <a:pt x="13364" y="54"/>
                </a:cubicBezTo>
                <a:cubicBezTo>
                  <a:pt x="13372" y="63"/>
                  <a:pt x="13380" y="72"/>
                  <a:pt x="13387" y="83"/>
                </a:cubicBezTo>
                <a:cubicBezTo>
                  <a:pt x="13393" y="93"/>
                  <a:pt x="13399" y="103"/>
                  <a:pt x="13404" y="115"/>
                </a:cubicBezTo>
                <a:cubicBezTo>
                  <a:pt x="13409" y="126"/>
                  <a:pt x="13412" y="138"/>
                  <a:pt x="13414" y="150"/>
                </a:cubicBezTo>
                <a:cubicBezTo>
                  <a:pt x="13417" y="162"/>
                  <a:pt x="13418" y="174"/>
                  <a:pt x="13418" y="186"/>
                </a:cubicBezTo>
                <a:lnTo>
                  <a:pt x="13418" y="3436"/>
                </a:lnTo>
                <a:cubicBezTo>
                  <a:pt x="13418" y="3448"/>
                  <a:pt x="13417" y="3461"/>
                  <a:pt x="13414" y="3473"/>
                </a:cubicBezTo>
                <a:cubicBezTo>
                  <a:pt x="13412" y="3485"/>
                  <a:pt x="13409" y="3496"/>
                  <a:pt x="13404" y="3508"/>
                </a:cubicBezTo>
                <a:cubicBezTo>
                  <a:pt x="13399" y="3519"/>
                  <a:pt x="13393" y="3530"/>
                  <a:pt x="13387" y="3540"/>
                </a:cubicBezTo>
                <a:cubicBezTo>
                  <a:pt x="13380" y="3550"/>
                  <a:pt x="13372" y="3559"/>
                  <a:pt x="13364" y="3568"/>
                </a:cubicBezTo>
                <a:cubicBezTo>
                  <a:pt x="13355" y="3577"/>
                  <a:pt x="13346" y="3584"/>
                  <a:pt x="13335" y="3591"/>
                </a:cubicBezTo>
                <a:cubicBezTo>
                  <a:pt x="13325" y="3598"/>
                  <a:pt x="13315" y="3604"/>
                  <a:pt x="13303" y="3608"/>
                </a:cubicBezTo>
                <a:cubicBezTo>
                  <a:pt x="13292" y="3613"/>
                  <a:pt x="13280" y="3616"/>
                  <a:pt x="13269" y="3619"/>
                </a:cubicBezTo>
                <a:cubicBezTo>
                  <a:pt x="13257" y="3621"/>
                  <a:pt x="13244" y="3622"/>
                  <a:pt x="13232" y="3622"/>
                </a:cubicBezTo>
                <a:lnTo>
                  <a:pt x="139" y="3622"/>
                </a:lnTo>
                <a:cubicBezTo>
                  <a:pt x="130" y="3622"/>
                  <a:pt x="121" y="3621"/>
                  <a:pt x="112" y="3619"/>
                </a:cubicBezTo>
                <a:cubicBezTo>
                  <a:pt x="103" y="3616"/>
                  <a:pt x="94" y="3613"/>
                  <a:pt x="86" y="3608"/>
                </a:cubicBezTo>
                <a:cubicBezTo>
                  <a:pt x="77" y="3604"/>
                  <a:pt x="69" y="3598"/>
                  <a:pt x="62" y="3591"/>
                </a:cubicBezTo>
                <a:cubicBezTo>
                  <a:pt x="54" y="3584"/>
                  <a:pt x="47" y="3577"/>
                  <a:pt x="41" y="3568"/>
                </a:cubicBezTo>
                <a:cubicBezTo>
                  <a:pt x="34" y="3559"/>
                  <a:pt x="28" y="3550"/>
                  <a:pt x="23" y="3540"/>
                </a:cubicBezTo>
                <a:cubicBezTo>
                  <a:pt x="18" y="3530"/>
                  <a:pt x="14" y="3519"/>
                  <a:pt x="10" y="3508"/>
                </a:cubicBezTo>
                <a:cubicBezTo>
                  <a:pt x="7" y="3496"/>
                  <a:pt x="4" y="3485"/>
                  <a:pt x="3" y="3473"/>
                </a:cubicBezTo>
                <a:cubicBezTo>
                  <a:pt x="1" y="3461"/>
                  <a:pt x="0" y="3448"/>
                  <a:pt x="0" y="3436"/>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2" name="フリーフォーム: 図形 71"/>
          <p:cNvSpPr/>
          <p:nvPr/>
        </p:nvSpPr>
        <p:spPr>
          <a:xfrm>
            <a:off x="5448240" y="3317400"/>
            <a:ext cx="67320" cy="1303920"/>
          </a:xfrm>
          <a:custGeom>
            <a:avLst/>
            <a:gdLst/>
            <a:ahLst/>
            <a:cxnLst/>
            <a:rect l="0" t="0" r="r" b="b"/>
            <a:pathLst>
              <a:path w="187" h="3622">
                <a:moveTo>
                  <a:pt x="152" y="14"/>
                </a:moveTo>
                <a:cubicBezTo>
                  <a:pt x="140" y="24"/>
                  <a:pt x="130" y="37"/>
                  <a:pt x="120" y="54"/>
                </a:cubicBezTo>
                <a:cubicBezTo>
                  <a:pt x="112" y="72"/>
                  <a:pt x="105" y="92"/>
                  <a:pt x="100" y="115"/>
                </a:cubicBezTo>
                <a:cubicBezTo>
                  <a:pt x="96" y="137"/>
                  <a:pt x="93" y="161"/>
                  <a:pt x="93" y="186"/>
                </a:cubicBezTo>
                <a:lnTo>
                  <a:pt x="93" y="3436"/>
                </a:lnTo>
                <a:cubicBezTo>
                  <a:pt x="93" y="3461"/>
                  <a:pt x="96" y="3485"/>
                  <a:pt x="100" y="3508"/>
                </a:cubicBezTo>
                <a:cubicBezTo>
                  <a:pt x="105" y="3530"/>
                  <a:pt x="112" y="3551"/>
                  <a:pt x="120" y="3568"/>
                </a:cubicBezTo>
                <a:cubicBezTo>
                  <a:pt x="130" y="3585"/>
                  <a:pt x="140" y="3599"/>
                  <a:pt x="152" y="3608"/>
                </a:cubicBezTo>
                <a:cubicBezTo>
                  <a:pt x="163" y="3618"/>
                  <a:pt x="175" y="3622"/>
                  <a:pt x="187" y="3622"/>
                </a:cubicBezTo>
                <a:cubicBezTo>
                  <a:pt x="162" y="3622"/>
                  <a:pt x="139" y="3618"/>
                  <a:pt x="115" y="3608"/>
                </a:cubicBezTo>
                <a:cubicBezTo>
                  <a:pt x="92" y="3599"/>
                  <a:pt x="72" y="3585"/>
                  <a:pt x="55" y="3568"/>
                </a:cubicBezTo>
                <a:cubicBezTo>
                  <a:pt x="37" y="3551"/>
                  <a:pt x="24" y="3530"/>
                  <a:pt x="15" y="3508"/>
                </a:cubicBezTo>
                <a:cubicBezTo>
                  <a:pt x="5" y="3485"/>
                  <a:pt x="0" y="3461"/>
                  <a:pt x="0" y="3436"/>
                </a:cubicBezTo>
                <a:lnTo>
                  <a:pt x="0" y="186"/>
                </a:lnTo>
                <a:cubicBezTo>
                  <a:pt x="0" y="161"/>
                  <a:pt x="5" y="137"/>
                  <a:pt x="15" y="115"/>
                </a:cubicBezTo>
                <a:cubicBezTo>
                  <a:pt x="24" y="92"/>
                  <a:pt x="37" y="72"/>
                  <a:pt x="55" y="54"/>
                </a:cubicBezTo>
                <a:cubicBezTo>
                  <a:pt x="72" y="37"/>
                  <a:pt x="92" y="24"/>
                  <a:pt x="115" y="14"/>
                </a:cubicBezTo>
                <a:cubicBezTo>
                  <a:pt x="139" y="5"/>
                  <a:pt x="162" y="0"/>
                  <a:pt x="187" y="0"/>
                </a:cubicBezTo>
                <a:cubicBezTo>
                  <a:pt x="175" y="0"/>
                  <a:pt x="163" y="5"/>
                  <a:pt x="152"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3" name="フリーフォーム: 図形 72"/>
          <p:cNvSpPr/>
          <p:nvPr/>
        </p:nvSpPr>
        <p:spPr>
          <a:xfrm>
            <a:off x="5682240" y="3517920"/>
            <a:ext cx="351360" cy="418320"/>
          </a:xfrm>
          <a:custGeom>
            <a:avLst/>
            <a:gdLst/>
            <a:ahLst/>
            <a:cxnLst/>
            <a:rect l="0" t="0" r="r" b="b"/>
            <a:pathLst>
              <a:path w="976" h="1162">
                <a:moveTo>
                  <a:pt x="0" y="674"/>
                </a:moveTo>
                <a:lnTo>
                  <a:pt x="0" y="489"/>
                </a:lnTo>
                <a:cubicBezTo>
                  <a:pt x="0" y="457"/>
                  <a:pt x="3" y="425"/>
                  <a:pt x="10" y="394"/>
                </a:cubicBezTo>
                <a:cubicBezTo>
                  <a:pt x="16" y="362"/>
                  <a:pt x="25" y="332"/>
                  <a:pt x="37" y="302"/>
                </a:cubicBezTo>
                <a:cubicBezTo>
                  <a:pt x="50" y="273"/>
                  <a:pt x="65" y="244"/>
                  <a:pt x="83" y="218"/>
                </a:cubicBezTo>
                <a:cubicBezTo>
                  <a:pt x="100" y="191"/>
                  <a:pt x="121" y="167"/>
                  <a:pt x="143" y="144"/>
                </a:cubicBezTo>
                <a:cubicBezTo>
                  <a:pt x="166" y="121"/>
                  <a:pt x="190" y="101"/>
                  <a:pt x="217" y="82"/>
                </a:cubicBezTo>
                <a:cubicBezTo>
                  <a:pt x="244" y="65"/>
                  <a:pt x="272" y="50"/>
                  <a:pt x="302" y="37"/>
                </a:cubicBezTo>
                <a:cubicBezTo>
                  <a:pt x="332" y="25"/>
                  <a:pt x="362" y="16"/>
                  <a:pt x="394" y="10"/>
                </a:cubicBezTo>
                <a:cubicBezTo>
                  <a:pt x="425" y="3"/>
                  <a:pt x="457" y="0"/>
                  <a:pt x="489" y="0"/>
                </a:cubicBezTo>
                <a:cubicBezTo>
                  <a:pt x="521" y="0"/>
                  <a:pt x="553" y="3"/>
                  <a:pt x="584" y="10"/>
                </a:cubicBezTo>
                <a:cubicBezTo>
                  <a:pt x="615" y="16"/>
                  <a:pt x="646" y="25"/>
                  <a:pt x="675" y="37"/>
                </a:cubicBezTo>
                <a:cubicBezTo>
                  <a:pt x="705" y="50"/>
                  <a:pt x="733" y="65"/>
                  <a:pt x="760" y="82"/>
                </a:cubicBezTo>
                <a:cubicBezTo>
                  <a:pt x="786" y="101"/>
                  <a:pt x="811" y="121"/>
                  <a:pt x="834" y="144"/>
                </a:cubicBezTo>
                <a:cubicBezTo>
                  <a:pt x="856" y="167"/>
                  <a:pt x="876" y="191"/>
                  <a:pt x="894" y="218"/>
                </a:cubicBezTo>
                <a:cubicBezTo>
                  <a:pt x="912" y="244"/>
                  <a:pt x="927" y="273"/>
                  <a:pt x="939" y="302"/>
                </a:cubicBezTo>
                <a:cubicBezTo>
                  <a:pt x="951" y="332"/>
                  <a:pt x="961" y="362"/>
                  <a:pt x="967" y="394"/>
                </a:cubicBezTo>
                <a:cubicBezTo>
                  <a:pt x="973" y="425"/>
                  <a:pt x="976" y="457"/>
                  <a:pt x="976" y="489"/>
                </a:cubicBezTo>
                <a:lnTo>
                  <a:pt x="976" y="674"/>
                </a:lnTo>
                <a:cubicBezTo>
                  <a:pt x="976" y="706"/>
                  <a:pt x="973" y="738"/>
                  <a:pt x="967" y="769"/>
                </a:cubicBezTo>
                <a:cubicBezTo>
                  <a:pt x="961" y="801"/>
                  <a:pt x="951" y="831"/>
                  <a:pt x="939" y="861"/>
                </a:cubicBezTo>
                <a:cubicBezTo>
                  <a:pt x="927" y="890"/>
                  <a:pt x="912" y="919"/>
                  <a:pt x="894" y="945"/>
                </a:cubicBezTo>
                <a:cubicBezTo>
                  <a:pt x="876" y="972"/>
                  <a:pt x="856" y="996"/>
                  <a:pt x="834" y="1019"/>
                </a:cubicBezTo>
                <a:cubicBezTo>
                  <a:pt x="811" y="1042"/>
                  <a:pt x="786" y="1062"/>
                  <a:pt x="760" y="1080"/>
                </a:cubicBezTo>
                <a:cubicBezTo>
                  <a:pt x="733" y="1097"/>
                  <a:pt x="705" y="1112"/>
                  <a:pt x="675" y="1125"/>
                </a:cubicBezTo>
                <a:cubicBezTo>
                  <a:pt x="646" y="1137"/>
                  <a:pt x="615" y="1146"/>
                  <a:pt x="584" y="1152"/>
                </a:cubicBezTo>
                <a:cubicBezTo>
                  <a:pt x="553" y="1159"/>
                  <a:pt x="521" y="1162"/>
                  <a:pt x="489" y="1162"/>
                </a:cubicBezTo>
                <a:cubicBezTo>
                  <a:pt x="457" y="1162"/>
                  <a:pt x="425" y="1159"/>
                  <a:pt x="394" y="1152"/>
                </a:cubicBezTo>
                <a:cubicBezTo>
                  <a:pt x="362" y="1146"/>
                  <a:pt x="332" y="1137"/>
                  <a:pt x="302" y="1125"/>
                </a:cubicBezTo>
                <a:cubicBezTo>
                  <a:pt x="272" y="1112"/>
                  <a:pt x="244" y="1097"/>
                  <a:pt x="217" y="1080"/>
                </a:cubicBezTo>
                <a:cubicBezTo>
                  <a:pt x="190" y="1062"/>
                  <a:pt x="166" y="1042"/>
                  <a:pt x="143" y="1019"/>
                </a:cubicBezTo>
                <a:cubicBezTo>
                  <a:pt x="121" y="996"/>
                  <a:pt x="100" y="972"/>
                  <a:pt x="83" y="945"/>
                </a:cubicBezTo>
                <a:cubicBezTo>
                  <a:pt x="65" y="919"/>
                  <a:pt x="50" y="890"/>
                  <a:pt x="37" y="861"/>
                </a:cubicBezTo>
                <a:cubicBezTo>
                  <a:pt x="25" y="831"/>
                  <a:pt x="16" y="801"/>
                  <a:pt x="10" y="769"/>
                </a:cubicBezTo>
                <a:cubicBezTo>
                  <a:pt x="3" y="738"/>
                  <a:pt x="0" y="706"/>
                  <a:pt x="0" y="674"/>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4" name="図 73"/>
          <p:cNvPicPr/>
          <p:nvPr/>
        </p:nvPicPr>
        <p:blipFill>
          <a:blip r:embed="rId6"/>
          <a:stretch/>
        </p:blipFill>
        <p:spPr>
          <a:xfrm>
            <a:off x="5782680" y="3618360"/>
            <a:ext cx="150120" cy="200160"/>
          </a:xfrm>
          <a:prstGeom prst="rect">
            <a:avLst/>
          </a:prstGeom>
          <a:noFill/>
          <a:ln w="0">
            <a:noFill/>
          </a:ln>
        </p:spPr>
      </p:pic>
      <p:sp>
        <p:nvSpPr>
          <p:cNvPr id="75" name="テキスト ボックス 74"/>
          <p:cNvSpPr txBox="1"/>
          <p:nvPr/>
        </p:nvSpPr>
        <p:spPr>
          <a:xfrm>
            <a:off x="1170000" y="4054320"/>
            <a:ext cx="37558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は社会的な関心事であり、その信頼性確保は喫緊の課題です。</a:t>
            </a:r>
            <a:endParaRPr lang="en-US" sz="1050" b="0" u="none" strike="noStrike">
              <a:solidFill>
                <a:srgbClr val="000000"/>
              </a:solidFill>
              <a:effectLst/>
              <a:uFillTx/>
              <a:latin typeface="Times New Roman"/>
            </a:endParaRPr>
          </a:p>
        </p:txBody>
      </p:sp>
      <p:sp>
        <p:nvSpPr>
          <p:cNvPr id="76" name="テキスト ボックス 75"/>
          <p:cNvSpPr txBox="1"/>
          <p:nvPr/>
        </p:nvSpPr>
        <p:spPr>
          <a:xfrm>
            <a:off x="6167160" y="3547080"/>
            <a:ext cx="100656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未来への展望</a:t>
            </a:r>
            <a:endParaRPr lang="en-US" sz="1320" b="0" u="none" strike="noStrike">
              <a:solidFill>
                <a:srgbClr val="000000"/>
              </a:solidFill>
              <a:effectLst/>
              <a:uFillTx/>
              <a:latin typeface="Times New Roman"/>
            </a:endParaRPr>
          </a:p>
        </p:txBody>
      </p:sp>
      <p:sp>
        <p:nvSpPr>
          <p:cNvPr id="77" name="テキスト ボックス 76"/>
          <p:cNvSpPr txBox="1"/>
          <p:nvPr/>
        </p:nvSpPr>
        <p:spPr>
          <a:xfrm>
            <a:off x="6167160" y="3853800"/>
            <a:ext cx="38898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「予測的安全対策」や、ヒューマンエラーを補完する高度な自動</a:t>
            </a:r>
            <a:endParaRPr lang="en-US" sz="1050" b="0" u="none" strike="noStrike">
              <a:solidFill>
                <a:srgbClr val="000000"/>
              </a:solidFill>
              <a:effectLst/>
              <a:uFillTx/>
              <a:latin typeface="Times New Roman"/>
            </a:endParaRPr>
          </a:p>
        </p:txBody>
      </p:sp>
      <p:sp>
        <p:nvSpPr>
          <p:cNvPr id="78" name="テキスト ボックス 77"/>
          <p:cNvSpPr txBox="1"/>
          <p:nvPr/>
        </p:nvSpPr>
        <p:spPr>
          <a:xfrm>
            <a:off x="6167160" y="4054320"/>
            <a:ext cx="39571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制御が実現しつつあり、</a:t>
            </a:r>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は自動車の「頭脳」として安全性向上</a:t>
            </a:r>
            <a:endParaRPr lang="en-US" sz="1050" b="0" u="none" strike="noStrike">
              <a:solidFill>
                <a:srgbClr val="000000"/>
              </a:solidFill>
              <a:effectLst/>
              <a:uFillTx/>
              <a:latin typeface="Times New Roman"/>
            </a:endParaRPr>
          </a:p>
        </p:txBody>
      </p:sp>
      <p:pic>
        <p:nvPicPr>
          <p:cNvPr id="79" name="図 78"/>
          <p:cNvPicPr/>
          <p:nvPr/>
        </p:nvPicPr>
        <p:blipFill>
          <a:blip r:embed="rId7"/>
          <a:stretch/>
        </p:blipFill>
        <p:spPr>
          <a:xfrm>
            <a:off x="0" y="5983560"/>
            <a:ext cx="7133400" cy="33120"/>
          </a:xfrm>
          <a:prstGeom prst="rect">
            <a:avLst/>
          </a:prstGeom>
          <a:noFill/>
          <a:ln w="0">
            <a:noFill/>
          </a:ln>
        </p:spPr>
      </p:pic>
      <p:pic>
        <p:nvPicPr>
          <p:cNvPr id="80" name="図 79"/>
          <p:cNvPicPr/>
          <p:nvPr/>
        </p:nvPicPr>
        <p:blipFill>
          <a:blip r:embed="rId8"/>
          <a:stretch/>
        </p:blipFill>
        <p:spPr>
          <a:xfrm>
            <a:off x="9092160" y="802080"/>
            <a:ext cx="534600" cy="534600"/>
          </a:xfrm>
          <a:prstGeom prst="rect">
            <a:avLst/>
          </a:prstGeom>
          <a:noFill/>
          <a:ln w="0">
            <a:noFill/>
          </a:ln>
        </p:spPr>
      </p:pic>
      <p:pic>
        <p:nvPicPr>
          <p:cNvPr id="81" name="図 80"/>
          <p:cNvPicPr/>
          <p:nvPr/>
        </p:nvPicPr>
        <p:blipFill>
          <a:blip r:embed="rId9"/>
          <a:stretch/>
        </p:blipFill>
        <p:spPr>
          <a:xfrm>
            <a:off x="8289720" y="4145040"/>
            <a:ext cx="267120" cy="267120"/>
          </a:xfrm>
          <a:prstGeom prst="rect">
            <a:avLst/>
          </a:prstGeom>
          <a:noFill/>
          <a:ln w="0">
            <a:noFill/>
          </a:ln>
        </p:spPr>
      </p:pic>
      <p:sp>
        <p:nvSpPr>
          <p:cNvPr id="82" name="テキスト ボックス 81"/>
          <p:cNvSpPr txBox="1"/>
          <p:nvPr/>
        </p:nvSpPr>
        <p:spPr>
          <a:xfrm>
            <a:off x="6167160" y="4254840"/>
            <a:ext cx="21466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の核心を担う存在となっています。</a:t>
            </a:r>
            <a:endParaRPr lang="en-US" sz="1050" b="0" u="none" strike="noStrike">
              <a:solidFill>
                <a:srgbClr val="000000"/>
              </a:solidFill>
              <a:effectLst/>
              <a:uFillTx/>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 name="図 82"/>
          <p:cNvPicPr/>
          <p:nvPr/>
        </p:nvPicPr>
        <p:blipFill>
          <a:blip r:embed="rId2"/>
          <a:stretch/>
        </p:blipFill>
        <p:spPr>
          <a:xfrm>
            <a:off x="0" y="0"/>
            <a:ext cx="10696320" cy="6584760"/>
          </a:xfrm>
          <a:prstGeom prst="rect">
            <a:avLst/>
          </a:prstGeom>
          <a:noFill/>
          <a:ln w="0">
            <a:noFill/>
          </a:ln>
        </p:spPr>
      </p:pic>
      <p:sp>
        <p:nvSpPr>
          <p:cNvPr id="84" name="テキスト ボックス 83"/>
          <p:cNvSpPr txBox="1"/>
          <p:nvPr/>
        </p:nvSpPr>
        <p:spPr>
          <a:xfrm>
            <a:off x="401040" y="389520"/>
            <a:ext cx="180216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本発表の構成</a:t>
            </a:r>
            <a:endParaRPr lang="en-US" sz="2370" b="0" u="none" strike="noStrike">
              <a:solidFill>
                <a:srgbClr val="000000"/>
              </a:solidFill>
              <a:effectLst/>
              <a:uFillTx/>
              <a:latin typeface="Times New Roman"/>
            </a:endParaRPr>
          </a:p>
        </p:txBody>
      </p:sp>
      <p:sp>
        <p:nvSpPr>
          <p:cNvPr id="85" name="テキスト ボックス 84"/>
          <p:cNvSpPr txBox="1"/>
          <p:nvPr/>
        </p:nvSpPr>
        <p:spPr>
          <a:xfrm>
            <a:off x="10002960" y="509760"/>
            <a:ext cx="338760" cy="13608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3 / 17</a:t>
            </a:r>
            <a:endParaRPr lang="en-US" sz="920" b="0" u="none" strike="noStrike">
              <a:solidFill>
                <a:srgbClr val="000000"/>
              </a:solidFill>
              <a:effectLst/>
              <a:uFillTx/>
              <a:latin typeface="Times New Roman"/>
            </a:endParaRPr>
          </a:p>
        </p:txBody>
      </p:sp>
      <p:sp>
        <p:nvSpPr>
          <p:cNvPr id="86" name="フリーフォーム: 図形 85"/>
          <p:cNvSpPr/>
          <p:nvPr/>
        </p:nvSpPr>
        <p:spPr>
          <a:xfrm>
            <a:off x="1621080" y="1002600"/>
            <a:ext cx="7471080" cy="769320"/>
          </a:xfrm>
          <a:custGeom>
            <a:avLst/>
            <a:gdLst/>
            <a:ahLst/>
            <a:cxnLst/>
            <a:rect l="0" t="0" r="r" b="b"/>
            <a:pathLst>
              <a:path w="20753" h="2137">
                <a:moveTo>
                  <a:pt x="0" y="1951"/>
                </a:moveTo>
                <a:lnTo>
                  <a:pt x="0" y="186"/>
                </a:lnTo>
                <a:cubicBezTo>
                  <a:pt x="0" y="174"/>
                  <a:pt x="1" y="162"/>
                  <a:pt x="3" y="150"/>
                </a:cubicBezTo>
                <a:cubicBezTo>
                  <a:pt x="4" y="138"/>
                  <a:pt x="7" y="126"/>
                  <a:pt x="10" y="115"/>
                </a:cubicBezTo>
                <a:cubicBezTo>
                  <a:pt x="14" y="103"/>
                  <a:pt x="18" y="93"/>
                  <a:pt x="23" y="83"/>
                </a:cubicBezTo>
                <a:cubicBezTo>
                  <a:pt x="28" y="72"/>
                  <a:pt x="34" y="63"/>
                  <a:pt x="41" y="54"/>
                </a:cubicBezTo>
                <a:cubicBezTo>
                  <a:pt x="47" y="46"/>
                  <a:pt x="54" y="38"/>
                  <a:pt x="62" y="31"/>
                </a:cubicBezTo>
                <a:cubicBezTo>
                  <a:pt x="69" y="25"/>
                  <a:pt x="77" y="19"/>
                  <a:pt x="86" y="14"/>
                </a:cubicBezTo>
                <a:cubicBezTo>
                  <a:pt x="94" y="10"/>
                  <a:pt x="103" y="6"/>
                  <a:pt x="112" y="4"/>
                </a:cubicBezTo>
                <a:cubicBezTo>
                  <a:pt x="121" y="1"/>
                  <a:pt x="130" y="0"/>
                  <a:pt x="139" y="0"/>
                </a:cubicBezTo>
                <a:lnTo>
                  <a:pt x="20568" y="0"/>
                </a:lnTo>
                <a:cubicBezTo>
                  <a:pt x="20580" y="0"/>
                  <a:pt x="20592" y="1"/>
                  <a:pt x="20604" y="4"/>
                </a:cubicBezTo>
                <a:cubicBezTo>
                  <a:pt x="20616" y="6"/>
                  <a:pt x="20627" y="10"/>
                  <a:pt x="20639" y="14"/>
                </a:cubicBezTo>
                <a:cubicBezTo>
                  <a:pt x="20650" y="19"/>
                  <a:pt x="20661" y="25"/>
                  <a:pt x="20671" y="31"/>
                </a:cubicBezTo>
                <a:cubicBezTo>
                  <a:pt x="20681" y="38"/>
                  <a:pt x="20690" y="46"/>
                  <a:pt x="20699" y="54"/>
                </a:cubicBezTo>
                <a:cubicBezTo>
                  <a:pt x="20708" y="63"/>
                  <a:pt x="20715" y="72"/>
                  <a:pt x="20722" y="83"/>
                </a:cubicBezTo>
                <a:cubicBezTo>
                  <a:pt x="20729" y="93"/>
                  <a:pt x="20734" y="103"/>
                  <a:pt x="20739" y="115"/>
                </a:cubicBezTo>
                <a:cubicBezTo>
                  <a:pt x="20744" y="126"/>
                  <a:pt x="20747" y="138"/>
                  <a:pt x="20750" y="150"/>
                </a:cubicBezTo>
                <a:cubicBezTo>
                  <a:pt x="20752" y="162"/>
                  <a:pt x="20753" y="174"/>
                  <a:pt x="20753" y="186"/>
                </a:cubicBezTo>
                <a:lnTo>
                  <a:pt x="20753" y="1951"/>
                </a:lnTo>
                <a:cubicBezTo>
                  <a:pt x="20753" y="1963"/>
                  <a:pt x="20752" y="1975"/>
                  <a:pt x="20750" y="1987"/>
                </a:cubicBezTo>
                <a:cubicBezTo>
                  <a:pt x="20747" y="1999"/>
                  <a:pt x="20744" y="2011"/>
                  <a:pt x="20739" y="2022"/>
                </a:cubicBezTo>
                <a:cubicBezTo>
                  <a:pt x="20734" y="2033"/>
                  <a:pt x="20729" y="2044"/>
                  <a:pt x="20722" y="2054"/>
                </a:cubicBezTo>
                <a:cubicBezTo>
                  <a:pt x="20715" y="2064"/>
                  <a:pt x="20708" y="2074"/>
                  <a:pt x="20699" y="2082"/>
                </a:cubicBezTo>
                <a:cubicBezTo>
                  <a:pt x="20690" y="2091"/>
                  <a:pt x="20681" y="2099"/>
                  <a:pt x="20671" y="2105"/>
                </a:cubicBezTo>
                <a:cubicBezTo>
                  <a:pt x="20661" y="2112"/>
                  <a:pt x="20650" y="2118"/>
                  <a:pt x="20639" y="2123"/>
                </a:cubicBezTo>
                <a:cubicBezTo>
                  <a:pt x="20627" y="2127"/>
                  <a:pt x="20616" y="2131"/>
                  <a:pt x="20604" y="2133"/>
                </a:cubicBezTo>
                <a:cubicBezTo>
                  <a:pt x="20592" y="2135"/>
                  <a:pt x="20580" y="2137"/>
                  <a:pt x="20568" y="2137"/>
                </a:cubicBezTo>
                <a:lnTo>
                  <a:pt x="139" y="2137"/>
                </a:lnTo>
                <a:cubicBezTo>
                  <a:pt x="130" y="2137"/>
                  <a:pt x="121" y="2135"/>
                  <a:pt x="112" y="2133"/>
                </a:cubicBezTo>
                <a:cubicBezTo>
                  <a:pt x="103" y="2131"/>
                  <a:pt x="94" y="2127"/>
                  <a:pt x="86" y="2123"/>
                </a:cubicBezTo>
                <a:cubicBezTo>
                  <a:pt x="77" y="2118"/>
                  <a:pt x="69" y="2112"/>
                  <a:pt x="62" y="2105"/>
                </a:cubicBezTo>
                <a:cubicBezTo>
                  <a:pt x="54" y="2099"/>
                  <a:pt x="47" y="2091"/>
                  <a:pt x="41" y="2082"/>
                </a:cubicBezTo>
                <a:cubicBezTo>
                  <a:pt x="34" y="2074"/>
                  <a:pt x="28" y="2064"/>
                  <a:pt x="23" y="2054"/>
                </a:cubicBezTo>
                <a:cubicBezTo>
                  <a:pt x="18" y="2044"/>
                  <a:pt x="14" y="2033"/>
                  <a:pt x="10" y="2022"/>
                </a:cubicBezTo>
                <a:cubicBezTo>
                  <a:pt x="7" y="2011"/>
                  <a:pt x="4" y="1999"/>
                  <a:pt x="3" y="1987"/>
                </a:cubicBezTo>
                <a:cubicBezTo>
                  <a:pt x="1" y="1975"/>
                  <a:pt x="0" y="1963"/>
                  <a:pt x="0" y="1951"/>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7" name="フリーフォーム: 図形 86"/>
          <p:cNvSpPr/>
          <p:nvPr/>
        </p:nvSpPr>
        <p:spPr>
          <a:xfrm>
            <a:off x="1604160" y="1002600"/>
            <a:ext cx="67320" cy="769320"/>
          </a:xfrm>
          <a:custGeom>
            <a:avLst/>
            <a:gdLst/>
            <a:ahLst/>
            <a:cxnLst/>
            <a:rect l="0" t="0" r="r" b="b"/>
            <a:pathLst>
              <a:path w="187" h="2137">
                <a:moveTo>
                  <a:pt x="152" y="14"/>
                </a:moveTo>
                <a:cubicBezTo>
                  <a:pt x="140" y="24"/>
                  <a:pt x="130" y="37"/>
                  <a:pt x="121" y="54"/>
                </a:cubicBezTo>
                <a:cubicBezTo>
                  <a:pt x="113" y="72"/>
                  <a:pt x="106" y="92"/>
                  <a:pt x="101" y="115"/>
                </a:cubicBezTo>
                <a:cubicBezTo>
                  <a:pt x="97" y="137"/>
                  <a:pt x="94" y="161"/>
                  <a:pt x="94" y="186"/>
                </a:cubicBezTo>
                <a:lnTo>
                  <a:pt x="94" y="1951"/>
                </a:lnTo>
                <a:cubicBezTo>
                  <a:pt x="94" y="1976"/>
                  <a:pt x="97" y="1999"/>
                  <a:pt x="101" y="2022"/>
                </a:cubicBezTo>
                <a:cubicBezTo>
                  <a:pt x="106" y="2045"/>
                  <a:pt x="113" y="2065"/>
                  <a:pt x="121" y="2082"/>
                </a:cubicBezTo>
                <a:cubicBezTo>
                  <a:pt x="130" y="2100"/>
                  <a:pt x="140" y="2113"/>
                  <a:pt x="152" y="2123"/>
                </a:cubicBezTo>
                <a:cubicBezTo>
                  <a:pt x="163" y="2132"/>
                  <a:pt x="175" y="2137"/>
                  <a:pt x="187" y="2137"/>
                </a:cubicBezTo>
                <a:cubicBezTo>
                  <a:pt x="162" y="2137"/>
                  <a:pt x="139" y="2132"/>
                  <a:pt x="116" y="2123"/>
                </a:cubicBezTo>
                <a:cubicBezTo>
                  <a:pt x="93" y="2113"/>
                  <a:pt x="72" y="2100"/>
                  <a:pt x="55" y="2082"/>
                </a:cubicBezTo>
                <a:cubicBezTo>
                  <a:pt x="37" y="2065"/>
                  <a:pt x="24" y="2045"/>
                  <a:pt x="15" y="2022"/>
                </a:cubicBezTo>
                <a:cubicBezTo>
                  <a:pt x="5" y="1999"/>
                  <a:pt x="0" y="1976"/>
                  <a:pt x="0" y="1951"/>
                </a:cubicBezTo>
                <a:lnTo>
                  <a:pt x="0" y="186"/>
                </a:lnTo>
                <a:cubicBezTo>
                  <a:pt x="0" y="161"/>
                  <a:pt x="5" y="137"/>
                  <a:pt x="15" y="115"/>
                </a:cubicBezTo>
                <a:cubicBezTo>
                  <a:pt x="24" y="92"/>
                  <a:pt x="37" y="72"/>
                  <a:pt x="55" y="54"/>
                </a:cubicBezTo>
                <a:cubicBezTo>
                  <a:pt x="72" y="37"/>
                  <a:pt x="93" y="24"/>
                  <a:pt x="116" y="14"/>
                </a:cubicBezTo>
                <a:cubicBezTo>
                  <a:pt x="139" y="5"/>
                  <a:pt x="162" y="0"/>
                  <a:pt x="187" y="0"/>
                </a:cubicBezTo>
                <a:cubicBezTo>
                  <a:pt x="175" y="0"/>
                  <a:pt x="163" y="5"/>
                  <a:pt x="152"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8" name="フリーフォーム: 図形 87"/>
          <p:cNvSpPr/>
          <p:nvPr/>
        </p:nvSpPr>
        <p:spPr>
          <a:xfrm>
            <a:off x="1805040" y="1178280"/>
            <a:ext cx="451440" cy="417960"/>
          </a:xfrm>
          <a:custGeom>
            <a:avLst/>
            <a:gdLst/>
            <a:ahLst/>
            <a:cxnLst/>
            <a:rect l="0" t="0" r="r" b="b"/>
            <a:pathLst>
              <a:path w="1254" h="1161">
                <a:moveTo>
                  <a:pt x="0" y="580"/>
                </a:moveTo>
                <a:cubicBezTo>
                  <a:pt x="0" y="561"/>
                  <a:pt x="0" y="542"/>
                  <a:pt x="2" y="523"/>
                </a:cubicBezTo>
                <a:cubicBezTo>
                  <a:pt x="4" y="504"/>
                  <a:pt x="7" y="485"/>
                  <a:pt x="11" y="467"/>
                </a:cubicBezTo>
                <a:cubicBezTo>
                  <a:pt x="14" y="448"/>
                  <a:pt x="19" y="430"/>
                  <a:pt x="25" y="411"/>
                </a:cubicBezTo>
                <a:cubicBezTo>
                  <a:pt x="30" y="393"/>
                  <a:pt x="36" y="375"/>
                  <a:pt x="44" y="358"/>
                </a:cubicBezTo>
                <a:cubicBezTo>
                  <a:pt x="51" y="340"/>
                  <a:pt x="59" y="323"/>
                  <a:pt x="68" y="306"/>
                </a:cubicBezTo>
                <a:cubicBezTo>
                  <a:pt x="77" y="290"/>
                  <a:pt x="87" y="273"/>
                  <a:pt x="97" y="257"/>
                </a:cubicBezTo>
                <a:cubicBezTo>
                  <a:pt x="108" y="242"/>
                  <a:pt x="119" y="226"/>
                  <a:pt x="131" y="212"/>
                </a:cubicBezTo>
                <a:cubicBezTo>
                  <a:pt x="143" y="197"/>
                  <a:pt x="156" y="183"/>
                  <a:pt x="169" y="170"/>
                </a:cubicBezTo>
                <a:cubicBezTo>
                  <a:pt x="183" y="156"/>
                  <a:pt x="197" y="143"/>
                  <a:pt x="212" y="131"/>
                </a:cubicBezTo>
                <a:cubicBezTo>
                  <a:pt x="226" y="119"/>
                  <a:pt x="242" y="108"/>
                  <a:pt x="257" y="97"/>
                </a:cubicBezTo>
                <a:cubicBezTo>
                  <a:pt x="273" y="87"/>
                  <a:pt x="290" y="77"/>
                  <a:pt x="306" y="68"/>
                </a:cubicBezTo>
                <a:cubicBezTo>
                  <a:pt x="323" y="59"/>
                  <a:pt x="340" y="51"/>
                  <a:pt x="358" y="44"/>
                </a:cubicBezTo>
                <a:cubicBezTo>
                  <a:pt x="375" y="36"/>
                  <a:pt x="393" y="30"/>
                  <a:pt x="411" y="25"/>
                </a:cubicBezTo>
                <a:cubicBezTo>
                  <a:pt x="430" y="19"/>
                  <a:pt x="448" y="14"/>
                  <a:pt x="467" y="11"/>
                </a:cubicBezTo>
                <a:cubicBezTo>
                  <a:pt x="485" y="7"/>
                  <a:pt x="504" y="4"/>
                  <a:pt x="523" y="2"/>
                </a:cubicBezTo>
                <a:cubicBezTo>
                  <a:pt x="542" y="0"/>
                  <a:pt x="561" y="0"/>
                  <a:pt x="580" y="0"/>
                </a:cubicBezTo>
                <a:lnTo>
                  <a:pt x="674" y="0"/>
                </a:lnTo>
                <a:cubicBezTo>
                  <a:pt x="693" y="0"/>
                  <a:pt x="712" y="0"/>
                  <a:pt x="731" y="2"/>
                </a:cubicBezTo>
                <a:cubicBezTo>
                  <a:pt x="749" y="4"/>
                  <a:pt x="768" y="7"/>
                  <a:pt x="787" y="11"/>
                </a:cubicBezTo>
                <a:cubicBezTo>
                  <a:pt x="806" y="14"/>
                  <a:pt x="824" y="19"/>
                  <a:pt x="842" y="25"/>
                </a:cubicBezTo>
                <a:cubicBezTo>
                  <a:pt x="860" y="30"/>
                  <a:pt x="878" y="36"/>
                  <a:pt x="896" y="44"/>
                </a:cubicBezTo>
                <a:cubicBezTo>
                  <a:pt x="913" y="51"/>
                  <a:pt x="930" y="59"/>
                  <a:pt x="947" y="68"/>
                </a:cubicBezTo>
                <a:cubicBezTo>
                  <a:pt x="964" y="77"/>
                  <a:pt x="980" y="87"/>
                  <a:pt x="996" y="97"/>
                </a:cubicBezTo>
                <a:cubicBezTo>
                  <a:pt x="1012" y="108"/>
                  <a:pt x="1027" y="119"/>
                  <a:pt x="1042" y="131"/>
                </a:cubicBezTo>
                <a:cubicBezTo>
                  <a:pt x="1057" y="143"/>
                  <a:pt x="1071" y="156"/>
                  <a:pt x="1084" y="170"/>
                </a:cubicBezTo>
                <a:cubicBezTo>
                  <a:pt x="1097" y="183"/>
                  <a:pt x="1110" y="197"/>
                  <a:pt x="1122" y="212"/>
                </a:cubicBezTo>
                <a:cubicBezTo>
                  <a:pt x="1134" y="226"/>
                  <a:pt x="1146" y="242"/>
                  <a:pt x="1156" y="257"/>
                </a:cubicBezTo>
                <a:cubicBezTo>
                  <a:pt x="1167" y="273"/>
                  <a:pt x="1177" y="290"/>
                  <a:pt x="1185" y="306"/>
                </a:cubicBezTo>
                <a:cubicBezTo>
                  <a:pt x="1194" y="323"/>
                  <a:pt x="1203" y="340"/>
                  <a:pt x="1210" y="358"/>
                </a:cubicBezTo>
                <a:cubicBezTo>
                  <a:pt x="1217" y="375"/>
                  <a:pt x="1224" y="393"/>
                  <a:pt x="1229" y="411"/>
                </a:cubicBezTo>
                <a:cubicBezTo>
                  <a:pt x="1235" y="430"/>
                  <a:pt x="1239" y="448"/>
                  <a:pt x="1243" y="467"/>
                </a:cubicBezTo>
                <a:cubicBezTo>
                  <a:pt x="1247" y="485"/>
                  <a:pt x="1249" y="504"/>
                  <a:pt x="1251" y="523"/>
                </a:cubicBezTo>
                <a:cubicBezTo>
                  <a:pt x="1253" y="542"/>
                  <a:pt x="1254" y="561"/>
                  <a:pt x="1254" y="580"/>
                </a:cubicBezTo>
                <a:cubicBezTo>
                  <a:pt x="1254" y="599"/>
                  <a:pt x="1253" y="618"/>
                  <a:pt x="1251" y="637"/>
                </a:cubicBezTo>
                <a:cubicBezTo>
                  <a:pt x="1249" y="656"/>
                  <a:pt x="1247" y="674"/>
                  <a:pt x="1243" y="693"/>
                </a:cubicBezTo>
                <a:cubicBezTo>
                  <a:pt x="1239" y="712"/>
                  <a:pt x="1235" y="730"/>
                  <a:pt x="1229" y="748"/>
                </a:cubicBezTo>
                <a:cubicBezTo>
                  <a:pt x="1224" y="767"/>
                  <a:pt x="1217" y="784"/>
                  <a:pt x="1210" y="803"/>
                </a:cubicBezTo>
                <a:cubicBezTo>
                  <a:pt x="1203" y="821"/>
                  <a:pt x="1194" y="838"/>
                  <a:pt x="1185" y="854"/>
                </a:cubicBezTo>
                <a:cubicBezTo>
                  <a:pt x="1177" y="871"/>
                  <a:pt x="1167" y="887"/>
                  <a:pt x="1156" y="903"/>
                </a:cubicBezTo>
                <a:cubicBezTo>
                  <a:pt x="1146" y="919"/>
                  <a:pt x="1134" y="934"/>
                  <a:pt x="1122" y="949"/>
                </a:cubicBezTo>
                <a:cubicBezTo>
                  <a:pt x="1110" y="964"/>
                  <a:pt x="1097" y="978"/>
                  <a:pt x="1084" y="991"/>
                </a:cubicBezTo>
                <a:cubicBezTo>
                  <a:pt x="1071" y="1005"/>
                  <a:pt x="1057" y="1017"/>
                  <a:pt x="1042" y="1029"/>
                </a:cubicBezTo>
                <a:cubicBezTo>
                  <a:pt x="1027" y="1042"/>
                  <a:pt x="1012" y="1053"/>
                  <a:pt x="996" y="1063"/>
                </a:cubicBezTo>
                <a:cubicBezTo>
                  <a:pt x="980" y="1074"/>
                  <a:pt x="964" y="1084"/>
                  <a:pt x="947" y="1093"/>
                </a:cubicBezTo>
                <a:cubicBezTo>
                  <a:pt x="930" y="1102"/>
                  <a:pt x="913" y="1110"/>
                  <a:pt x="896" y="1117"/>
                </a:cubicBezTo>
                <a:cubicBezTo>
                  <a:pt x="878" y="1124"/>
                  <a:pt x="860" y="1131"/>
                  <a:pt x="842" y="1136"/>
                </a:cubicBezTo>
                <a:cubicBezTo>
                  <a:pt x="824" y="1142"/>
                  <a:pt x="806" y="1146"/>
                  <a:pt x="787" y="1150"/>
                </a:cubicBezTo>
                <a:cubicBezTo>
                  <a:pt x="768" y="1154"/>
                  <a:pt x="749" y="1157"/>
                  <a:pt x="731" y="1158"/>
                </a:cubicBezTo>
                <a:cubicBezTo>
                  <a:pt x="712" y="1160"/>
                  <a:pt x="693" y="1161"/>
                  <a:pt x="674" y="1161"/>
                </a:cubicBezTo>
                <a:lnTo>
                  <a:pt x="580" y="1161"/>
                </a:lnTo>
                <a:cubicBezTo>
                  <a:pt x="561" y="1161"/>
                  <a:pt x="542" y="1160"/>
                  <a:pt x="523" y="1158"/>
                </a:cubicBezTo>
                <a:cubicBezTo>
                  <a:pt x="504" y="1157"/>
                  <a:pt x="485" y="1154"/>
                  <a:pt x="467" y="1150"/>
                </a:cubicBezTo>
                <a:cubicBezTo>
                  <a:pt x="448" y="1146"/>
                  <a:pt x="430" y="1142"/>
                  <a:pt x="411" y="1136"/>
                </a:cubicBezTo>
                <a:cubicBezTo>
                  <a:pt x="393" y="1131"/>
                  <a:pt x="375" y="1124"/>
                  <a:pt x="358" y="1117"/>
                </a:cubicBezTo>
                <a:cubicBezTo>
                  <a:pt x="340" y="1110"/>
                  <a:pt x="323" y="1102"/>
                  <a:pt x="306" y="1093"/>
                </a:cubicBezTo>
                <a:cubicBezTo>
                  <a:pt x="290" y="1084"/>
                  <a:pt x="273" y="1074"/>
                  <a:pt x="257" y="1063"/>
                </a:cubicBezTo>
                <a:cubicBezTo>
                  <a:pt x="242" y="1053"/>
                  <a:pt x="226" y="1042"/>
                  <a:pt x="212" y="1029"/>
                </a:cubicBezTo>
                <a:cubicBezTo>
                  <a:pt x="197" y="1017"/>
                  <a:pt x="183" y="1005"/>
                  <a:pt x="169" y="991"/>
                </a:cubicBezTo>
                <a:cubicBezTo>
                  <a:pt x="156" y="978"/>
                  <a:pt x="143" y="964"/>
                  <a:pt x="131" y="949"/>
                </a:cubicBezTo>
                <a:cubicBezTo>
                  <a:pt x="119" y="934"/>
                  <a:pt x="108" y="919"/>
                  <a:pt x="97" y="903"/>
                </a:cubicBezTo>
                <a:cubicBezTo>
                  <a:pt x="87" y="887"/>
                  <a:pt x="77" y="871"/>
                  <a:pt x="68" y="854"/>
                </a:cubicBezTo>
                <a:cubicBezTo>
                  <a:pt x="59" y="838"/>
                  <a:pt x="51" y="821"/>
                  <a:pt x="44" y="803"/>
                </a:cubicBezTo>
                <a:cubicBezTo>
                  <a:pt x="36" y="784"/>
                  <a:pt x="30" y="767"/>
                  <a:pt x="25" y="748"/>
                </a:cubicBezTo>
                <a:cubicBezTo>
                  <a:pt x="19" y="730"/>
                  <a:pt x="14" y="712"/>
                  <a:pt x="11" y="693"/>
                </a:cubicBezTo>
                <a:cubicBezTo>
                  <a:pt x="7" y="674"/>
                  <a:pt x="4" y="656"/>
                  <a:pt x="2" y="637"/>
                </a:cubicBezTo>
                <a:cubicBezTo>
                  <a:pt x="0" y="618"/>
                  <a:pt x="0" y="599"/>
                  <a:pt x="0" y="580"/>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89" name="図 88"/>
          <p:cNvPicPr/>
          <p:nvPr/>
        </p:nvPicPr>
        <p:blipFill>
          <a:blip r:embed="rId3"/>
          <a:stretch/>
        </p:blipFill>
        <p:spPr>
          <a:xfrm>
            <a:off x="1905480" y="1278720"/>
            <a:ext cx="250200" cy="200160"/>
          </a:xfrm>
          <a:prstGeom prst="rect">
            <a:avLst/>
          </a:prstGeom>
          <a:noFill/>
          <a:ln w="0">
            <a:noFill/>
          </a:ln>
        </p:spPr>
      </p:pic>
      <p:sp>
        <p:nvSpPr>
          <p:cNvPr id="90" name="フリーフォーム: 図形 89"/>
          <p:cNvSpPr/>
          <p:nvPr/>
        </p:nvSpPr>
        <p:spPr>
          <a:xfrm>
            <a:off x="2389680" y="1186560"/>
            <a:ext cx="201240" cy="200880"/>
          </a:xfrm>
          <a:custGeom>
            <a:avLst/>
            <a:gdLst/>
            <a:ahLst/>
            <a:cxnLst/>
            <a:rect l="0" t="0" r="r" b="b"/>
            <a:pathLst>
              <a:path w="559" h="558">
                <a:moveTo>
                  <a:pt x="0" y="465"/>
                </a:moveTo>
                <a:lnTo>
                  <a:pt x="0" y="93"/>
                </a:lnTo>
                <a:cubicBezTo>
                  <a:pt x="0" y="80"/>
                  <a:pt x="3" y="68"/>
                  <a:pt x="8" y="57"/>
                </a:cubicBezTo>
                <a:cubicBezTo>
                  <a:pt x="12" y="46"/>
                  <a:pt x="19" y="36"/>
                  <a:pt x="28" y="27"/>
                </a:cubicBezTo>
                <a:cubicBezTo>
                  <a:pt x="36" y="18"/>
                  <a:pt x="46" y="12"/>
                  <a:pt x="58" y="7"/>
                </a:cubicBezTo>
                <a:cubicBezTo>
                  <a:pt x="69" y="2"/>
                  <a:pt x="81" y="0"/>
                  <a:pt x="93" y="0"/>
                </a:cubicBezTo>
                <a:lnTo>
                  <a:pt x="466" y="0"/>
                </a:lnTo>
                <a:cubicBezTo>
                  <a:pt x="478" y="0"/>
                  <a:pt x="490" y="2"/>
                  <a:pt x="501" y="7"/>
                </a:cubicBezTo>
                <a:cubicBezTo>
                  <a:pt x="513" y="12"/>
                  <a:pt x="523" y="18"/>
                  <a:pt x="531" y="27"/>
                </a:cubicBezTo>
                <a:cubicBezTo>
                  <a:pt x="540" y="36"/>
                  <a:pt x="547" y="46"/>
                  <a:pt x="551" y="57"/>
                </a:cubicBezTo>
                <a:cubicBezTo>
                  <a:pt x="556" y="68"/>
                  <a:pt x="559" y="80"/>
                  <a:pt x="559" y="93"/>
                </a:cubicBezTo>
                <a:lnTo>
                  <a:pt x="559" y="465"/>
                </a:lnTo>
                <a:cubicBezTo>
                  <a:pt x="559" y="477"/>
                  <a:pt x="556" y="489"/>
                  <a:pt x="551" y="501"/>
                </a:cubicBezTo>
                <a:cubicBezTo>
                  <a:pt x="547" y="512"/>
                  <a:pt x="540" y="522"/>
                  <a:pt x="531" y="531"/>
                </a:cubicBezTo>
                <a:cubicBezTo>
                  <a:pt x="523" y="539"/>
                  <a:pt x="513" y="546"/>
                  <a:pt x="501" y="551"/>
                </a:cubicBezTo>
                <a:cubicBezTo>
                  <a:pt x="490" y="556"/>
                  <a:pt x="478" y="558"/>
                  <a:pt x="466" y="558"/>
                </a:cubicBezTo>
                <a:lnTo>
                  <a:pt x="93" y="558"/>
                </a:lnTo>
                <a:cubicBezTo>
                  <a:pt x="81" y="558"/>
                  <a:pt x="69" y="556"/>
                  <a:pt x="58" y="551"/>
                </a:cubicBezTo>
                <a:cubicBezTo>
                  <a:pt x="46" y="546"/>
                  <a:pt x="36" y="539"/>
                  <a:pt x="28" y="531"/>
                </a:cubicBezTo>
                <a:cubicBezTo>
                  <a:pt x="19" y="522"/>
                  <a:pt x="12" y="512"/>
                  <a:pt x="8" y="501"/>
                </a:cubicBezTo>
                <a:cubicBezTo>
                  <a:pt x="3" y="489"/>
                  <a:pt x="0" y="477"/>
                  <a:pt x="0" y="465"/>
                </a:cubicBez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91" name="テキスト ボックス 90"/>
          <p:cNvSpPr txBox="1"/>
          <p:nvPr/>
        </p:nvSpPr>
        <p:spPr>
          <a:xfrm>
            <a:off x="401040" y="6041880"/>
            <a:ext cx="949320" cy="16956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2025</a:t>
            </a:r>
            <a:r>
              <a:rPr lang="zh-CN" sz="920" b="0" u="none" strike="noStrike">
                <a:solidFill>
                  <a:srgbClr val="99A1AF"/>
                </a:solidFill>
                <a:effectLst/>
                <a:uFillTx/>
                <a:latin typeface="NotoSansJP"/>
                <a:ea typeface="NotoSansJP"/>
              </a:rPr>
              <a:t>年</a:t>
            </a:r>
            <a:r>
              <a:rPr lang="en-US" sz="920" b="0" u="none" strike="noStrike">
                <a:solidFill>
                  <a:srgbClr val="99A1AF"/>
                </a:solidFill>
                <a:effectLst/>
                <a:uFillTx/>
                <a:latin typeface="NotoSansJP"/>
                <a:ea typeface="NotoSansJP"/>
              </a:rPr>
              <a:t>7</a:t>
            </a:r>
            <a:r>
              <a:rPr lang="zh-CN" sz="920" b="0" u="none" strike="noStrike">
                <a:solidFill>
                  <a:srgbClr val="99A1AF"/>
                </a:solidFill>
                <a:effectLst/>
                <a:uFillTx/>
                <a:latin typeface="NotoSansJP"/>
                <a:ea typeface="NotoSansJP"/>
              </a:rPr>
              <a:t>月</a:t>
            </a:r>
            <a:r>
              <a:rPr lang="en-US" sz="920" b="0" u="none" strike="noStrike">
                <a:solidFill>
                  <a:srgbClr val="99A1AF"/>
                </a:solidFill>
                <a:effectLst/>
                <a:uFillTx/>
                <a:latin typeface="NotoSansJP"/>
                <a:ea typeface="NotoSansJP"/>
              </a:rPr>
              <a:t>1</a:t>
            </a:r>
            <a:r>
              <a:rPr lang="zh-CN" sz="920" b="0" u="none" strike="noStrike">
                <a:solidFill>
                  <a:srgbClr val="99A1AF"/>
                </a:solidFill>
                <a:effectLst/>
                <a:uFillTx/>
                <a:latin typeface="NotoSansJP"/>
                <a:ea typeface="NotoSansJP"/>
              </a:rPr>
              <a:t>日</a:t>
            </a:r>
            <a:endParaRPr lang="en-US" sz="920" b="0" u="none" strike="noStrike">
              <a:solidFill>
                <a:srgbClr val="000000"/>
              </a:solidFill>
              <a:effectLst/>
              <a:uFillTx/>
              <a:latin typeface="Times New Roman"/>
            </a:endParaRPr>
          </a:p>
        </p:txBody>
      </p:sp>
      <p:sp>
        <p:nvSpPr>
          <p:cNvPr id="92" name="テキスト ボックス 91"/>
          <p:cNvSpPr txBox="1"/>
          <p:nvPr/>
        </p:nvSpPr>
        <p:spPr>
          <a:xfrm>
            <a:off x="2457000" y="1228680"/>
            <a:ext cx="116640" cy="136080"/>
          </a:xfrm>
          <a:prstGeom prst="rect">
            <a:avLst/>
          </a:prstGeom>
          <a:noFill/>
          <a:ln w="0">
            <a:noFill/>
          </a:ln>
        </p:spPr>
        <p:txBody>
          <a:bodyPr wrap="none" lIns="0" tIns="0" rIns="0" bIns="0" anchor="t">
            <a:spAutoFit/>
          </a:bodyPr>
          <a:lstStyle/>
          <a:p>
            <a:r>
              <a:rPr lang="en-US" sz="920" b="0" u="none" strike="noStrike">
                <a:solidFill>
                  <a:srgbClr val="FFFFFF"/>
                </a:solidFill>
                <a:effectLst/>
                <a:uFillTx/>
                <a:latin typeface="NotoSansJP"/>
                <a:ea typeface="NotoSansJP"/>
              </a:rPr>
              <a:t>1</a:t>
            </a:r>
            <a:endParaRPr lang="en-US" sz="920" b="0" u="none" strike="noStrike">
              <a:solidFill>
                <a:srgbClr val="000000"/>
              </a:solidFill>
              <a:effectLst/>
              <a:uFillTx/>
              <a:latin typeface="Times New Roman"/>
            </a:endParaRPr>
          </a:p>
        </p:txBody>
      </p:sp>
      <p:sp>
        <p:nvSpPr>
          <p:cNvPr id="93" name="テキスト ボックス 92"/>
          <p:cNvSpPr txBox="1"/>
          <p:nvPr/>
        </p:nvSpPr>
        <p:spPr>
          <a:xfrm>
            <a:off x="2657520" y="1198800"/>
            <a:ext cx="326988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自動車システムにおける</a:t>
            </a:r>
            <a:r>
              <a:rPr lang="en-US" sz="1320" b="0" u="none" strike="noStrike">
                <a:solidFill>
                  <a:srgbClr val="FFFFFF"/>
                </a:solidFill>
                <a:effectLst/>
                <a:uFillTx/>
                <a:latin typeface="NotoSansJP"/>
                <a:ea typeface="NotoSansJP"/>
              </a:rPr>
              <a:t>AI</a:t>
            </a:r>
            <a:r>
              <a:rPr lang="zh-CN" sz="1320" b="0" u="none" strike="noStrike">
                <a:solidFill>
                  <a:srgbClr val="FFFFFF"/>
                </a:solidFill>
                <a:effectLst/>
                <a:uFillTx/>
                <a:latin typeface="NotoSansJP"/>
                <a:ea typeface="NotoSansJP"/>
              </a:rPr>
              <a:t>安全技術の現状</a:t>
            </a:r>
            <a:endParaRPr lang="en-US" sz="1320" b="0" u="none" strike="noStrike">
              <a:solidFill>
                <a:srgbClr val="000000"/>
              </a:solidFill>
              <a:effectLst/>
              <a:uFillTx/>
              <a:latin typeface="Times New Roman"/>
            </a:endParaRPr>
          </a:p>
        </p:txBody>
      </p:sp>
      <p:sp>
        <p:nvSpPr>
          <p:cNvPr id="94" name="フリーフォーム: 図形 93"/>
          <p:cNvSpPr/>
          <p:nvPr/>
        </p:nvSpPr>
        <p:spPr>
          <a:xfrm>
            <a:off x="5364720" y="1771560"/>
            <a:ext cx="17280" cy="250920"/>
          </a:xfrm>
          <a:custGeom>
            <a:avLst/>
            <a:gdLst/>
            <a:ahLst/>
            <a:cxnLst/>
            <a:rect l="0" t="0" r="r" b="b"/>
            <a:pathLst>
              <a:path w="48" h="697">
                <a:moveTo>
                  <a:pt x="0" y="0"/>
                </a:moveTo>
                <a:lnTo>
                  <a:pt x="48" y="0"/>
                </a:lnTo>
                <a:lnTo>
                  <a:pt x="48" y="697"/>
                </a:lnTo>
                <a:lnTo>
                  <a:pt x="0" y="697"/>
                </a:lnTo>
                <a:lnTo>
                  <a:pt x="0"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5" name="フリーフォーム: 図形 94"/>
          <p:cNvSpPr/>
          <p:nvPr/>
        </p:nvSpPr>
        <p:spPr>
          <a:xfrm>
            <a:off x="1621080" y="1972080"/>
            <a:ext cx="7471080" cy="768960"/>
          </a:xfrm>
          <a:custGeom>
            <a:avLst/>
            <a:gdLst/>
            <a:ahLst/>
            <a:cxnLst/>
            <a:rect l="0" t="0" r="r" b="b"/>
            <a:pathLst>
              <a:path w="20753" h="2136">
                <a:moveTo>
                  <a:pt x="0" y="1950"/>
                </a:moveTo>
                <a:lnTo>
                  <a:pt x="0" y="185"/>
                </a:lnTo>
                <a:cubicBezTo>
                  <a:pt x="0" y="173"/>
                  <a:pt x="1" y="161"/>
                  <a:pt x="3" y="149"/>
                </a:cubicBezTo>
                <a:cubicBezTo>
                  <a:pt x="4" y="137"/>
                  <a:pt x="7" y="126"/>
                  <a:pt x="10" y="114"/>
                </a:cubicBezTo>
                <a:cubicBezTo>
                  <a:pt x="14" y="103"/>
                  <a:pt x="18" y="92"/>
                  <a:pt x="23" y="82"/>
                </a:cubicBezTo>
                <a:cubicBezTo>
                  <a:pt x="28" y="72"/>
                  <a:pt x="34" y="63"/>
                  <a:pt x="41" y="54"/>
                </a:cubicBezTo>
                <a:cubicBezTo>
                  <a:pt x="47" y="46"/>
                  <a:pt x="54" y="38"/>
                  <a:pt x="62" y="31"/>
                </a:cubicBezTo>
                <a:cubicBezTo>
                  <a:pt x="69" y="24"/>
                  <a:pt x="77" y="19"/>
                  <a:pt x="86" y="14"/>
                </a:cubicBezTo>
                <a:cubicBezTo>
                  <a:pt x="94" y="9"/>
                  <a:pt x="103" y="6"/>
                  <a:pt x="112" y="3"/>
                </a:cubicBezTo>
                <a:cubicBezTo>
                  <a:pt x="121" y="1"/>
                  <a:pt x="130" y="0"/>
                  <a:pt x="139" y="0"/>
                </a:cubicBezTo>
                <a:lnTo>
                  <a:pt x="20568" y="0"/>
                </a:lnTo>
                <a:cubicBezTo>
                  <a:pt x="20580" y="0"/>
                  <a:pt x="20592" y="1"/>
                  <a:pt x="20604" y="3"/>
                </a:cubicBezTo>
                <a:cubicBezTo>
                  <a:pt x="20616" y="6"/>
                  <a:pt x="20627" y="9"/>
                  <a:pt x="20639" y="14"/>
                </a:cubicBezTo>
                <a:cubicBezTo>
                  <a:pt x="20650" y="19"/>
                  <a:pt x="20661" y="24"/>
                  <a:pt x="20671" y="31"/>
                </a:cubicBezTo>
                <a:cubicBezTo>
                  <a:pt x="20681" y="38"/>
                  <a:pt x="20690" y="46"/>
                  <a:pt x="20699" y="54"/>
                </a:cubicBezTo>
                <a:cubicBezTo>
                  <a:pt x="20708" y="63"/>
                  <a:pt x="20715" y="72"/>
                  <a:pt x="20722" y="82"/>
                </a:cubicBezTo>
                <a:cubicBezTo>
                  <a:pt x="20729" y="92"/>
                  <a:pt x="20734" y="103"/>
                  <a:pt x="20739" y="114"/>
                </a:cubicBezTo>
                <a:cubicBezTo>
                  <a:pt x="20744" y="126"/>
                  <a:pt x="20747" y="137"/>
                  <a:pt x="20750" y="149"/>
                </a:cubicBezTo>
                <a:cubicBezTo>
                  <a:pt x="20752" y="161"/>
                  <a:pt x="20753" y="173"/>
                  <a:pt x="20753" y="185"/>
                </a:cubicBezTo>
                <a:lnTo>
                  <a:pt x="20753" y="1950"/>
                </a:lnTo>
                <a:cubicBezTo>
                  <a:pt x="20753" y="1962"/>
                  <a:pt x="20752" y="1974"/>
                  <a:pt x="20750" y="1986"/>
                </a:cubicBezTo>
                <a:cubicBezTo>
                  <a:pt x="20747" y="1999"/>
                  <a:pt x="20744" y="2010"/>
                  <a:pt x="20739" y="2022"/>
                </a:cubicBezTo>
                <a:cubicBezTo>
                  <a:pt x="20734" y="2033"/>
                  <a:pt x="20729" y="2044"/>
                  <a:pt x="20722" y="2054"/>
                </a:cubicBezTo>
                <a:cubicBezTo>
                  <a:pt x="20715" y="2064"/>
                  <a:pt x="20708" y="2073"/>
                  <a:pt x="20699" y="2082"/>
                </a:cubicBezTo>
                <a:cubicBezTo>
                  <a:pt x="20690" y="2091"/>
                  <a:pt x="20681" y="2098"/>
                  <a:pt x="20671" y="2105"/>
                </a:cubicBezTo>
                <a:cubicBezTo>
                  <a:pt x="20661" y="2112"/>
                  <a:pt x="20650" y="2118"/>
                  <a:pt x="20639" y="2122"/>
                </a:cubicBezTo>
                <a:cubicBezTo>
                  <a:pt x="20627" y="2127"/>
                  <a:pt x="20616" y="2130"/>
                  <a:pt x="20604" y="2133"/>
                </a:cubicBezTo>
                <a:cubicBezTo>
                  <a:pt x="20592" y="2135"/>
                  <a:pt x="20580" y="2136"/>
                  <a:pt x="20568" y="2136"/>
                </a:cubicBezTo>
                <a:lnTo>
                  <a:pt x="139" y="2136"/>
                </a:lnTo>
                <a:cubicBezTo>
                  <a:pt x="130" y="2136"/>
                  <a:pt x="121" y="2135"/>
                  <a:pt x="112" y="2133"/>
                </a:cubicBezTo>
                <a:cubicBezTo>
                  <a:pt x="103" y="2130"/>
                  <a:pt x="94" y="2127"/>
                  <a:pt x="86" y="2122"/>
                </a:cubicBezTo>
                <a:cubicBezTo>
                  <a:pt x="77" y="2118"/>
                  <a:pt x="69" y="2112"/>
                  <a:pt x="62" y="2105"/>
                </a:cubicBezTo>
                <a:cubicBezTo>
                  <a:pt x="54" y="2098"/>
                  <a:pt x="47" y="2091"/>
                  <a:pt x="41" y="2082"/>
                </a:cubicBezTo>
                <a:cubicBezTo>
                  <a:pt x="34" y="2073"/>
                  <a:pt x="28" y="2064"/>
                  <a:pt x="23" y="2054"/>
                </a:cubicBezTo>
                <a:cubicBezTo>
                  <a:pt x="18" y="2044"/>
                  <a:pt x="14" y="2033"/>
                  <a:pt x="10" y="2022"/>
                </a:cubicBezTo>
                <a:cubicBezTo>
                  <a:pt x="7" y="2010"/>
                  <a:pt x="4" y="1999"/>
                  <a:pt x="3" y="1986"/>
                </a:cubicBezTo>
                <a:cubicBezTo>
                  <a:pt x="1" y="1974"/>
                  <a:pt x="0" y="1962"/>
                  <a:pt x="0" y="1950"/>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6" name="フリーフォーム: 図形 95"/>
          <p:cNvSpPr/>
          <p:nvPr/>
        </p:nvSpPr>
        <p:spPr>
          <a:xfrm>
            <a:off x="1604160" y="1972080"/>
            <a:ext cx="67320" cy="768960"/>
          </a:xfrm>
          <a:custGeom>
            <a:avLst/>
            <a:gdLst/>
            <a:ahLst/>
            <a:cxnLst/>
            <a:rect l="0" t="0" r="r" b="b"/>
            <a:pathLst>
              <a:path w="187" h="2136">
                <a:moveTo>
                  <a:pt x="152" y="14"/>
                </a:moveTo>
                <a:cubicBezTo>
                  <a:pt x="140" y="23"/>
                  <a:pt x="130" y="37"/>
                  <a:pt x="121" y="54"/>
                </a:cubicBezTo>
                <a:cubicBezTo>
                  <a:pt x="113" y="72"/>
                  <a:pt x="106" y="92"/>
                  <a:pt x="101" y="114"/>
                </a:cubicBezTo>
                <a:cubicBezTo>
                  <a:pt x="97" y="137"/>
                  <a:pt x="94" y="161"/>
                  <a:pt x="94" y="185"/>
                </a:cubicBezTo>
                <a:lnTo>
                  <a:pt x="94" y="1950"/>
                </a:lnTo>
                <a:cubicBezTo>
                  <a:pt x="94" y="1974"/>
                  <a:pt x="97" y="1999"/>
                  <a:pt x="101" y="2022"/>
                </a:cubicBezTo>
                <a:cubicBezTo>
                  <a:pt x="106" y="2044"/>
                  <a:pt x="113" y="2065"/>
                  <a:pt x="121" y="2082"/>
                </a:cubicBezTo>
                <a:cubicBezTo>
                  <a:pt x="130" y="2099"/>
                  <a:pt x="140" y="2113"/>
                  <a:pt x="152" y="2122"/>
                </a:cubicBezTo>
                <a:cubicBezTo>
                  <a:pt x="163" y="2132"/>
                  <a:pt x="175" y="2136"/>
                  <a:pt x="187" y="2136"/>
                </a:cubicBezTo>
                <a:cubicBezTo>
                  <a:pt x="162" y="2136"/>
                  <a:pt x="139" y="2132"/>
                  <a:pt x="116" y="2122"/>
                </a:cubicBezTo>
                <a:cubicBezTo>
                  <a:pt x="93" y="2113"/>
                  <a:pt x="72" y="2099"/>
                  <a:pt x="55" y="2082"/>
                </a:cubicBezTo>
                <a:cubicBezTo>
                  <a:pt x="37" y="2065"/>
                  <a:pt x="24" y="2044"/>
                  <a:pt x="15" y="2022"/>
                </a:cubicBezTo>
                <a:cubicBezTo>
                  <a:pt x="5" y="1999"/>
                  <a:pt x="0" y="1974"/>
                  <a:pt x="0" y="1950"/>
                </a:cubicBezTo>
                <a:lnTo>
                  <a:pt x="0" y="185"/>
                </a:lnTo>
                <a:cubicBezTo>
                  <a:pt x="0" y="161"/>
                  <a:pt x="5" y="137"/>
                  <a:pt x="15" y="114"/>
                </a:cubicBezTo>
                <a:cubicBezTo>
                  <a:pt x="24" y="92"/>
                  <a:pt x="37" y="72"/>
                  <a:pt x="55" y="54"/>
                </a:cubicBezTo>
                <a:cubicBezTo>
                  <a:pt x="72" y="37"/>
                  <a:pt x="93" y="23"/>
                  <a:pt x="116" y="14"/>
                </a:cubicBezTo>
                <a:cubicBezTo>
                  <a:pt x="139" y="4"/>
                  <a:pt x="162" y="0"/>
                  <a:pt x="187" y="0"/>
                </a:cubicBezTo>
                <a:cubicBezTo>
                  <a:pt x="175" y="0"/>
                  <a:pt x="163" y="4"/>
                  <a:pt x="152"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7" name="フリーフォーム: 図形 96"/>
          <p:cNvSpPr/>
          <p:nvPr/>
        </p:nvSpPr>
        <p:spPr>
          <a:xfrm>
            <a:off x="1805040" y="2147400"/>
            <a:ext cx="401400" cy="418320"/>
          </a:xfrm>
          <a:custGeom>
            <a:avLst/>
            <a:gdLst/>
            <a:ahLst/>
            <a:cxnLst/>
            <a:rect l="0" t="0" r="r" b="b"/>
            <a:pathLst>
              <a:path w="1115" h="1162">
                <a:moveTo>
                  <a:pt x="0" y="605"/>
                </a:moveTo>
                <a:lnTo>
                  <a:pt x="0" y="558"/>
                </a:lnTo>
                <a:cubicBezTo>
                  <a:pt x="0" y="522"/>
                  <a:pt x="3" y="486"/>
                  <a:pt x="10" y="450"/>
                </a:cubicBezTo>
                <a:cubicBezTo>
                  <a:pt x="17" y="413"/>
                  <a:pt x="28" y="378"/>
                  <a:pt x="42" y="344"/>
                </a:cubicBezTo>
                <a:cubicBezTo>
                  <a:pt x="56" y="310"/>
                  <a:pt x="73" y="278"/>
                  <a:pt x="93" y="248"/>
                </a:cubicBezTo>
                <a:cubicBezTo>
                  <a:pt x="114" y="217"/>
                  <a:pt x="137" y="189"/>
                  <a:pt x="163" y="163"/>
                </a:cubicBezTo>
                <a:cubicBezTo>
                  <a:pt x="189" y="138"/>
                  <a:pt x="217" y="114"/>
                  <a:pt x="247" y="94"/>
                </a:cubicBezTo>
                <a:cubicBezTo>
                  <a:pt x="278" y="74"/>
                  <a:pt x="310" y="57"/>
                  <a:pt x="343" y="43"/>
                </a:cubicBezTo>
                <a:cubicBezTo>
                  <a:pt x="377" y="29"/>
                  <a:pt x="412" y="18"/>
                  <a:pt x="448" y="11"/>
                </a:cubicBezTo>
                <a:cubicBezTo>
                  <a:pt x="484" y="4"/>
                  <a:pt x="520" y="0"/>
                  <a:pt x="557" y="0"/>
                </a:cubicBezTo>
                <a:cubicBezTo>
                  <a:pt x="593" y="0"/>
                  <a:pt x="629" y="4"/>
                  <a:pt x="665" y="11"/>
                </a:cubicBezTo>
                <a:cubicBezTo>
                  <a:pt x="701" y="18"/>
                  <a:pt x="736" y="29"/>
                  <a:pt x="770" y="43"/>
                </a:cubicBezTo>
                <a:cubicBezTo>
                  <a:pt x="804" y="57"/>
                  <a:pt x="836" y="74"/>
                  <a:pt x="866" y="94"/>
                </a:cubicBezTo>
                <a:cubicBezTo>
                  <a:pt x="897" y="114"/>
                  <a:pt x="925" y="138"/>
                  <a:pt x="951" y="163"/>
                </a:cubicBezTo>
                <a:cubicBezTo>
                  <a:pt x="976" y="189"/>
                  <a:pt x="1000" y="217"/>
                  <a:pt x="1020" y="248"/>
                </a:cubicBezTo>
                <a:cubicBezTo>
                  <a:pt x="1040" y="278"/>
                  <a:pt x="1057" y="310"/>
                  <a:pt x="1071" y="344"/>
                </a:cubicBezTo>
                <a:cubicBezTo>
                  <a:pt x="1085" y="378"/>
                  <a:pt x="1096" y="413"/>
                  <a:pt x="1103" y="450"/>
                </a:cubicBezTo>
                <a:cubicBezTo>
                  <a:pt x="1110" y="486"/>
                  <a:pt x="1115" y="522"/>
                  <a:pt x="1115" y="558"/>
                </a:cubicBezTo>
                <a:lnTo>
                  <a:pt x="1115" y="605"/>
                </a:lnTo>
                <a:cubicBezTo>
                  <a:pt x="1115" y="641"/>
                  <a:pt x="1110" y="678"/>
                  <a:pt x="1103" y="713"/>
                </a:cubicBezTo>
                <a:cubicBezTo>
                  <a:pt x="1096" y="749"/>
                  <a:pt x="1085" y="784"/>
                  <a:pt x="1071" y="818"/>
                </a:cubicBezTo>
                <a:cubicBezTo>
                  <a:pt x="1057" y="852"/>
                  <a:pt x="1040" y="884"/>
                  <a:pt x="1020" y="914"/>
                </a:cubicBezTo>
                <a:cubicBezTo>
                  <a:pt x="1000" y="945"/>
                  <a:pt x="976" y="973"/>
                  <a:pt x="951" y="999"/>
                </a:cubicBezTo>
                <a:cubicBezTo>
                  <a:pt x="925" y="1025"/>
                  <a:pt x="897" y="1048"/>
                  <a:pt x="866" y="1068"/>
                </a:cubicBezTo>
                <a:cubicBezTo>
                  <a:pt x="836" y="1088"/>
                  <a:pt x="804" y="1106"/>
                  <a:pt x="770" y="1119"/>
                </a:cubicBezTo>
                <a:cubicBezTo>
                  <a:pt x="736" y="1133"/>
                  <a:pt x="701" y="1144"/>
                  <a:pt x="665" y="1151"/>
                </a:cubicBezTo>
                <a:cubicBezTo>
                  <a:pt x="629" y="1158"/>
                  <a:pt x="593" y="1162"/>
                  <a:pt x="557" y="1162"/>
                </a:cubicBezTo>
                <a:cubicBezTo>
                  <a:pt x="520" y="1162"/>
                  <a:pt x="484" y="1158"/>
                  <a:pt x="448" y="1151"/>
                </a:cubicBezTo>
                <a:cubicBezTo>
                  <a:pt x="412" y="1144"/>
                  <a:pt x="377" y="1133"/>
                  <a:pt x="343" y="1119"/>
                </a:cubicBezTo>
                <a:cubicBezTo>
                  <a:pt x="310" y="1106"/>
                  <a:pt x="278" y="1088"/>
                  <a:pt x="247" y="1068"/>
                </a:cubicBezTo>
                <a:cubicBezTo>
                  <a:pt x="217" y="1048"/>
                  <a:pt x="189" y="1025"/>
                  <a:pt x="163" y="999"/>
                </a:cubicBezTo>
                <a:cubicBezTo>
                  <a:pt x="137" y="973"/>
                  <a:pt x="114" y="945"/>
                  <a:pt x="93" y="914"/>
                </a:cubicBezTo>
                <a:cubicBezTo>
                  <a:pt x="73" y="884"/>
                  <a:pt x="56" y="852"/>
                  <a:pt x="42" y="818"/>
                </a:cubicBezTo>
                <a:cubicBezTo>
                  <a:pt x="28" y="784"/>
                  <a:pt x="17" y="749"/>
                  <a:pt x="10" y="713"/>
                </a:cubicBezTo>
                <a:cubicBezTo>
                  <a:pt x="3" y="678"/>
                  <a:pt x="0" y="641"/>
                  <a:pt x="0" y="605"/>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98" name="図 97"/>
          <p:cNvPicPr/>
          <p:nvPr/>
        </p:nvPicPr>
        <p:blipFill>
          <a:blip r:embed="rId4"/>
          <a:stretch/>
        </p:blipFill>
        <p:spPr>
          <a:xfrm>
            <a:off x="1905480" y="2247840"/>
            <a:ext cx="200160" cy="200160"/>
          </a:xfrm>
          <a:prstGeom prst="rect">
            <a:avLst/>
          </a:prstGeom>
          <a:noFill/>
          <a:ln w="0">
            <a:noFill/>
          </a:ln>
        </p:spPr>
      </p:pic>
      <p:sp>
        <p:nvSpPr>
          <p:cNvPr id="99" name="フリーフォーム: 図形 98"/>
          <p:cNvSpPr/>
          <p:nvPr/>
        </p:nvSpPr>
        <p:spPr>
          <a:xfrm>
            <a:off x="2339640" y="2155680"/>
            <a:ext cx="200880" cy="201240"/>
          </a:xfrm>
          <a:custGeom>
            <a:avLst/>
            <a:gdLst/>
            <a:ahLst/>
            <a:cxnLst/>
            <a:rect l="0" t="0" r="r" b="b"/>
            <a:pathLst>
              <a:path w="558" h="559">
                <a:moveTo>
                  <a:pt x="0" y="466"/>
                </a:moveTo>
                <a:lnTo>
                  <a:pt x="0" y="93"/>
                </a:lnTo>
                <a:cubicBezTo>
                  <a:pt x="0" y="81"/>
                  <a:pt x="3" y="69"/>
                  <a:pt x="7" y="58"/>
                </a:cubicBezTo>
                <a:cubicBezTo>
                  <a:pt x="12" y="46"/>
                  <a:pt x="19" y="36"/>
                  <a:pt x="27" y="28"/>
                </a:cubicBezTo>
                <a:cubicBezTo>
                  <a:pt x="36" y="19"/>
                  <a:pt x="46" y="12"/>
                  <a:pt x="57" y="8"/>
                </a:cubicBezTo>
                <a:cubicBezTo>
                  <a:pt x="69" y="3"/>
                  <a:pt x="81" y="0"/>
                  <a:pt x="93" y="0"/>
                </a:cubicBezTo>
                <a:lnTo>
                  <a:pt x="465" y="0"/>
                </a:lnTo>
                <a:cubicBezTo>
                  <a:pt x="478" y="0"/>
                  <a:pt x="490" y="3"/>
                  <a:pt x="501" y="8"/>
                </a:cubicBezTo>
                <a:cubicBezTo>
                  <a:pt x="512" y="12"/>
                  <a:pt x="522" y="19"/>
                  <a:pt x="531" y="28"/>
                </a:cubicBezTo>
                <a:cubicBezTo>
                  <a:pt x="540" y="36"/>
                  <a:pt x="546" y="46"/>
                  <a:pt x="551" y="58"/>
                </a:cubicBezTo>
                <a:cubicBezTo>
                  <a:pt x="556" y="69"/>
                  <a:pt x="558" y="81"/>
                  <a:pt x="558" y="93"/>
                </a:cubicBezTo>
                <a:lnTo>
                  <a:pt x="558" y="466"/>
                </a:lnTo>
                <a:cubicBezTo>
                  <a:pt x="558" y="478"/>
                  <a:pt x="556" y="490"/>
                  <a:pt x="551" y="501"/>
                </a:cubicBezTo>
                <a:cubicBezTo>
                  <a:pt x="546" y="513"/>
                  <a:pt x="540" y="523"/>
                  <a:pt x="531" y="531"/>
                </a:cubicBezTo>
                <a:cubicBezTo>
                  <a:pt x="522" y="540"/>
                  <a:pt x="512" y="547"/>
                  <a:pt x="501" y="552"/>
                </a:cubicBezTo>
                <a:cubicBezTo>
                  <a:pt x="490" y="556"/>
                  <a:pt x="478" y="559"/>
                  <a:pt x="465" y="559"/>
                </a:cubicBezTo>
                <a:lnTo>
                  <a:pt x="93" y="559"/>
                </a:lnTo>
                <a:cubicBezTo>
                  <a:pt x="81" y="559"/>
                  <a:pt x="69" y="556"/>
                  <a:pt x="57" y="552"/>
                </a:cubicBezTo>
                <a:cubicBezTo>
                  <a:pt x="46" y="547"/>
                  <a:pt x="36" y="540"/>
                  <a:pt x="27" y="531"/>
                </a:cubicBezTo>
                <a:cubicBezTo>
                  <a:pt x="19" y="523"/>
                  <a:pt x="12" y="513"/>
                  <a:pt x="7" y="501"/>
                </a:cubicBezTo>
                <a:cubicBezTo>
                  <a:pt x="3" y="490"/>
                  <a:pt x="0" y="478"/>
                  <a:pt x="0" y="466"/>
                </a:cubicBez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00" name="テキスト ボックス 99"/>
          <p:cNvSpPr txBox="1"/>
          <p:nvPr/>
        </p:nvSpPr>
        <p:spPr>
          <a:xfrm>
            <a:off x="2390040" y="1462320"/>
            <a:ext cx="541692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認識能力の向上、予測分析と異常検知、センサーフュージョン技術の</a:t>
            </a:r>
            <a:r>
              <a:rPr lang="en-US" sz="920" b="0" u="none" strike="noStrike">
                <a:solidFill>
                  <a:srgbClr val="D1D5DC"/>
                </a:solidFill>
                <a:effectLst/>
                <a:uFillTx/>
                <a:latin typeface="NotoSansJP"/>
                <a:ea typeface="NotoSansJP"/>
              </a:rPr>
              <a:t>3</a:t>
            </a:r>
            <a:r>
              <a:rPr lang="zh-CN" sz="920" b="0" u="none" strike="noStrike">
                <a:solidFill>
                  <a:srgbClr val="D1D5DC"/>
                </a:solidFill>
                <a:effectLst/>
                <a:uFillTx/>
                <a:latin typeface="NotoSansJP"/>
                <a:ea typeface="NotoSansJP"/>
              </a:rPr>
              <a:t>つの側面から現状を解説します</a:t>
            </a:r>
            <a:endParaRPr lang="en-US" sz="920" b="0" u="none" strike="noStrike">
              <a:solidFill>
                <a:srgbClr val="000000"/>
              </a:solidFill>
              <a:effectLst/>
              <a:uFillTx/>
              <a:latin typeface="Times New Roman"/>
            </a:endParaRPr>
          </a:p>
        </p:txBody>
      </p:sp>
      <p:sp>
        <p:nvSpPr>
          <p:cNvPr id="101" name="テキスト ボックス 100"/>
          <p:cNvSpPr txBox="1"/>
          <p:nvPr/>
        </p:nvSpPr>
        <p:spPr>
          <a:xfrm>
            <a:off x="2406600" y="2197800"/>
            <a:ext cx="116640" cy="136080"/>
          </a:xfrm>
          <a:prstGeom prst="rect">
            <a:avLst/>
          </a:prstGeom>
          <a:noFill/>
          <a:ln w="0">
            <a:noFill/>
          </a:ln>
        </p:spPr>
        <p:txBody>
          <a:bodyPr wrap="none" lIns="0" tIns="0" rIns="0" bIns="0" anchor="t">
            <a:spAutoFit/>
          </a:bodyPr>
          <a:lstStyle/>
          <a:p>
            <a:r>
              <a:rPr lang="en-US" sz="920" b="0" u="none" strike="noStrike">
                <a:solidFill>
                  <a:srgbClr val="FFFFFF"/>
                </a:solidFill>
                <a:effectLst/>
                <a:uFillTx/>
                <a:latin typeface="NotoSansJP"/>
                <a:ea typeface="NotoSansJP"/>
              </a:rPr>
              <a:t>2</a:t>
            </a:r>
            <a:endParaRPr lang="en-US" sz="920" b="0" u="none" strike="noStrike">
              <a:solidFill>
                <a:srgbClr val="000000"/>
              </a:solidFill>
              <a:effectLst/>
              <a:uFillTx/>
              <a:latin typeface="Times New Roman"/>
            </a:endParaRPr>
          </a:p>
        </p:txBody>
      </p:sp>
      <p:sp>
        <p:nvSpPr>
          <p:cNvPr id="102" name="テキスト ボックス 101"/>
          <p:cNvSpPr txBox="1"/>
          <p:nvPr/>
        </p:nvSpPr>
        <p:spPr>
          <a:xfrm>
            <a:off x="2607120" y="2167920"/>
            <a:ext cx="2886120" cy="244080"/>
          </a:xfrm>
          <a:prstGeom prst="rect">
            <a:avLst/>
          </a:prstGeom>
          <a:noFill/>
          <a:ln w="0">
            <a:noFill/>
          </a:ln>
        </p:spPr>
        <p:txBody>
          <a:bodyPr wrap="none" lIns="0" tIns="0" rIns="0" bIns="0" anchor="t">
            <a:spAutoFit/>
          </a:bodyPr>
          <a:lstStyle/>
          <a:p>
            <a:r>
              <a:rPr lang="en-US" sz="1320" b="0" u="none" strike="noStrike">
                <a:solidFill>
                  <a:srgbClr val="FFFFFF"/>
                </a:solidFill>
                <a:effectLst/>
                <a:uFillTx/>
                <a:latin typeface="NotoSansJP"/>
                <a:ea typeface="NotoSansJP"/>
              </a:rPr>
              <a:t>AI</a:t>
            </a:r>
            <a:r>
              <a:rPr lang="zh-CN" sz="1320" b="0" u="none" strike="noStrike">
                <a:solidFill>
                  <a:srgbClr val="FFFFFF"/>
                </a:solidFill>
                <a:effectLst/>
                <a:uFillTx/>
                <a:latin typeface="NotoSansJP"/>
                <a:ea typeface="NotoSansJP"/>
              </a:rPr>
              <a:t>の学習手法と自動車安全性への応用</a:t>
            </a:r>
            <a:endParaRPr lang="en-US" sz="1320" b="0" u="none" strike="noStrike">
              <a:solidFill>
                <a:srgbClr val="000000"/>
              </a:solidFill>
              <a:effectLst/>
              <a:uFillTx/>
              <a:latin typeface="Times New Roman"/>
            </a:endParaRPr>
          </a:p>
        </p:txBody>
      </p:sp>
      <p:sp>
        <p:nvSpPr>
          <p:cNvPr id="103" name="フリーフォーム: 図形 102"/>
          <p:cNvSpPr/>
          <p:nvPr/>
        </p:nvSpPr>
        <p:spPr>
          <a:xfrm>
            <a:off x="5364720" y="2740680"/>
            <a:ext cx="17280" cy="251280"/>
          </a:xfrm>
          <a:custGeom>
            <a:avLst/>
            <a:gdLst/>
            <a:ahLst/>
            <a:cxnLst/>
            <a:rect l="0" t="0" r="r" b="b"/>
            <a:pathLst>
              <a:path w="48" h="698">
                <a:moveTo>
                  <a:pt x="0" y="0"/>
                </a:moveTo>
                <a:lnTo>
                  <a:pt x="48" y="0"/>
                </a:lnTo>
                <a:lnTo>
                  <a:pt x="48" y="698"/>
                </a:lnTo>
                <a:lnTo>
                  <a:pt x="0" y="698"/>
                </a:lnTo>
                <a:lnTo>
                  <a:pt x="0"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04" name="フリーフォーム: 図形 103"/>
          <p:cNvSpPr/>
          <p:nvPr/>
        </p:nvSpPr>
        <p:spPr>
          <a:xfrm>
            <a:off x="1621080" y="2941200"/>
            <a:ext cx="7471080" cy="769320"/>
          </a:xfrm>
          <a:custGeom>
            <a:avLst/>
            <a:gdLst/>
            <a:ahLst/>
            <a:cxnLst/>
            <a:rect l="0" t="0" r="r" b="b"/>
            <a:pathLst>
              <a:path w="20753" h="2137">
                <a:moveTo>
                  <a:pt x="0" y="1951"/>
                </a:moveTo>
                <a:lnTo>
                  <a:pt x="0" y="186"/>
                </a:lnTo>
                <a:cubicBezTo>
                  <a:pt x="0" y="174"/>
                  <a:pt x="1" y="162"/>
                  <a:pt x="3" y="150"/>
                </a:cubicBezTo>
                <a:cubicBezTo>
                  <a:pt x="4" y="138"/>
                  <a:pt x="7" y="126"/>
                  <a:pt x="10" y="115"/>
                </a:cubicBezTo>
                <a:cubicBezTo>
                  <a:pt x="14" y="104"/>
                  <a:pt x="18" y="93"/>
                  <a:pt x="23" y="83"/>
                </a:cubicBezTo>
                <a:cubicBezTo>
                  <a:pt x="28" y="73"/>
                  <a:pt x="34" y="64"/>
                  <a:pt x="41" y="55"/>
                </a:cubicBezTo>
                <a:cubicBezTo>
                  <a:pt x="47" y="46"/>
                  <a:pt x="54" y="39"/>
                  <a:pt x="62" y="32"/>
                </a:cubicBezTo>
                <a:cubicBezTo>
                  <a:pt x="69" y="25"/>
                  <a:pt x="77" y="19"/>
                  <a:pt x="86" y="15"/>
                </a:cubicBezTo>
                <a:cubicBezTo>
                  <a:pt x="94" y="10"/>
                  <a:pt x="103" y="6"/>
                  <a:pt x="112" y="4"/>
                </a:cubicBezTo>
                <a:cubicBezTo>
                  <a:pt x="121" y="2"/>
                  <a:pt x="130" y="0"/>
                  <a:pt x="139" y="0"/>
                </a:cubicBezTo>
                <a:lnTo>
                  <a:pt x="20568" y="0"/>
                </a:lnTo>
                <a:cubicBezTo>
                  <a:pt x="20580" y="0"/>
                  <a:pt x="20592" y="2"/>
                  <a:pt x="20604" y="4"/>
                </a:cubicBezTo>
                <a:cubicBezTo>
                  <a:pt x="20616" y="6"/>
                  <a:pt x="20627" y="10"/>
                  <a:pt x="20639" y="15"/>
                </a:cubicBezTo>
                <a:cubicBezTo>
                  <a:pt x="20650" y="19"/>
                  <a:pt x="20661" y="25"/>
                  <a:pt x="20671" y="32"/>
                </a:cubicBezTo>
                <a:cubicBezTo>
                  <a:pt x="20681" y="39"/>
                  <a:pt x="20690" y="46"/>
                  <a:pt x="20699" y="55"/>
                </a:cubicBezTo>
                <a:cubicBezTo>
                  <a:pt x="20708" y="64"/>
                  <a:pt x="20715" y="73"/>
                  <a:pt x="20722" y="83"/>
                </a:cubicBezTo>
                <a:cubicBezTo>
                  <a:pt x="20729" y="93"/>
                  <a:pt x="20734" y="104"/>
                  <a:pt x="20739" y="115"/>
                </a:cubicBezTo>
                <a:cubicBezTo>
                  <a:pt x="20744" y="126"/>
                  <a:pt x="20747" y="138"/>
                  <a:pt x="20750" y="150"/>
                </a:cubicBezTo>
                <a:cubicBezTo>
                  <a:pt x="20752" y="162"/>
                  <a:pt x="20753" y="174"/>
                  <a:pt x="20753" y="186"/>
                </a:cubicBezTo>
                <a:lnTo>
                  <a:pt x="20753" y="1951"/>
                </a:lnTo>
                <a:cubicBezTo>
                  <a:pt x="20753" y="1964"/>
                  <a:pt x="20752" y="1976"/>
                  <a:pt x="20750" y="1988"/>
                </a:cubicBezTo>
                <a:cubicBezTo>
                  <a:pt x="20747" y="2000"/>
                  <a:pt x="20744" y="2011"/>
                  <a:pt x="20739" y="2022"/>
                </a:cubicBezTo>
                <a:cubicBezTo>
                  <a:pt x="20734" y="2034"/>
                  <a:pt x="20729" y="2044"/>
                  <a:pt x="20722" y="2055"/>
                </a:cubicBezTo>
                <a:cubicBezTo>
                  <a:pt x="20715" y="2065"/>
                  <a:pt x="20708" y="2074"/>
                  <a:pt x="20699" y="2083"/>
                </a:cubicBezTo>
                <a:cubicBezTo>
                  <a:pt x="20690" y="2091"/>
                  <a:pt x="20681" y="2099"/>
                  <a:pt x="20671" y="2106"/>
                </a:cubicBezTo>
                <a:cubicBezTo>
                  <a:pt x="20661" y="2113"/>
                  <a:pt x="20650" y="2118"/>
                  <a:pt x="20639" y="2123"/>
                </a:cubicBezTo>
                <a:cubicBezTo>
                  <a:pt x="20627" y="2128"/>
                  <a:pt x="20616" y="2131"/>
                  <a:pt x="20604" y="2134"/>
                </a:cubicBezTo>
                <a:cubicBezTo>
                  <a:pt x="20592" y="2136"/>
                  <a:pt x="20580" y="2137"/>
                  <a:pt x="20568" y="2137"/>
                </a:cubicBezTo>
                <a:lnTo>
                  <a:pt x="139" y="2137"/>
                </a:lnTo>
                <a:cubicBezTo>
                  <a:pt x="130" y="2137"/>
                  <a:pt x="121" y="2136"/>
                  <a:pt x="112" y="2134"/>
                </a:cubicBezTo>
                <a:cubicBezTo>
                  <a:pt x="103" y="2131"/>
                  <a:pt x="94" y="2128"/>
                  <a:pt x="86" y="2123"/>
                </a:cubicBezTo>
                <a:cubicBezTo>
                  <a:pt x="77" y="2118"/>
                  <a:pt x="69" y="2113"/>
                  <a:pt x="62" y="2106"/>
                </a:cubicBezTo>
                <a:cubicBezTo>
                  <a:pt x="54" y="2099"/>
                  <a:pt x="47" y="2091"/>
                  <a:pt x="41" y="2083"/>
                </a:cubicBezTo>
                <a:cubicBezTo>
                  <a:pt x="34" y="2074"/>
                  <a:pt x="28" y="2065"/>
                  <a:pt x="23" y="2055"/>
                </a:cubicBezTo>
                <a:cubicBezTo>
                  <a:pt x="18" y="2044"/>
                  <a:pt x="14" y="2034"/>
                  <a:pt x="10" y="2022"/>
                </a:cubicBezTo>
                <a:cubicBezTo>
                  <a:pt x="7" y="2011"/>
                  <a:pt x="4" y="2000"/>
                  <a:pt x="3" y="1988"/>
                </a:cubicBezTo>
                <a:cubicBezTo>
                  <a:pt x="1" y="1976"/>
                  <a:pt x="0" y="1964"/>
                  <a:pt x="0" y="1951"/>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05" name="フリーフォーム: 図形 104"/>
          <p:cNvSpPr/>
          <p:nvPr/>
        </p:nvSpPr>
        <p:spPr>
          <a:xfrm>
            <a:off x="1604160" y="2941200"/>
            <a:ext cx="67320" cy="769320"/>
          </a:xfrm>
          <a:custGeom>
            <a:avLst/>
            <a:gdLst/>
            <a:ahLst/>
            <a:cxnLst/>
            <a:rect l="0" t="0" r="r" b="b"/>
            <a:pathLst>
              <a:path w="187" h="2137">
                <a:moveTo>
                  <a:pt x="152" y="15"/>
                </a:moveTo>
                <a:cubicBezTo>
                  <a:pt x="140" y="24"/>
                  <a:pt x="130" y="37"/>
                  <a:pt x="121" y="55"/>
                </a:cubicBezTo>
                <a:cubicBezTo>
                  <a:pt x="113" y="72"/>
                  <a:pt x="106" y="92"/>
                  <a:pt x="101" y="115"/>
                </a:cubicBezTo>
                <a:cubicBezTo>
                  <a:pt x="97" y="138"/>
                  <a:pt x="94" y="162"/>
                  <a:pt x="94" y="186"/>
                </a:cubicBezTo>
                <a:lnTo>
                  <a:pt x="94" y="1951"/>
                </a:lnTo>
                <a:cubicBezTo>
                  <a:pt x="94" y="1976"/>
                  <a:pt x="97" y="2000"/>
                  <a:pt x="101" y="2022"/>
                </a:cubicBezTo>
                <a:cubicBezTo>
                  <a:pt x="106" y="2045"/>
                  <a:pt x="113" y="2065"/>
                  <a:pt x="121" y="2083"/>
                </a:cubicBezTo>
                <a:cubicBezTo>
                  <a:pt x="130" y="2100"/>
                  <a:pt x="140" y="2114"/>
                  <a:pt x="152" y="2123"/>
                </a:cubicBezTo>
                <a:cubicBezTo>
                  <a:pt x="163" y="2132"/>
                  <a:pt x="175" y="2137"/>
                  <a:pt x="187" y="2137"/>
                </a:cubicBezTo>
                <a:cubicBezTo>
                  <a:pt x="162" y="2137"/>
                  <a:pt x="139" y="2132"/>
                  <a:pt x="116" y="2123"/>
                </a:cubicBezTo>
                <a:cubicBezTo>
                  <a:pt x="93" y="2114"/>
                  <a:pt x="72" y="2100"/>
                  <a:pt x="55" y="2083"/>
                </a:cubicBezTo>
                <a:cubicBezTo>
                  <a:pt x="37" y="2065"/>
                  <a:pt x="24" y="2045"/>
                  <a:pt x="15" y="2022"/>
                </a:cubicBezTo>
                <a:cubicBezTo>
                  <a:pt x="5" y="2000"/>
                  <a:pt x="0" y="1976"/>
                  <a:pt x="0" y="1951"/>
                </a:cubicBezTo>
                <a:lnTo>
                  <a:pt x="0" y="186"/>
                </a:lnTo>
                <a:cubicBezTo>
                  <a:pt x="0" y="162"/>
                  <a:pt x="5" y="138"/>
                  <a:pt x="15" y="115"/>
                </a:cubicBezTo>
                <a:cubicBezTo>
                  <a:pt x="24" y="92"/>
                  <a:pt x="37" y="72"/>
                  <a:pt x="55" y="55"/>
                </a:cubicBezTo>
                <a:cubicBezTo>
                  <a:pt x="72" y="37"/>
                  <a:pt x="93" y="24"/>
                  <a:pt x="116" y="15"/>
                </a:cubicBezTo>
                <a:cubicBezTo>
                  <a:pt x="139" y="5"/>
                  <a:pt x="162" y="1"/>
                  <a:pt x="187" y="0"/>
                </a:cubicBezTo>
                <a:cubicBezTo>
                  <a:pt x="175" y="1"/>
                  <a:pt x="163" y="5"/>
                  <a:pt x="152" y="15"/>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06" name="フリーフォーム: 図形 105"/>
          <p:cNvSpPr/>
          <p:nvPr/>
        </p:nvSpPr>
        <p:spPr>
          <a:xfrm>
            <a:off x="1805040" y="3116880"/>
            <a:ext cx="401400" cy="418320"/>
          </a:xfrm>
          <a:custGeom>
            <a:avLst/>
            <a:gdLst/>
            <a:ahLst/>
            <a:cxnLst/>
            <a:rect l="0" t="0" r="r" b="b"/>
            <a:pathLst>
              <a:path w="1115" h="1162">
                <a:moveTo>
                  <a:pt x="0" y="605"/>
                </a:moveTo>
                <a:lnTo>
                  <a:pt x="0" y="558"/>
                </a:lnTo>
                <a:cubicBezTo>
                  <a:pt x="0" y="522"/>
                  <a:pt x="3" y="485"/>
                  <a:pt x="10" y="449"/>
                </a:cubicBezTo>
                <a:cubicBezTo>
                  <a:pt x="17" y="414"/>
                  <a:pt x="28" y="379"/>
                  <a:pt x="42" y="345"/>
                </a:cubicBezTo>
                <a:cubicBezTo>
                  <a:pt x="56" y="311"/>
                  <a:pt x="73" y="279"/>
                  <a:pt x="93" y="249"/>
                </a:cubicBezTo>
                <a:cubicBezTo>
                  <a:pt x="114" y="218"/>
                  <a:pt x="137" y="190"/>
                  <a:pt x="163" y="164"/>
                </a:cubicBezTo>
                <a:cubicBezTo>
                  <a:pt x="189" y="138"/>
                  <a:pt x="217" y="115"/>
                  <a:pt x="247" y="95"/>
                </a:cubicBezTo>
                <a:cubicBezTo>
                  <a:pt x="278" y="75"/>
                  <a:pt x="310" y="57"/>
                  <a:pt x="343" y="43"/>
                </a:cubicBezTo>
                <a:cubicBezTo>
                  <a:pt x="377" y="28"/>
                  <a:pt x="412" y="18"/>
                  <a:pt x="448" y="11"/>
                </a:cubicBezTo>
                <a:cubicBezTo>
                  <a:pt x="484" y="4"/>
                  <a:pt x="520" y="0"/>
                  <a:pt x="557" y="0"/>
                </a:cubicBezTo>
                <a:cubicBezTo>
                  <a:pt x="593" y="0"/>
                  <a:pt x="629" y="4"/>
                  <a:pt x="665" y="11"/>
                </a:cubicBezTo>
                <a:cubicBezTo>
                  <a:pt x="701" y="18"/>
                  <a:pt x="736" y="28"/>
                  <a:pt x="770" y="43"/>
                </a:cubicBezTo>
                <a:cubicBezTo>
                  <a:pt x="804" y="57"/>
                  <a:pt x="836" y="75"/>
                  <a:pt x="866" y="95"/>
                </a:cubicBezTo>
                <a:cubicBezTo>
                  <a:pt x="897" y="115"/>
                  <a:pt x="925" y="138"/>
                  <a:pt x="951" y="164"/>
                </a:cubicBezTo>
                <a:cubicBezTo>
                  <a:pt x="976" y="190"/>
                  <a:pt x="1000" y="218"/>
                  <a:pt x="1020" y="249"/>
                </a:cubicBezTo>
                <a:cubicBezTo>
                  <a:pt x="1040" y="279"/>
                  <a:pt x="1057" y="311"/>
                  <a:pt x="1071" y="345"/>
                </a:cubicBezTo>
                <a:cubicBezTo>
                  <a:pt x="1085" y="379"/>
                  <a:pt x="1096" y="414"/>
                  <a:pt x="1103" y="449"/>
                </a:cubicBezTo>
                <a:cubicBezTo>
                  <a:pt x="1110" y="485"/>
                  <a:pt x="1115" y="522"/>
                  <a:pt x="1115" y="558"/>
                </a:cubicBezTo>
                <a:lnTo>
                  <a:pt x="1115" y="605"/>
                </a:lnTo>
                <a:cubicBezTo>
                  <a:pt x="1115" y="641"/>
                  <a:pt x="1110" y="677"/>
                  <a:pt x="1103" y="713"/>
                </a:cubicBezTo>
                <a:cubicBezTo>
                  <a:pt x="1096" y="749"/>
                  <a:pt x="1085" y="784"/>
                  <a:pt x="1071" y="818"/>
                </a:cubicBezTo>
                <a:cubicBezTo>
                  <a:pt x="1057" y="852"/>
                  <a:pt x="1040" y="884"/>
                  <a:pt x="1020" y="914"/>
                </a:cubicBezTo>
                <a:cubicBezTo>
                  <a:pt x="1000" y="944"/>
                  <a:pt x="976" y="973"/>
                  <a:pt x="951" y="998"/>
                </a:cubicBezTo>
                <a:cubicBezTo>
                  <a:pt x="925" y="1024"/>
                  <a:pt x="897" y="1047"/>
                  <a:pt x="866" y="1068"/>
                </a:cubicBezTo>
                <a:cubicBezTo>
                  <a:pt x="836" y="1088"/>
                  <a:pt x="804" y="1105"/>
                  <a:pt x="770" y="1119"/>
                </a:cubicBezTo>
                <a:cubicBezTo>
                  <a:pt x="736" y="1133"/>
                  <a:pt x="701" y="1144"/>
                  <a:pt x="665" y="1151"/>
                </a:cubicBezTo>
                <a:cubicBezTo>
                  <a:pt x="629" y="1158"/>
                  <a:pt x="593" y="1162"/>
                  <a:pt x="557" y="1162"/>
                </a:cubicBezTo>
                <a:cubicBezTo>
                  <a:pt x="520" y="1162"/>
                  <a:pt x="484" y="1158"/>
                  <a:pt x="448" y="1151"/>
                </a:cubicBezTo>
                <a:cubicBezTo>
                  <a:pt x="412" y="1144"/>
                  <a:pt x="377" y="1133"/>
                  <a:pt x="343" y="1119"/>
                </a:cubicBezTo>
                <a:cubicBezTo>
                  <a:pt x="310" y="1105"/>
                  <a:pt x="278" y="1088"/>
                  <a:pt x="247" y="1068"/>
                </a:cubicBezTo>
                <a:cubicBezTo>
                  <a:pt x="217" y="1047"/>
                  <a:pt x="189" y="1024"/>
                  <a:pt x="163" y="998"/>
                </a:cubicBezTo>
                <a:cubicBezTo>
                  <a:pt x="137" y="973"/>
                  <a:pt x="114" y="944"/>
                  <a:pt x="93" y="914"/>
                </a:cubicBezTo>
                <a:cubicBezTo>
                  <a:pt x="73" y="884"/>
                  <a:pt x="56" y="852"/>
                  <a:pt x="42" y="818"/>
                </a:cubicBezTo>
                <a:cubicBezTo>
                  <a:pt x="28" y="784"/>
                  <a:pt x="17" y="749"/>
                  <a:pt x="10" y="713"/>
                </a:cubicBezTo>
                <a:cubicBezTo>
                  <a:pt x="3" y="677"/>
                  <a:pt x="0" y="641"/>
                  <a:pt x="0" y="605"/>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107" name="図 106"/>
          <p:cNvPicPr/>
          <p:nvPr/>
        </p:nvPicPr>
        <p:blipFill>
          <a:blip r:embed="rId5"/>
          <a:stretch/>
        </p:blipFill>
        <p:spPr>
          <a:xfrm>
            <a:off x="1905480" y="3217320"/>
            <a:ext cx="200160" cy="200160"/>
          </a:xfrm>
          <a:prstGeom prst="rect">
            <a:avLst/>
          </a:prstGeom>
          <a:noFill/>
          <a:ln w="0">
            <a:noFill/>
          </a:ln>
        </p:spPr>
      </p:pic>
      <p:sp>
        <p:nvSpPr>
          <p:cNvPr id="108" name="フリーフォーム: 図形 107"/>
          <p:cNvSpPr/>
          <p:nvPr/>
        </p:nvSpPr>
        <p:spPr>
          <a:xfrm>
            <a:off x="2339640" y="3125160"/>
            <a:ext cx="200880" cy="200880"/>
          </a:xfrm>
          <a:custGeom>
            <a:avLst/>
            <a:gdLst/>
            <a:ahLst/>
            <a:cxnLst/>
            <a:rect l="0" t="0" r="r" b="b"/>
            <a:pathLst>
              <a:path w="558" h="558">
                <a:moveTo>
                  <a:pt x="0" y="464"/>
                </a:moveTo>
                <a:lnTo>
                  <a:pt x="0" y="93"/>
                </a:lnTo>
                <a:cubicBezTo>
                  <a:pt x="0" y="81"/>
                  <a:pt x="3" y="69"/>
                  <a:pt x="7" y="58"/>
                </a:cubicBezTo>
                <a:cubicBezTo>
                  <a:pt x="12" y="46"/>
                  <a:pt x="19" y="36"/>
                  <a:pt x="27" y="27"/>
                </a:cubicBezTo>
                <a:cubicBezTo>
                  <a:pt x="36" y="19"/>
                  <a:pt x="46" y="12"/>
                  <a:pt x="57" y="7"/>
                </a:cubicBezTo>
                <a:cubicBezTo>
                  <a:pt x="69" y="3"/>
                  <a:pt x="81" y="0"/>
                  <a:pt x="93" y="0"/>
                </a:cubicBezTo>
                <a:lnTo>
                  <a:pt x="465" y="0"/>
                </a:lnTo>
                <a:cubicBezTo>
                  <a:pt x="478" y="0"/>
                  <a:pt x="490" y="3"/>
                  <a:pt x="501" y="7"/>
                </a:cubicBezTo>
                <a:cubicBezTo>
                  <a:pt x="512" y="12"/>
                  <a:pt x="522" y="19"/>
                  <a:pt x="531" y="27"/>
                </a:cubicBezTo>
                <a:cubicBezTo>
                  <a:pt x="540" y="36"/>
                  <a:pt x="546" y="46"/>
                  <a:pt x="551" y="58"/>
                </a:cubicBezTo>
                <a:cubicBezTo>
                  <a:pt x="556" y="69"/>
                  <a:pt x="558" y="81"/>
                  <a:pt x="558" y="93"/>
                </a:cubicBezTo>
                <a:lnTo>
                  <a:pt x="558" y="464"/>
                </a:lnTo>
                <a:cubicBezTo>
                  <a:pt x="558" y="477"/>
                  <a:pt x="556" y="489"/>
                  <a:pt x="551" y="500"/>
                </a:cubicBezTo>
                <a:cubicBezTo>
                  <a:pt x="546" y="512"/>
                  <a:pt x="540" y="522"/>
                  <a:pt x="531" y="531"/>
                </a:cubicBezTo>
                <a:cubicBezTo>
                  <a:pt x="522" y="540"/>
                  <a:pt x="512" y="547"/>
                  <a:pt x="501" y="551"/>
                </a:cubicBezTo>
                <a:cubicBezTo>
                  <a:pt x="490" y="556"/>
                  <a:pt x="478" y="558"/>
                  <a:pt x="465" y="558"/>
                </a:cubicBezTo>
                <a:lnTo>
                  <a:pt x="93" y="558"/>
                </a:lnTo>
                <a:cubicBezTo>
                  <a:pt x="81" y="558"/>
                  <a:pt x="69" y="556"/>
                  <a:pt x="57" y="551"/>
                </a:cubicBezTo>
                <a:cubicBezTo>
                  <a:pt x="46" y="547"/>
                  <a:pt x="36" y="540"/>
                  <a:pt x="27" y="531"/>
                </a:cubicBezTo>
                <a:cubicBezTo>
                  <a:pt x="19" y="522"/>
                  <a:pt x="12" y="512"/>
                  <a:pt x="7" y="500"/>
                </a:cubicBezTo>
                <a:cubicBezTo>
                  <a:pt x="3" y="489"/>
                  <a:pt x="0" y="477"/>
                  <a:pt x="0" y="464"/>
                </a:cubicBez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09" name="テキスト ボックス 108"/>
          <p:cNvSpPr txBox="1"/>
          <p:nvPr/>
        </p:nvSpPr>
        <p:spPr>
          <a:xfrm>
            <a:off x="2340000" y="2431800"/>
            <a:ext cx="504684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機械学習の応用事例、ディープラーニングの活用事例、強化学習の実装例を具体的に紹介します</a:t>
            </a:r>
            <a:endParaRPr lang="en-US" sz="920" b="0" u="none" strike="noStrike">
              <a:solidFill>
                <a:srgbClr val="000000"/>
              </a:solidFill>
              <a:effectLst/>
              <a:uFillTx/>
              <a:latin typeface="Times New Roman"/>
            </a:endParaRPr>
          </a:p>
        </p:txBody>
      </p:sp>
      <p:sp>
        <p:nvSpPr>
          <p:cNvPr id="110" name="テキスト ボックス 109"/>
          <p:cNvSpPr txBox="1"/>
          <p:nvPr/>
        </p:nvSpPr>
        <p:spPr>
          <a:xfrm>
            <a:off x="2406600" y="3167280"/>
            <a:ext cx="116640" cy="136080"/>
          </a:xfrm>
          <a:prstGeom prst="rect">
            <a:avLst/>
          </a:prstGeom>
          <a:noFill/>
          <a:ln w="0">
            <a:noFill/>
          </a:ln>
        </p:spPr>
        <p:txBody>
          <a:bodyPr wrap="none" lIns="0" tIns="0" rIns="0" bIns="0" anchor="t">
            <a:spAutoFit/>
          </a:bodyPr>
          <a:lstStyle/>
          <a:p>
            <a:r>
              <a:rPr lang="en-US" sz="920" b="0" u="none" strike="noStrike">
                <a:solidFill>
                  <a:srgbClr val="FFFFFF"/>
                </a:solidFill>
                <a:effectLst/>
                <a:uFillTx/>
                <a:latin typeface="NotoSansJP"/>
                <a:ea typeface="NotoSansJP"/>
              </a:rPr>
              <a:t>3</a:t>
            </a:r>
            <a:endParaRPr lang="en-US" sz="920" b="0" u="none" strike="noStrike">
              <a:solidFill>
                <a:srgbClr val="000000"/>
              </a:solidFill>
              <a:effectLst/>
              <a:uFillTx/>
              <a:latin typeface="Times New Roman"/>
            </a:endParaRPr>
          </a:p>
        </p:txBody>
      </p:sp>
      <p:sp>
        <p:nvSpPr>
          <p:cNvPr id="111" name="テキスト ボックス 110"/>
          <p:cNvSpPr txBox="1"/>
          <p:nvPr/>
        </p:nvSpPr>
        <p:spPr>
          <a:xfrm>
            <a:off x="2607120" y="3137400"/>
            <a:ext cx="3891960" cy="244080"/>
          </a:xfrm>
          <a:prstGeom prst="rect">
            <a:avLst/>
          </a:prstGeom>
          <a:noFill/>
          <a:ln w="0">
            <a:noFill/>
          </a:ln>
        </p:spPr>
        <p:txBody>
          <a:bodyPr wrap="none" lIns="0" tIns="0" rIns="0" bIns="0" anchor="t">
            <a:spAutoFit/>
          </a:bodyPr>
          <a:lstStyle/>
          <a:p>
            <a:r>
              <a:rPr lang="en-US" sz="1320" b="0" u="none" strike="noStrike">
                <a:solidFill>
                  <a:srgbClr val="FFFFFF"/>
                </a:solidFill>
                <a:effectLst/>
                <a:uFillTx/>
                <a:latin typeface="NotoSansJP"/>
                <a:ea typeface="NotoSansJP"/>
              </a:rPr>
              <a:t>AI</a:t>
            </a:r>
            <a:r>
              <a:rPr lang="zh-CN" sz="1320" b="0" u="none" strike="noStrike">
                <a:solidFill>
                  <a:srgbClr val="FFFFFF"/>
                </a:solidFill>
                <a:effectLst/>
                <a:uFillTx/>
                <a:latin typeface="NotoSansJP"/>
                <a:ea typeface="NotoSansJP"/>
              </a:rPr>
              <a:t>による自動車システム安全性向上の課題と法規制</a:t>
            </a:r>
            <a:endParaRPr lang="en-US" sz="1320" b="0" u="none" strike="noStrike">
              <a:solidFill>
                <a:srgbClr val="000000"/>
              </a:solidFill>
              <a:effectLst/>
              <a:uFillTx/>
              <a:latin typeface="Times New Roman"/>
            </a:endParaRPr>
          </a:p>
        </p:txBody>
      </p:sp>
      <p:sp>
        <p:nvSpPr>
          <p:cNvPr id="112" name="フリーフォーム: 図形 111"/>
          <p:cNvSpPr/>
          <p:nvPr/>
        </p:nvSpPr>
        <p:spPr>
          <a:xfrm>
            <a:off x="5364720" y="3710160"/>
            <a:ext cx="17280" cy="250920"/>
          </a:xfrm>
          <a:custGeom>
            <a:avLst/>
            <a:gdLst/>
            <a:ahLst/>
            <a:cxnLst/>
            <a:rect l="0" t="0" r="r" b="b"/>
            <a:pathLst>
              <a:path w="48" h="697">
                <a:moveTo>
                  <a:pt x="0" y="0"/>
                </a:moveTo>
                <a:lnTo>
                  <a:pt x="48" y="0"/>
                </a:lnTo>
                <a:lnTo>
                  <a:pt x="48" y="697"/>
                </a:lnTo>
                <a:lnTo>
                  <a:pt x="0" y="697"/>
                </a:lnTo>
                <a:lnTo>
                  <a:pt x="0"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13" name="フリーフォーム: 図形 112"/>
          <p:cNvSpPr/>
          <p:nvPr/>
        </p:nvSpPr>
        <p:spPr>
          <a:xfrm>
            <a:off x="1621080" y="3910680"/>
            <a:ext cx="7471080" cy="936360"/>
          </a:xfrm>
          <a:custGeom>
            <a:avLst/>
            <a:gdLst/>
            <a:ahLst/>
            <a:cxnLst/>
            <a:rect l="0" t="0" r="r" b="b"/>
            <a:pathLst>
              <a:path w="20753" h="2601">
                <a:moveTo>
                  <a:pt x="0" y="2415"/>
                </a:moveTo>
                <a:lnTo>
                  <a:pt x="0" y="186"/>
                </a:lnTo>
                <a:cubicBezTo>
                  <a:pt x="0" y="174"/>
                  <a:pt x="1" y="162"/>
                  <a:pt x="3" y="150"/>
                </a:cubicBezTo>
                <a:cubicBezTo>
                  <a:pt x="4" y="138"/>
                  <a:pt x="7" y="126"/>
                  <a:pt x="10" y="115"/>
                </a:cubicBezTo>
                <a:cubicBezTo>
                  <a:pt x="14" y="104"/>
                  <a:pt x="18" y="93"/>
                  <a:pt x="23" y="83"/>
                </a:cubicBezTo>
                <a:cubicBezTo>
                  <a:pt x="28" y="73"/>
                  <a:pt x="34" y="63"/>
                  <a:pt x="41" y="55"/>
                </a:cubicBezTo>
                <a:cubicBezTo>
                  <a:pt x="47" y="46"/>
                  <a:pt x="54" y="38"/>
                  <a:pt x="62" y="32"/>
                </a:cubicBezTo>
                <a:cubicBezTo>
                  <a:pt x="69" y="25"/>
                  <a:pt x="77" y="19"/>
                  <a:pt x="86" y="14"/>
                </a:cubicBezTo>
                <a:cubicBezTo>
                  <a:pt x="94" y="10"/>
                  <a:pt x="103" y="6"/>
                  <a:pt x="112" y="4"/>
                </a:cubicBezTo>
                <a:cubicBezTo>
                  <a:pt x="121" y="1"/>
                  <a:pt x="130" y="0"/>
                  <a:pt x="139" y="0"/>
                </a:cubicBezTo>
                <a:lnTo>
                  <a:pt x="20568" y="0"/>
                </a:lnTo>
                <a:cubicBezTo>
                  <a:pt x="20580" y="0"/>
                  <a:pt x="20592" y="1"/>
                  <a:pt x="20604" y="4"/>
                </a:cubicBezTo>
                <a:cubicBezTo>
                  <a:pt x="20616" y="6"/>
                  <a:pt x="20627" y="10"/>
                  <a:pt x="20639" y="14"/>
                </a:cubicBezTo>
                <a:cubicBezTo>
                  <a:pt x="20650" y="19"/>
                  <a:pt x="20661" y="25"/>
                  <a:pt x="20671" y="32"/>
                </a:cubicBezTo>
                <a:cubicBezTo>
                  <a:pt x="20681" y="38"/>
                  <a:pt x="20690" y="46"/>
                  <a:pt x="20699" y="55"/>
                </a:cubicBezTo>
                <a:cubicBezTo>
                  <a:pt x="20708" y="63"/>
                  <a:pt x="20715" y="73"/>
                  <a:pt x="20722" y="83"/>
                </a:cubicBezTo>
                <a:cubicBezTo>
                  <a:pt x="20729" y="93"/>
                  <a:pt x="20734" y="104"/>
                  <a:pt x="20739" y="115"/>
                </a:cubicBezTo>
                <a:cubicBezTo>
                  <a:pt x="20744" y="126"/>
                  <a:pt x="20747" y="138"/>
                  <a:pt x="20750" y="150"/>
                </a:cubicBezTo>
                <a:cubicBezTo>
                  <a:pt x="20752" y="162"/>
                  <a:pt x="20753" y="174"/>
                  <a:pt x="20753" y="186"/>
                </a:cubicBezTo>
                <a:lnTo>
                  <a:pt x="20753" y="2415"/>
                </a:lnTo>
                <a:cubicBezTo>
                  <a:pt x="20753" y="2428"/>
                  <a:pt x="20752" y="2440"/>
                  <a:pt x="20750" y="2452"/>
                </a:cubicBezTo>
                <a:cubicBezTo>
                  <a:pt x="20747" y="2464"/>
                  <a:pt x="20744" y="2475"/>
                  <a:pt x="20739" y="2486"/>
                </a:cubicBezTo>
                <a:cubicBezTo>
                  <a:pt x="20734" y="2498"/>
                  <a:pt x="20729" y="2508"/>
                  <a:pt x="20722" y="2519"/>
                </a:cubicBezTo>
                <a:cubicBezTo>
                  <a:pt x="20715" y="2529"/>
                  <a:pt x="20708" y="2538"/>
                  <a:pt x="20699" y="2547"/>
                </a:cubicBezTo>
                <a:cubicBezTo>
                  <a:pt x="20690" y="2555"/>
                  <a:pt x="20681" y="2563"/>
                  <a:pt x="20671" y="2570"/>
                </a:cubicBezTo>
                <a:cubicBezTo>
                  <a:pt x="20661" y="2577"/>
                  <a:pt x="20650" y="2582"/>
                  <a:pt x="20639" y="2587"/>
                </a:cubicBezTo>
                <a:cubicBezTo>
                  <a:pt x="20627" y="2592"/>
                  <a:pt x="20616" y="2595"/>
                  <a:pt x="20604" y="2598"/>
                </a:cubicBezTo>
                <a:cubicBezTo>
                  <a:pt x="20592" y="2600"/>
                  <a:pt x="20580" y="2601"/>
                  <a:pt x="20568" y="2601"/>
                </a:cubicBezTo>
                <a:lnTo>
                  <a:pt x="139" y="2601"/>
                </a:lnTo>
                <a:cubicBezTo>
                  <a:pt x="130" y="2601"/>
                  <a:pt x="121" y="2600"/>
                  <a:pt x="112" y="2598"/>
                </a:cubicBezTo>
                <a:cubicBezTo>
                  <a:pt x="103" y="2595"/>
                  <a:pt x="94" y="2592"/>
                  <a:pt x="86" y="2587"/>
                </a:cubicBezTo>
                <a:cubicBezTo>
                  <a:pt x="77" y="2582"/>
                  <a:pt x="69" y="2577"/>
                  <a:pt x="62" y="2570"/>
                </a:cubicBezTo>
                <a:cubicBezTo>
                  <a:pt x="54" y="2563"/>
                  <a:pt x="47" y="2555"/>
                  <a:pt x="41" y="2547"/>
                </a:cubicBezTo>
                <a:cubicBezTo>
                  <a:pt x="34" y="2538"/>
                  <a:pt x="28" y="2529"/>
                  <a:pt x="23" y="2519"/>
                </a:cubicBezTo>
                <a:cubicBezTo>
                  <a:pt x="18" y="2508"/>
                  <a:pt x="14" y="2498"/>
                  <a:pt x="10" y="2486"/>
                </a:cubicBezTo>
                <a:cubicBezTo>
                  <a:pt x="7" y="2475"/>
                  <a:pt x="4" y="2464"/>
                  <a:pt x="3" y="2452"/>
                </a:cubicBezTo>
                <a:cubicBezTo>
                  <a:pt x="1" y="2440"/>
                  <a:pt x="0" y="2428"/>
                  <a:pt x="0" y="2415"/>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14" name="フリーフォーム: 図形 113"/>
          <p:cNvSpPr/>
          <p:nvPr/>
        </p:nvSpPr>
        <p:spPr>
          <a:xfrm>
            <a:off x="1604160" y="3910680"/>
            <a:ext cx="67320" cy="936360"/>
          </a:xfrm>
          <a:custGeom>
            <a:avLst/>
            <a:gdLst/>
            <a:ahLst/>
            <a:cxnLst/>
            <a:rect l="0" t="0" r="r" b="b"/>
            <a:pathLst>
              <a:path w="187" h="2601">
                <a:moveTo>
                  <a:pt x="152" y="14"/>
                </a:moveTo>
                <a:cubicBezTo>
                  <a:pt x="140" y="24"/>
                  <a:pt x="130" y="37"/>
                  <a:pt x="121" y="55"/>
                </a:cubicBezTo>
                <a:cubicBezTo>
                  <a:pt x="113" y="72"/>
                  <a:pt x="106" y="92"/>
                  <a:pt x="101" y="115"/>
                </a:cubicBezTo>
                <a:cubicBezTo>
                  <a:pt x="97" y="138"/>
                  <a:pt x="94" y="161"/>
                  <a:pt x="94" y="186"/>
                </a:cubicBezTo>
                <a:lnTo>
                  <a:pt x="94" y="2415"/>
                </a:lnTo>
                <a:cubicBezTo>
                  <a:pt x="94" y="2440"/>
                  <a:pt x="97" y="2464"/>
                  <a:pt x="101" y="2486"/>
                </a:cubicBezTo>
                <a:cubicBezTo>
                  <a:pt x="106" y="2509"/>
                  <a:pt x="113" y="2529"/>
                  <a:pt x="121" y="2547"/>
                </a:cubicBezTo>
                <a:cubicBezTo>
                  <a:pt x="130" y="2564"/>
                  <a:pt x="140" y="2578"/>
                  <a:pt x="152" y="2587"/>
                </a:cubicBezTo>
                <a:cubicBezTo>
                  <a:pt x="163" y="2596"/>
                  <a:pt x="175" y="2601"/>
                  <a:pt x="187" y="2601"/>
                </a:cubicBezTo>
                <a:cubicBezTo>
                  <a:pt x="162" y="2601"/>
                  <a:pt x="139" y="2596"/>
                  <a:pt x="116" y="2587"/>
                </a:cubicBezTo>
                <a:cubicBezTo>
                  <a:pt x="93" y="2578"/>
                  <a:pt x="72" y="2564"/>
                  <a:pt x="55" y="2547"/>
                </a:cubicBezTo>
                <a:cubicBezTo>
                  <a:pt x="37" y="2529"/>
                  <a:pt x="24" y="2509"/>
                  <a:pt x="15" y="2486"/>
                </a:cubicBezTo>
                <a:cubicBezTo>
                  <a:pt x="5" y="2464"/>
                  <a:pt x="0" y="2440"/>
                  <a:pt x="0" y="2415"/>
                </a:cubicBezTo>
                <a:lnTo>
                  <a:pt x="0" y="186"/>
                </a:lnTo>
                <a:cubicBezTo>
                  <a:pt x="0" y="161"/>
                  <a:pt x="5" y="138"/>
                  <a:pt x="15" y="115"/>
                </a:cubicBezTo>
                <a:cubicBezTo>
                  <a:pt x="24" y="92"/>
                  <a:pt x="37" y="72"/>
                  <a:pt x="55" y="55"/>
                </a:cubicBezTo>
                <a:cubicBezTo>
                  <a:pt x="72" y="37"/>
                  <a:pt x="93" y="24"/>
                  <a:pt x="116" y="14"/>
                </a:cubicBezTo>
                <a:cubicBezTo>
                  <a:pt x="139" y="5"/>
                  <a:pt x="162" y="0"/>
                  <a:pt x="187" y="0"/>
                </a:cubicBezTo>
                <a:cubicBezTo>
                  <a:pt x="175" y="0"/>
                  <a:pt x="163" y="5"/>
                  <a:pt x="152"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15" name="フリーフォーム: 図形 114"/>
          <p:cNvSpPr/>
          <p:nvPr/>
        </p:nvSpPr>
        <p:spPr>
          <a:xfrm>
            <a:off x="1805040" y="4169880"/>
            <a:ext cx="351000" cy="417960"/>
          </a:xfrm>
          <a:custGeom>
            <a:avLst/>
            <a:gdLst/>
            <a:ahLst/>
            <a:cxnLst/>
            <a:rect l="0" t="0" r="r" b="b"/>
            <a:pathLst>
              <a:path w="975" h="1161">
                <a:moveTo>
                  <a:pt x="0" y="674"/>
                </a:moveTo>
                <a:lnTo>
                  <a:pt x="0" y="487"/>
                </a:lnTo>
                <a:cubicBezTo>
                  <a:pt x="0" y="455"/>
                  <a:pt x="3" y="424"/>
                  <a:pt x="9" y="392"/>
                </a:cubicBezTo>
                <a:cubicBezTo>
                  <a:pt x="15" y="361"/>
                  <a:pt x="24" y="330"/>
                  <a:pt x="37" y="301"/>
                </a:cubicBezTo>
                <a:cubicBezTo>
                  <a:pt x="49" y="271"/>
                  <a:pt x="64" y="243"/>
                  <a:pt x="82" y="216"/>
                </a:cubicBezTo>
                <a:cubicBezTo>
                  <a:pt x="99" y="190"/>
                  <a:pt x="120" y="165"/>
                  <a:pt x="142" y="143"/>
                </a:cubicBezTo>
                <a:cubicBezTo>
                  <a:pt x="165" y="120"/>
                  <a:pt x="190" y="100"/>
                  <a:pt x="216" y="82"/>
                </a:cubicBezTo>
                <a:cubicBezTo>
                  <a:pt x="243" y="64"/>
                  <a:pt x="271" y="49"/>
                  <a:pt x="300" y="37"/>
                </a:cubicBezTo>
                <a:cubicBezTo>
                  <a:pt x="330" y="25"/>
                  <a:pt x="361" y="15"/>
                  <a:pt x="393" y="9"/>
                </a:cubicBezTo>
                <a:cubicBezTo>
                  <a:pt x="424" y="3"/>
                  <a:pt x="456" y="0"/>
                  <a:pt x="488" y="0"/>
                </a:cubicBezTo>
                <a:cubicBezTo>
                  <a:pt x="520" y="0"/>
                  <a:pt x="552" y="3"/>
                  <a:pt x="583" y="9"/>
                </a:cubicBezTo>
                <a:cubicBezTo>
                  <a:pt x="614" y="15"/>
                  <a:pt x="645" y="25"/>
                  <a:pt x="675" y="37"/>
                </a:cubicBezTo>
                <a:cubicBezTo>
                  <a:pt x="704" y="49"/>
                  <a:pt x="732" y="64"/>
                  <a:pt x="759" y="82"/>
                </a:cubicBezTo>
                <a:cubicBezTo>
                  <a:pt x="785" y="100"/>
                  <a:pt x="810" y="120"/>
                  <a:pt x="833" y="143"/>
                </a:cubicBezTo>
                <a:cubicBezTo>
                  <a:pt x="855" y="165"/>
                  <a:pt x="876" y="190"/>
                  <a:pt x="893" y="216"/>
                </a:cubicBezTo>
                <a:cubicBezTo>
                  <a:pt x="911" y="243"/>
                  <a:pt x="926" y="271"/>
                  <a:pt x="938" y="301"/>
                </a:cubicBezTo>
                <a:cubicBezTo>
                  <a:pt x="951" y="330"/>
                  <a:pt x="960" y="361"/>
                  <a:pt x="966" y="392"/>
                </a:cubicBezTo>
                <a:cubicBezTo>
                  <a:pt x="972" y="424"/>
                  <a:pt x="975" y="455"/>
                  <a:pt x="975" y="487"/>
                </a:cubicBezTo>
                <a:lnTo>
                  <a:pt x="975" y="674"/>
                </a:lnTo>
                <a:cubicBezTo>
                  <a:pt x="975" y="706"/>
                  <a:pt x="972" y="738"/>
                  <a:pt x="966" y="769"/>
                </a:cubicBezTo>
                <a:cubicBezTo>
                  <a:pt x="960" y="800"/>
                  <a:pt x="951" y="831"/>
                  <a:pt x="938" y="861"/>
                </a:cubicBezTo>
                <a:cubicBezTo>
                  <a:pt x="926" y="890"/>
                  <a:pt x="911" y="918"/>
                  <a:pt x="893" y="945"/>
                </a:cubicBezTo>
                <a:cubicBezTo>
                  <a:pt x="876" y="971"/>
                  <a:pt x="855" y="996"/>
                  <a:pt x="833" y="1019"/>
                </a:cubicBezTo>
                <a:cubicBezTo>
                  <a:pt x="810" y="1041"/>
                  <a:pt x="785" y="1062"/>
                  <a:pt x="759" y="1079"/>
                </a:cubicBezTo>
                <a:cubicBezTo>
                  <a:pt x="732" y="1097"/>
                  <a:pt x="704" y="1112"/>
                  <a:pt x="675" y="1124"/>
                </a:cubicBezTo>
                <a:cubicBezTo>
                  <a:pt x="645" y="1137"/>
                  <a:pt x="614" y="1146"/>
                  <a:pt x="583" y="1152"/>
                </a:cubicBezTo>
                <a:cubicBezTo>
                  <a:pt x="552" y="1158"/>
                  <a:pt x="520" y="1161"/>
                  <a:pt x="488" y="1161"/>
                </a:cubicBezTo>
                <a:cubicBezTo>
                  <a:pt x="456" y="1161"/>
                  <a:pt x="424" y="1158"/>
                  <a:pt x="393" y="1152"/>
                </a:cubicBezTo>
                <a:cubicBezTo>
                  <a:pt x="361" y="1146"/>
                  <a:pt x="330" y="1137"/>
                  <a:pt x="300" y="1124"/>
                </a:cubicBezTo>
                <a:cubicBezTo>
                  <a:pt x="271" y="1112"/>
                  <a:pt x="243" y="1097"/>
                  <a:pt x="216" y="1079"/>
                </a:cubicBezTo>
                <a:cubicBezTo>
                  <a:pt x="190" y="1062"/>
                  <a:pt x="165" y="1041"/>
                  <a:pt x="142" y="1019"/>
                </a:cubicBezTo>
                <a:cubicBezTo>
                  <a:pt x="120" y="996"/>
                  <a:pt x="99" y="971"/>
                  <a:pt x="82" y="945"/>
                </a:cubicBezTo>
                <a:cubicBezTo>
                  <a:pt x="64" y="918"/>
                  <a:pt x="49" y="890"/>
                  <a:pt x="37" y="861"/>
                </a:cubicBezTo>
                <a:cubicBezTo>
                  <a:pt x="24" y="831"/>
                  <a:pt x="15" y="800"/>
                  <a:pt x="9" y="769"/>
                </a:cubicBezTo>
                <a:cubicBezTo>
                  <a:pt x="3" y="738"/>
                  <a:pt x="0" y="706"/>
                  <a:pt x="0" y="674"/>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116" name="図 115"/>
          <p:cNvPicPr/>
          <p:nvPr/>
        </p:nvPicPr>
        <p:blipFill>
          <a:blip r:embed="rId6"/>
          <a:stretch/>
        </p:blipFill>
        <p:spPr>
          <a:xfrm>
            <a:off x="1905480" y="4270320"/>
            <a:ext cx="150120" cy="200160"/>
          </a:xfrm>
          <a:prstGeom prst="rect">
            <a:avLst/>
          </a:prstGeom>
          <a:noFill/>
          <a:ln w="0">
            <a:noFill/>
          </a:ln>
        </p:spPr>
      </p:pic>
      <p:sp>
        <p:nvSpPr>
          <p:cNvPr id="117" name="フリーフォーム: 図形 116"/>
          <p:cNvSpPr/>
          <p:nvPr/>
        </p:nvSpPr>
        <p:spPr>
          <a:xfrm>
            <a:off x="2289600" y="4094640"/>
            <a:ext cx="200880" cy="200880"/>
          </a:xfrm>
          <a:custGeom>
            <a:avLst/>
            <a:gdLst/>
            <a:ahLst/>
            <a:cxnLst/>
            <a:rect l="0" t="0" r="r" b="b"/>
            <a:pathLst>
              <a:path w="558" h="558">
                <a:moveTo>
                  <a:pt x="0" y="465"/>
                </a:moveTo>
                <a:lnTo>
                  <a:pt x="0" y="94"/>
                </a:lnTo>
                <a:cubicBezTo>
                  <a:pt x="0" y="81"/>
                  <a:pt x="2" y="70"/>
                  <a:pt x="7" y="58"/>
                </a:cubicBezTo>
                <a:cubicBezTo>
                  <a:pt x="12" y="47"/>
                  <a:pt x="18" y="36"/>
                  <a:pt x="27" y="27"/>
                </a:cubicBezTo>
                <a:cubicBezTo>
                  <a:pt x="36" y="18"/>
                  <a:pt x="47" y="12"/>
                  <a:pt x="58" y="7"/>
                </a:cubicBezTo>
                <a:cubicBezTo>
                  <a:pt x="70" y="2"/>
                  <a:pt x="81" y="0"/>
                  <a:pt x="94" y="0"/>
                </a:cubicBezTo>
                <a:lnTo>
                  <a:pt x="465" y="0"/>
                </a:lnTo>
                <a:cubicBezTo>
                  <a:pt x="477" y="0"/>
                  <a:pt x="489" y="2"/>
                  <a:pt x="501" y="7"/>
                </a:cubicBezTo>
                <a:cubicBezTo>
                  <a:pt x="512" y="12"/>
                  <a:pt x="522" y="18"/>
                  <a:pt x="531" y="27"/>
                </a:cubicBezTo>
                <a:cubicBezTo>
                  <a:pt x="540" y="36"/>
                  <a:pt x="546" y="47"/>
                  <a:pt x="551" y="58"/>
                </a:cubicBezTo>
                <a:cubicBezTo>
                  <a:pt x="556" y="70"/>
                  <a:pt x="558" y="81"/>
                  <a:pt x="558" y="94"/>
                </a:cubicBezTo>
                <a:lnTo>
                  <a:pt x="558" y="465"/>
                </a:lnTo>
                <a:cubicBezTo>
                  <a:pt x="558" y="477"/>
                  <a:pt x="556" y="489"/>
                  <a:pt x="551" y="501"/>
                </a:cubicBezTo>
                <a:cubicBezTo>
                  <a:pt x="546" y="512"/>
                  <a:pt x="540" y="522"/>
                  <a:pt x="531" y="531"/>
                </a:cubicBezTo>
                <a:cubicBezTo>
                  <a:pt x="522" y="540"/>
                  <a:pt x="512" y="546"/>
                  <a:pt x="501" y="551"/>
                </a:cubicBezTo>
                <a:cubicBezTo>
                  <a:pt x="489" y="556"/>
                  <a:pt x="477" y="558"/>
                  <a:pt x="465" y="558"/>
                </a:cubicBezTo>
                <a:lnTo>
                  <a:pt x="94" y="558"/>
                </a:lnTo>
                <a:cubicBezTo>
                  <a:pt x="81" y="558"/>
                  <a:pt x="70" y="556"/>
                  <a:pt x="58" y="551"/>
                </a:cubicBezTo>
                <a:cubicBezTo>
                  <a:pt x="47" y="546"/>
                  <a:pt x="36" y="540"/>
                  <a:pt x="27" y="531"/>
                </a:cubicBezTo>
                <a:cubicBezTo>
                  <a:pt x="18" y="522"/>
                  <a:pt x="12" y="512"/>
                  <a:pt x="7" y="501"/>
                </a:cubicBezTo>
                <a:cubicBezTo>
                  <a:pt x="2" y="489"/>
                  <a:pt x="0" y="477"/>
                  <a:pt x="0" y="465"/>
                </a:cubicBez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18" name="テキスト ボックス 117"/>
          <p:cNvSpPr txBox="1"/>
          <p:nvPr/>
        </p:nvSpPr>
        <p:spPr>
          <a:xfrm>
            <a:off x="2340000" y="3401280"/>
            <a:ext cx="305172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技術的課題を整理し、法規制や標準化の動向を概観します</a:t>
            </a:r>
            <a:endParaRPr lang="en-US" sz="920" b="0" u="none" strike="noStrike">
              <a:solidFill>
                <a:srgbClr val="000000"/>
              </a:solidFill>
              <a:effectLst/>
              <a:uFillTx/>
              <a:latin typeface="Times New Roman"/>
            </a:endParaRPr>
          </a:p>
        </p:txBody>
      </p:sp>
      <p:sp>
        <p:nvSpPr>
          <p:cNvPr id="119" name="テキスト ボックス 118"/>
          <p:cNvSpPr txBox="1"/>
          <p:nvPr/>
        </p:nvSpPr>
        <p:spPr>
          <a:xfrm>
            <a:off x="2356560" y="4136760"/>
            <a:ext cx="116640" cy="136080"/>
          </a:xfrm>
          <a:prstGeom prst="rect">
            <a:avLst/>
          </a:prstGeom>
          <a:noFill/>
          <a:ln w="0">
            <a:noFill/>
          </a:ln>
        </p:spPr>
        <p:txBody>
          <a:bodyPr wrap="none" lIns="0" tIns="0" rIns="0" bIns="0" anchor="t">
            <a:spAutoFit/>
          </a:bodyPr>
          <a:lstStyle/>
          <a:p>
            <a:r>
              <a:rPr lang="en-US" sz="920" b="0" u="none" strike="noStrike">
                <a:solidFill>
                  <a:srgbClr val="FFFFFF"/>
                </a:solidFill>
                <a:effectLst/>
                <a:uFillTx/>
                <a:latin typeface="NotoSansJP"/>
                <a:ea typeface="NotoSansJP"/>
              </a:rPr>
              <a:t>4</a:t>
            </a:r>
            <a:endParaRPr lang="en-US" sz="920" b="0" u="none" strike="noStrike">
              <a:solidFill>
                <a:srgbClr val="000000"/>
              </a:solidFill>
              <a:effectLst/>
              <a:uFillTx/>
              <a:latin typeface="Times New Roman"/>
            </a:endParaRPr>
          </a:p>
        </p:txBody>
      </p:sp>
      <p:sp>
        <p:nvSpPr>
          <p:cNvPr id="120" name="テキスト ボックス 119"/>
          <p:cNvSpPr txBox="1"/>
          <p:nvPr/>
        </p:nvSpPr>
        <p:spPr>
          <a:xfrm>
            <a:off x="2557080" y="4106880"/>
            <a:ext cx="343764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創造的提案：未来の</a:t>
            </a:r>
            <a:r>
              <a:rPr lang="en-US" sz="1320" b="0" u="none" strike="noStrike">
                <a:solidFill>
                  <a:srgbClr val="FFFFFF"/>
                </a:solidFill>
                <a:effectLst/>
                <a:uFillTx/>
                <a:latin typeface="NotoSansJP"/>
                <a:ea typeface="NotoSansJP"/>
              </a:rPr>
              <a:t>AI</a:t>
            </a:r>
            <a:r>
              <a:rPr lang="zh-CN" sz="1320" b="0" u="none" strike="noStrike">
                <a:solidFill>
                  <a:srgbClr val="FFFFFF"/>
                </a:solidFill>
                <a:effectLst/>
                <a:uFillTx/>
                <a:latin typeface="NotoSansJP"/>
                <a:ea typeface="NotoSansJP"/>
              </a:rPr>
              <a:t>技術による安全性向上</a:t>
            </a:r>
            <a:endParaRPr lang="en-US" sz="1320" b="0" u="none" strike="noStrike">
              <a:solidFill>
                <a:srgbClr val="000000"/>
              </a:solidFill>
              <a:effectLst/>
              <a:uFillTx/>
              <a:latin typeface="Times New Roman"/>
            </a:endParaRPr>
          </a:p>
        </p:txBody>
      </p:sp>
      <p:sp>
        <p:nvSpPr>
          <p:cNvPr id="121" name="テキスト ボックス 120"/>
          <p:cNvSpPr txBox="1"/>
          <p:nvPr/>
        </p:nvSpPr>
        <p:spPr>
          <a:xfrm>
            <a:off x="2289600" y="4370760"/>
            <a:ext cx="679752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自己進化型</a:t>
            </a:r>
            <a:r>
              <a:rPr lang="en-US" sz="920" b="0" u="none" strike="noStrike">
                <a:solidFill>
                  <a:srgbClr val="D1D5DC"/>
                </a:solidFill>
                <a:effectLst/>
                <a:uFillTx/>
                <a:latin typeface="NotoSansJP"/>
                <a:ea typeface="NotoSansJP"/>
              </a:rPr>
              <a:t>AI</a:t>
            </a:r>
            <a:r>
              <a:rPr lang="zh-CN" sz="920" b="0" u="none" strike="noStrike">
                <a:solidFill>
                  <a:srgbClr val="D1D5DC"/>
                </a:solidFill>
                <a:effectLst/>
                <a:uFillTx/>
                <a:latin typeface="NotoSansJP"/>
                <a:ea typeface="NotoSansJP"/>
              </a:rPr>
              <a:t>「集合知セーフティネット」、ニューロモーフィックコンピューティング、量子</a:t>
            </a:r>
            <a:r>
              <a:rPr lang="en-US" sz="920" b="0" u="none" strike="noStrike">
                <a:solidFill>
                  <a:srgbClr val="D1D5DC"/>
                </a:solidFill>
                <a:effectLst/>
                <a:uFillTx/>
                <a:latin typeface="NotoSansJP"/>
                <a:ea typeface="NotoSansJP"/>
              </a:rPr>
              <a:t>AI</a:t>
            </a:r>
            <a:r>
              <a:rPr lang="zh-CN" sz="920" b="0" u="none" strike="noStrike">
                <a:solidFill>
                  <a:srgbClr val="D1D5DC"/>
                </a:solidFill>
                <a:effectLst/>
                <a:uFillTx/>
                <a:latin typeface="NotoSansJP"/>
                <a:ea typeface="NotoSansJP"/>
              </a:rPr>
              <a:t>による交通システム最適化の</a:t>
            </a:r>
            <a:r>
              <a:rPr lang="en-US" sz="920" b="0" u="none" strike="noStrike">
                <a:solidFill>
                  <a:srgbClr val="D1D5DC"/>
                </a:solidFill>
                <a:effectLst/>
                <a:uFillTx/>
                <a:latin typeface="NotoSansJP"/>
                <a:ea typeface="NotoSansJP"/>
              </a:rPr>
              <a:t>3</a:t>
            </a:r>
            <a:endParaRPr lang="en-US" sz="920" b="0" u="none" strike="noStrike">
              <a:solidFill>
                <a:srgbClr val="000000"/>
              </a:solidFill>
              <a:effectLst/>
              <a:uFillTx/>
              <a:latin typeface="Times New Roman"/>
            </a:endParaRPr>
          </a:p>
        </p:txBody>
      </p:sp>
      <p:sp>
        <p:nvSpPr>
          <p:cNvPr id="122" name="フリーフォーム: 図形 121"/>
          <p:cNvSpPr/>
          <p:nvPr/>
        </p:nvSpPr>
        <p:spPr>
          <a:xfrm>
            <a:off x="5364720" y="4846680"/>
            <a:ext cx="17280" cy="250920"/>
          </a:xfrm>
          <a:custGeom>
            <a:avLst/>
            <a:gdLst/>
            <a:ahLst/>
            <a:cxnLst/>
            <a:rect l="0" t="0" r="r" b="b"/>
            <a:pathLst>
              <a:path w="48" h="697">
                <a:moveTo>
                  <a:pt x="0" y="0"/>
                </a:moveTo>
                <a:lnTo>
                  <a:pt x="48" y="0"/>
                </a:lnTo>
                <a:lnTo>
                  <a:pt x="48" y="697"/>
                </a:lnTo>
                <a:lnTo>
                  <a:pt x="0" y="697"/>
                </a:lnTo>
                <a:lnTo>
                  <a:pt x="0"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23" name="フリーフォーム: 図形 122"/>
          <p:cNvSpPr/>
          <p:nvPr/>
        </p:nvSpPr>
        <p:spPr>
          <a:xfrm>
            <a:off x="1621080" y="5047200"/>
            <a:ext cx="7471080" cy="769320"/>
          </a:xfrm>
          <a:custGeom>
            <a:avLst/>
            <a:gdLst/>
            <a:ahLst/>
            <a:cxnLst/>
            <a:rect l="0" t="0" r="r" b="b"/>
            <a:pathLst>
              <a:path w="20753" h="2137">
                <a:moveTo>
                  <a:pt x="0" y="1950"/>
                </a:moveTo>
                <a:lnTo>
                  <a:pt x="0" y="186"/>
                </a:lnTo>
                <a:cubicBezTo>
                  <a:pt x="0" y="174"/>
                  <a:pt x="1" y="162"/>
                  <a:pt x="3" y="150"/>
                </a:cubicBezTo>
                <a:cubicBezTo>
                  <a:pt x="4" y="138"/>
                  <a:pt x="7" y="126"/>
                  <a:pt x="10" y="115"/>
                </a:cubicBezTo>
                <a:cubicBezTo>
                  <a:pt x="14" y="104"/>
                  <a:pt x="18" y="93"/>
                  <a:pt x="23" y="83"/>
                </a:cubicBezTo>
                <a:cubicBezTo>
                  <a:pt x="28" y="73"/>
                  <a:pt x="34" y="63"/>
                  <a:pt x="41" y="55"/>
                </a:cubicBezTo>
                <a:cubicBezTo>
                  <a:pt x="47" y="46"/>
                  <a:pt x="54" y="38"/>
                  <a:pt x="62" y="31"/>
                </a:cubicBezTo>
                <a:cubicBezTo>
                  <a:pt x="69" y="25"/>
                  <a:pt x="77" y="19"/>
                  <a:pt x="86" y="14"/>
                </a:cubicBezTo>
                <a:cubicBezTo>
                  <a:pt x="94" y="10"/>
                  <a:pt x="103" y="6"/>
                  <a:pt x="112" y="4"/>
                </a:cubicBezTo>
                <a:cubicBezTo>
                  <a:pt x="121" y="1"/>
                  <a:pt x="130" y="0"/>
                  <a:pt x="139" y="0"/>
                </a:cubicBezTo>
                <a:lnTo>
                  <a:pt x="20568" y="0"/>
                </a:lnTo>
                <a:cubicBezTo>
                  <a:pt x="20580" y="0"/>
                  <a:pt x="20592" y="1"/>
                  <a:pt x="20604" y="4"/>
                </a:cubicBezTo>
                <a:cubicBezTo>
                  <a:pt x="20616" y="6"/>
                  <a:pt x="20627" y="10"/>
                  <a:pt x="20639" y="14"/>
                </a:cubicBezTo>
                <a:cubicBezTo>
                  <a:pt x="20650" y="19"/>
                  <a:pt x="20661" y="25"/>
                  <a:pt x="20671" y="31"/>
                </a:cubicBezTo>
                <a:cubicBezTo>
                  <a:pt x="20681" y="38"/>
                  <a:pt x="20690" y="46"/>
                  <a:pt x="20699" y="55"/>
                </a:cubicBezTo>
                <a:cubicBezTo>
                  <a:pt x="20708" y="63"/>
                  <a:pt x="20715" y="73"/>
                  <a:pt x="20722" y="83"/>
                </a:cubicBezTo>
                <a:cubicBezTo>
                  <a:pt x="20729" y="93"/>
                  <a:pt x="20734" y="104"/>
                  <a:pt x="20739" y="115"/>
                </a:cubicBezTo>
                <a:cubicBezTo>
                  <a:pt x="20744" y="126"/>
                  <a:pt x="20747" y="138"/>
                  <a:pt x="20750" y="150"/>
                </a:cubicBezTo>
                <a:cubicBezTo>
                  <a:pt x="20752" y="162"/>
                  <a:pt x="20753" y="174"/>
                  <a:pt x="20753" y="186"/>
                </a:cubicBezTo>
                <a:lnTo>
                  <a:pt x="20753" y="1950"/>
                </a:lnTo>
                <a:cubicBezTo>
                  <a:pt x="20753" y="1962"/>
                  <a:pt x="20752" y="1974"/>
                  <a:pt x="20750" y="1986"/>
                </a:cubicBezTo>
                <a:cubicBezTo>
                  <a:pt x="20747" y="1999"/>
                  <a:pt x="20744" y="2011"/>
                  <a:pt x="20739" y="2022"/>
                </a:cubicBezTo>
                <a:cubicBezTo>
                  <a:pt x="20734" y="2033"/>
                  <a:pt x="20729" y="2044"/>
                  <a:pt x="20722" y="2054"/>
                </a:cubicBezTo>
                <a:cubicBezTo>
                  <a:pt x="20715" y="2064"/>
                  <a:pt x="20708" y="2074"/>
                  <a:pt x="20699" y="2082"/>
                </a:cubicBezTo>
                <a:cubicBezTo>
                  <a:pt x="20690" y="2091"/>
                  <a:pt x="20681" y="2099"/>
                  <a:pt x="20671" y="2105"/>
                </a:cubicBezTo>
                <a:cubicBezTo>
                  <a:pt x="20661" y="2112"/>
                  <a:pt x="20650" y="2118"/>
                  <a:pt x="20639" y="2123"/>
                </a:cubicBezTo>
                <a:cubicBezTo>
                  <a:pt x="20627" y="2127"/>
                  <a:pt x="20616" y="2131"/>
                  <a:pt x="20604" y="2133"/>
                </a:cubicBezTo>
                <a:cubicBezTo>
                  <a:pt x="20592" y="2136"/>
                  <a:pt x="20580" y="2137"/>
                  <a:pt x="20568" y="2137"/>
                </a:cubicBezTo>
                <a:lnTo>
                  <a:pt x="139" y="2137"/>
                </a:lnTo>
                <a:cubicBezTo>
                  <a:pt x="130" y="2137"/>
                  <a:pt x="121" y="2136"/>
                  <a:pt x="112" y="2133"/>
                </a:cubicBezTo>
                <a:cubicBezTo>
                  <a:pt x="103" y="2131"/>
                  <a:pt x="94" y="2127"/>
                  <a:pt x="86" y="2123"/>
                </a:cubicBezTo>
                <a:cubicBezTo>
                  <a:pt x="77" y="2118"/>
                  <a:pt x="69" y="2112"/>
                  <a:pt x="62" y="2105"/>
                </a:cubicBezTo>
                <a:cubicBezTo>
                  <a:pt x="54" y="2099"/>
                  <a:pt x="47" y="2091"/>
                  <a:pt x="41" y="2082"/>
                </a:cubicBezTo>
                <a:cubicBezTo>
                  <a:pt x="34" y="2074"/>
                  <a:pt x="28" y="2064"/>
                  <a:pt x="23" y="2054"/>
                </a:cubicBezTo>
                <a:cubicBezTo>
                  <a:pt x="18" y="2044"/>
                  <a:pt x="14" y="2033"/>
                  <a:pt x="10" y="2022"/>
                </a:cubicBezTo>
                <a:cubicBezTo>
                  <a:pt x="7" y="2011"/>
                  <a:pt x="4" y="1999"/>
                  <a:pt x="3" y="1986"/>
                </a:cubicBezTo>
                <a:cubicBezTo>
                  <a:pt x="1" y="1974"/>
                  <a:pt x="0" y="1962"/>
                  <a:pt x="0" y="1950"/>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24" name="フリーフォーム: 図形 123"/>
          <p:cNvSpPr/>
          <p:nvPr/>
        </p:nvSpPr>
        <p:spPr>
          <a:xfrm>
            <a:off x="1604160" y="5047200"/>
            <a:ext cx="67320" cy="769320"/>
          </a:xfrm>
          <a:custGeom>
            <a:avLst/>
            <a:gdLst/>
            <a:ahLst/>
            <a:cxnLst/>
            <a:rect l="0" t="0" r="r" b="b"/>
            <a:pathLst>
              <a:path w="187" h="2137">
                <a:moveTo>
                  <a:pt x="152" y="14"/>
                </a:moveTo>
                <a:cubicBezTo>
                  <a:pt x="140" y="24"/>
                  <a:pt x="130" y="37"/>
                  <a:pt x="121" y="55"/>
                </a:cubicBezTo>
                <a:cubicBezTo>
                  <a:pt x="113" y="72"/>
                  <a:pt x="106" y="92"/>
                  <a:pt x="101" y="115"/>
                </a:cubicBezTo>
                <a:cubicBezTo>
                  <a:pt x="97" y="138"/>
                  <a:pt x="94" y="161"/>
                  <a:pt x="94" y="186"/>
                </a:cubicBezTo>
                <a:lnTo>
                  <a:pt x="94" y="1950"/>
                </a:lnTo>
                <a:cubicBezTo>
                  <a:pt x="94" y="1975"/>
                  <a:pt x="97" y="1999"/>
                  <a:pt x="101" y="2022"/>
                </a:cubicBezTo>
                <a:cubicBezTo>
                  <a:pt x="106" y="2045"/>
                  <a:pt x="113" y="2065"/>
                  <a:pt x="121" y="2082"/>
                </a:cubicBezTo>
                <a:cubicBezTo>
                  <a:pt x="130" y="2100"/>
                  <a:pt x="140" y="2113"/>
                  <a:pt x="152" y="2123"/>
                </a:cubicBezTo>
                <a:cubicBezTo>
                  <a:pt x="163" y="2132"/>
                  <a:pt x="175" y="2137"/>
                  <a:pt x="187" y="2137"/>
                </a:cubicBezTo>
                <a:cubicBezTo>
                  <a:pt x="162" y="2137"/>
                  <a:pt x="139" y="2132"/>
                  <a:pt x="116" y="2123"/>
                </a:cubicBezTo>
                <a:cubicBezTo>
                  <a:pt x="93" y="2113"/>
                  <a:pt x="72" y="2100"/>
                  <a:pt x="55" y="2082"/>
                </a:cubicBezTo>
                <a:cubicBezTo>
                  <a:pt x="37" y="2065"/>
                  <a:pt x="24" y="2045"/>
                  <a:pt x="15" y="2022"/>
                </a:cubicBezTo>
                <a:cubicBezTo>
                  <a:pt x="5" y="1999"/>
                  <a:pt x="0" y="1975"/>
                  <a:pt x="0" y="1950"/>
                </a:cubicBezTo>
                <a:lnTo>
                  <a:pt x="0" y="186"/>
                </a:lnTo>
                <a:cubicBezTo>
                  <a:pt x="0" y="161"/>
                  <a:pt x="5" y="138"/>
                  <a:pt x="15" y="115"/>
                </a:cubicBezTo>
                <a:cubicBezTo>
                  <a:pt x="24" y="92"/>
                  <a:pt x="37" y="72"/>
                  <a:pt x="55" y="55"/>
                </a:cubicBezTo>
                <a:cubicBezTo>
                  <a:pt x="72" y="37"/>
                  <a:pt x="93" y="24"/>
                  <a:pt x="116" y="14"/>
                </a:cubicBezTo>
                <a:cubicBezTo>
                  <a:pt x="139" y="5"/>
                  <a:pt x="162" y="0"/>
                  <a:pt x="187" y="0"/>
                </a:cubicBezTo>
                <a:cubicBezTo>
                  <a:pt x="175" y="0"/>
                  <a:pt x="163" y="5"/>
                  <a:pt x="152"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25" name="フリーフォーム: 図形 124"/>
          <p:cNvSpPr/>
          <p:nvPr/>
        </p:nvSpPr>
        <p:spPr>
          <a:xfrm>
            <a:off x="1805040" y="5222880"/>
            <a:ext cx="426240" cy="417960"/>
          </a:xfrm>
          <a:custGeom>
            <a:avLst/>
            <a:gdLst/>
            <a:ahLst/>
            <a:cxnLst/>
            <a:rect l="0" t="0" r="r" b="b"/>
            <a:pathLst>
              <a:path w="1184" h="1161">
                <a:moveTo>
                  <a:pt x="0" y="580"/>
                </a:moveTo>
                <a:cubicBezTo>
                  <a:pt x="0" y="561"/>
                  <a:pt x="0" y="542"/>
                  <a:pt x="2" y="523"/>
                </a:cubicBezTo>
                <a:cubicBezTo>
                  <a:pt x="4" y="504"/>
                  <a:pt x="7" y="485"/>
                  <a:pt x="11" y="467"/>
                </a:cubicBezTo>
                <a:cubicBezTo>
                  <a:pt x="14" y="448"/>
                  <a:pt x="19" y="430"/>
                  <a:pt x="25" y="412"/>
                </a:cubicBezTo>
                <a:cubicBezTo>
                  <a:pt x="30" y="393"/>
                  <a:pt x="36" y="375"/>
                  <a:pt x="44" y="358"/>
                </a:cubicBezTo>
                <a:cubicBezTo>
                  <a:pt x="51" y="340"/>
                  <a:pt x="59" y="323"/>
                  <a:pt x="68" y="306"/>
                </a:cubicBezTo>
                <a:cubicBezTo>
                  <a:pt x="77" y="290"/>
                  <a:pt x="87" y="273"/>
                  <a:pt x="97" y="258"/>
                </a:cubicBezTo>
                <a:cubicBezTo>
                  <a:pt x="108" y="242"/>
                  <a:pt x="119" y="227"/>
                  <a:pt x="131" y="212"/>
                </a:cubicBezTo>
                <a:cubicBezTo>
                  <a:pt x="143" y="197"/>
                  <a:pt x="156" y="183"/>
                  <a:pt x="169" y="170"/>
                </a:cubicBezTo>
                <a:cubicBezTo>
                  <a:pt x="183" y="156"/>
                  <a:pt x="197" y="143"/>
                  <a:pt x="212" y="131"/>
                </a:cubicBezTo>
                <a:cubicBezTo>
                  <a:pt x="226" y="119"/>
                  <a:pt x="242" y="108"/>
                  <a:pt x="257" y="97"/>
                </a:cubicBezTo>
                <a:cubicBezTo>
                  <a:pt x="273" y="87"/>
                  <a:pt x="290" y="77"/>
                  <a:pt x="306" y="68"/>
                </a:cubicBezTo>
                <a:cubicBezTo>
                  <a:pt x="324" y="59"/>
                  <a:pt x="341" y="51"/>
                  <a:pt x="359" y="44"/>
                </a:cubicBezTo>
                <a:cubicBezTo>
                  <a:pt x="376" y="37"/>
                  <a:pt x="394" y="30"/>
                  <a:pt x="412" y="25"/>
                </a:cubicBezTo>
                <a:cubicBezTo>
                  <a:pt x="431" y="19"/>
                  <a:pt x="449" y="15"/>
                  <a:pt x="468" y="11"/>
                </a:cubicBezTo>
                <a:cubicBezTo>
                  <a:pt x="486" y="7"/>
                  <a:pt x="505" y="4"/>
                  <a:pt x="524" y="2"/>
                </a:cubicBezTo>
                <a:cubicBezTo>
                  <a:pt x="543" y="1"/>
                  <a:pt x="562" y="0"/>
                  <a:pt x="581" y="0"/>
                </a:cubicBezTo>
                <a:lnTo>
                  <a:pt x="604" y="0"/>
                </a:lnTo>
                <a:cubicBezTo>
                  <a:pt x="623" y="0"/>
                  <a:pt x="642" y="1"/>
                  <a:pt x="661" y="2"/>
                </a:cubicBezTo>
                <a:cubicBezTo>
                  <a:pt x="680" y="4"/>
                  <a:pt x="699" y="7"/>
                  <a:pt x="717" y="11"/>
                </a:cubicBezTo>
                <a:cubicBezTo>
                  <a:pt x="736" y="15"/>
                  <a:pt x="754" y="19"/>
                  <a:pt x="773" y="25"/>
                </a:cubicBezTo>
                <a:cubicBezTo>
                  <a:pt x="791" y="30"/>
                  <a:pt x="809" y="37"/>
                  <a:pt x="826" y="44"/>
                </a:cubicBezTo>
                <a:cubicBezTo>
                  <a:pt x="844" y="51"/>
                  <a:pt x="861" y="59"/>
                  <a:pt x="878" y="68"/>
                </a:cubicBezTo>
                <a:cubicBezTo>
                  <a:pt x="894" y="77"/>
                  <a:pt x="911" y="87"/>
                  <a:pt x="926" y="97"/>
                </a:cubicBezTo>
                <a:cubicBezTo>
                  <a:pt x="942" y="108"/>
                  <a:pt x="958" y="119"/>
                  <a:pt x="972" y="131"/>
                </a:cubicBezTo>
                <a:cubicBezTo>
                  <a:pt x="987" y="143"/>
                  <a:pt x="1001" y="156"/>
                  <a:pt x="1014" y="170"/>
                </a:cubicBezTo>
                <a:cubicBezTo>
                  <a:pt x="1028" y="183"/>
                  <a:pt x="1041" y="197"/>
                  <a:pt x="1053" y="212"/>
                </a:cubicBezTo>
                <a:cubicBezTo>
                  <a:pt x="1065" y="227"/>
                  <a:pt x="1076" y="242"/>
                  <a:pt x="1087" y="258"/>
                </a:cubicBezTo>
                <a:cubicBezTo>
                  <a:pt x="1097" y="273"/>
                  <a:pt x="1107" y="290"/>
                  <a:pt x="1116" y="306"/>
                </a:cubicBezTo>
                <a:cubicBezTo>
                  <a:pt x="1125" y="323"/>
                  <a:pt x="1133" y="340"/>
                  <a:pt x="1140" y="358"/>
                </a:cubicBezTo>
                <a:cubicBezTo>
                  <a:pt x="1147" y="375"/>
                  <a:pt x="1154" y="393"/>
                  <a:pt x="1159" y="412"/>
                </a:cubicBezTo>
                <a:cubicBezTo>
                  <a:pt x="1165" y="430"/>
                  <a:pt x="1170" y="448"/>
                  <a:pt x="1173" y="467"/>
                </a:cubicBezTo>
                <a:cubicBezTo>
                  <a:pt x="1177" y="485"/>
                  <a:pt x="1180" y="504"/>
                  <a:pt x="1182" y="523"/>
                </a:cubicBezTo>
                <a:cubicBezTo>
                  <a:pt x="1183" y="542"/>
                  <a:pt x="1184" y="561"/>
                  <a:pt x="1184" y="580"/>
                </a:cubicBezTo>
                <a:cubicBezTo>
                  <a:pt x="1184" y="599"/>
                  <a:pt x="1183" y="618"/>
                  <a:pt x="1182" y="637"/>
                </a:cubicBezTo>
                <a:cubicBezTo>
                  <a:pt x="1180" y="656"/>
                  <a:pt x="1177" y="675"/>
                  <a:pt x="1173" y="693"/>
                </a:cubicBezTo>
                <a:cubicBezTo>
                  <a:pt x="1170" y="712"/>
                  <a:pt x="1165" y="730"/>
                  <a:pt x="1159" y="748"/>
                </a:cubicBezTo>
                <a:cubicBezTo>
                  <a:pt x="1154" y="767"/>
                  <a:pt x="1147" y="785"/>
                  <a:pt x="1140" y="802"/>
                </a:cubicBezTo>
                <a:cubicBezTo>
                  <a:pt x="1133" y="820"/>
                  <a:pt x="1125" y="837"/>
                  <a:pt x="1116" y="854"/>
                </a:cubicBezTo>
                <a:cubicBezTo>
                  <a:pt x="1107" y="870"/>
                  <a:pt x="1097" y="887"/>
                  <a:pt x="1087" y="902"/>
                </a:cubicBezTo>
                <a:cubicBezTo>
                  <a:pt x="1076" y="918"/>
                  <a:pt x="1065" y="933"/>
                  <a:pt x="1053" y="948"/>
                </a:cubicBezTo>
                <a:cubicBezTo>
                  <a:pt x="1041" y="963"/>
                  <a:pt x="1028" y="977"/>
                  <a:pt x="1014" y="990"/>
                </a:cubicBezTo>
                <a:cubicBezTo>
                  <a:pt x="1001" y="1004"/>
                  <a:pt x="987" y="1017"/>
                  <a:pt x="972" y="1029"/>
                </a:cubicBezTo>
                <a:cubicBezTo>
                  <a:pt x="958" y="1041"/>
                  <a:pt x="942" y="1052"/>
                  <a:pt x="926" y="1063"/>
                </a:cubicBezTo>
                <a:cubicBezTo>
                  <a:pt x="911" y="1073"/>
                  <a:pt x="894" y="1083"/>
                  <a:pt x="878" y="1092"/>
                </a:cubicBezTo>
                <a:cubicBezTo>
                  <a:pt x="861" y="1101"/>
                  <a:pt x="844" y="1109"/>
                  <a:pt x="826" y="1116"/>
                </a:cubicBezTo>
                <a:cubicBezTo>
                  <a:pt x="809" y="1123"/>
                  <a:pt x="791" y="1130"/>
                  <a:pt x="773" y="1135"/>
                </a:cubicBezTo>
                <a:cubicBezTo>
                  <a:pt x="754" y="1141"/>
                  <a:pt x="736" y="1145"/>
                  <a:pt x="717" y="1149"/>
                </a:cubicBezTo>
                <a:cubicBezTo>
                  <a:pt x="699" y="1154"/>
                  <a:pt x="680" y="1157"/>
                  <a:pt x="661" y="1159"/>
                </a:cubicBezTo>
                <a:cubicBezTo>
                  <a:pt x="642" y="1160"/>
                  <a:pt x="623" y="1161"/>
                  <a:pt x="604" y="1161"/>
                </a:cubicBezTo>
                <a:lnTo>
                  <a:pt x="581" y="1161"/>
                </a:lnTo>
                <a:cubicBezTo>
                  <a:pt x="562" y="1161"/>
                  <a:pt x="543" y="1160"/>
                  <a:pt x="524" y="1159"/>
                </a:cubicBezTo>
                <a:cubicBezTo>
                  <a:pt x="505" y="1157"/>
                  <a:pt x="486" y="1154"/>
                  <a:pt x="468" y="1149"/>
                </a:cubicBezTo>
                <a:cubicBezTo>
                  <a:pt x="449" y="1145"/>
                  <a:pt x="431" y="1141"/>
                  <a:pt x="412" y="1135"/>
                </a:cubicBezTo>
                <a:cubicBezTo>
                  <a:pt x="394" y="1130"/>
                  <a:pt x="376" y="1123"/>
                  <a:pt x="359" y="1116"/>
                </a:cubicBezTo>
                <a:cubicBezTo>
                  <a:pt x="341" y="1109"/>
                  <a:pt x="324" y="1101"/>
                  <a:pt x="306" y="1092"/>
                </a:cubicBezTo>
                <a:cubicBezTo>
                  <a:pt x="290" y="1083"/>
                  <a:pt x="273" y="1073"/>
                  <a:pt x="257" y="1063"/>
                </a:cubicBezTo>
                <a:cubicBezTo>
                  <a:pt x="242" y="1052"/>
                  <a:pt x="226" y="1041"/>
                  <a:pt x="212" y="1029"/>
                </a:cubicBezTo>
                <a:cubicBezTo>
                  <a:pt x="197" y="1017"/>
                  <a:pt x="183" y="1004"/>
                  <a:pt x="169" y="990"/>
                </a:cubicBezTo>
                <a:cubicBezTo>
                  <a:pt x="156" y="977"/>
                  <a:pt x="143" y="963"/>
                  <a:pt x="131" y="948"/>
                </a:cubicBezTo>
                <a:cubicBezTo>
                  <a:pt x="119" y="933"/>
                  <a:pt x="108" y="918"/>
                  <a:pt x="97" y="902"/>
                </a:cubicBezTo>
                <a:cubicBezTo>
                  <a:pt x="87" y="887"/>
                  <a:pt x="77" y="870"/>
                  <a:pt x="68" y="854"/>
                </a:cubicBezTo>
                <a:cubicBezTo>
                  <a:pt x="59" y="837"/>
                  <a:pt x="51" y="820"/>
                  <a:pt x="44" y="802"/>
                </a:cubicBezTo>
                <a:cubicBezTo>
                  <a:pt x="36" y="785"/>
                  <a:pt x="30" y="767"/>
                  <a:pt x="25" y="748"/>
                </a:cubicBezTo>
                <a:cubicBezTo>
                  <a:pt x="19" y="730"/>
                  <a:pt x="14" y="712"/>
                  <a:pt x="11" y="693"/>
                </a:cubicBezTo>
                <a:cubicBezTo>
                  <a:pt x="7" y="675"/>
                  <a:pt x="4" y="656"/>
                  <a:pt x="2" y="637"/>
                </a:cubicBezTo>
                <a:cubicBezTo>
                  <a:pt x="0" y="618"/>
                  <a:pt x="0" y="599"/>
                  <a:pt x="0" y="580"/>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126" name="図 125"/>
          <p:cNvPicPr/>
          <p:nvPr/>
        </p:nvPicPr>
        <p:blipFill>
          <a:blip r:embed="rId7"/>
          <a:stretch/>
        </p:blipFill>
        <p:spPr>
          <a:xfrm>
            <a:off x="1905480" y="5323320"/>
            <a:ext cx="225360" cy="200160"/>
          </a:xfrm>
          <a:prstGeom prst="rect">
            <a:avLst/>
          </a:prstGeom>
          <a:noFill/>
          <a:ln w="0">
            <a:noFill/>
          </a:ln>
        </p:spPr>
      </p:pic>
      <p:sp>
        <p:nvSpPr>
          <p:cNvPr id="127" name="フリーフォーム: 図形 126"/>
          <p:cNvSpPr/>
          <p:nvPr/>
        </p:nvSpPr>
        <p:spPr>
          <a:xfrm>
            <a:off x="2364840" y="5231160"/>
            <a:ext cx="200880" cy="200880"/>
          </a:xfrm>
          <a:custGeom>
            <a:avLst/>
            <a:gdLst/>
            <a:ahLst/>
            <a:cxnLst/>
            <a:rect l="0" t="0" r="r" b="b"/>
            <a:pathLst>
              <a:path w="558" h="558">
                <a:moveTo>
                  <a:pt x="0" y="465"/>
                </a:moveTo>
                <a:lnTo>
                  <a:pt x="0" y="93"/>
                </a:lnTo>
                <a:cubicBezTo>
                  <a:pt x="0" y="80"/>
                  <a:pt x="2" y="69"/>
                  <a:pt x="7" y="57"/>
                </a:cubicBezTo>
                <a:cubicBezTo>
                  <a:pt x="12" y="46"/>
                  <a:pt x="18" y="36"/>
                  <a:pt x="27" y="27"/>
                </a:cubicBezTo>
                <a:cubicBezTo>
                  <a:pt x="36" y="18"/>
                  <a:pt x="46" y="12"/>
                  <a:pt x="57" y="7"/>
                </a:cubicBezTo>
                <a:cubicBezTo>
                  <a:pt x="68" y="2"/>
                  <a:pt x="80" y="0"/>
                  <a:pt x="93" y="0"/>
                </a:cubicBezTo>
                <a:lnTo>
                  <a:pt x="465" y="0"/>
                </a:lnTo>
                <a:cubicBezTo>
                  <a:pt x="477" y="0"/>
                  <a:pt x="489" y="2"/>
                  <a:pt x="501" y="7"/>
                </a:cubicBezTo>
                <a:cubicBezTo>
                  <a:pt x="512" y="12"/>
                  <a:pt x="522" y="18"/>
                  <a:pt x="531" y="27"/>
                </a:cubicBezTo>
                <a:cubicBezTo>
                  <a:pt x="539" y="36"/>
                  <a:pt x="546" y="46"/>
                  <a:pt x="551" y="57"/>
                </a:cubicBezTo>
                <a:cubicBezTo>
                  <a:pt x="556" y="69"/>
                  <a:pt x="558" y="80"/>
                  <a:pt x="558" y="93"/>
                </a:cubicBezTo>
                <a:lnTo>
                  <a:pt x="558" y="465"/>
                </a:lnTo>
                <a:cubicBezTo>
                  <a:pt x="558" y="477"/>
                  <a:pt x="556" y="489"/>
                  <a:pt x="551" y="501"/>
                </a:cubicBezTo>
                <a:cubicBezTo>
                  <a:pt x="546" y="512"/>
                  <a:pt x="539" y="522"/>
                  <a:pt x="531" y="531"/>
                </a:cubicBezTo>
                <a:cubicBezTo>
                  <a:pt x="522" y="539"/>
                  <a:pt x="512" y="546"/>
                  <a:pt x="501" y="551"/>
                </a:cubicBezTo>
                <a:cubicBezTo>
                  <a:pt x="489" y="556"/>
                  <a:pt x="477" y="558"/>
                  <a:pt x="465" y="558"/>
                </a:cubicBezTo>
                <a:lnTo>
                  <a:pt x="93" y="558"/>
                </a:lnTo>
                <a:cubicBezTo>
                  <a:pt x="80" y="558"/>
                  <a:pt x="68" y="556"/>
                  <a:pt x="57" y="551"/>
                </a:cubicBezTo>
                <a:cubicBezTo>
                  <a:pt x="46" y="546"/>
                  <a:pt x="36" y="539"/>
                  <a:pt x="27" y="531"/>
                </a:cubicBezTo>
                <a:cubicBezTo>
                  <a:pt x="18" y="522"/>
                  <a:pt x="12" y="512"/>
                  <a:pt x="7" y="501"/>
                </a:cubicBezTo>
                <a:cubicBezTo>
                  <a:pt x="2" y="489"/>
                  <a:pt x="0" y="477"/>
                  <a:pt x="0" y="465"/>
                </a:cubicBez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28" name="テキスト ボックス 127"/>
          <p:cNvSpPr txBox="1"/>
          <p:nvPr/>
        </p:nvSpPr>
        <p:spPr>
          <a:xfrm>
            <a:off x="2289600" y="4537800"/>
            <a:ext cx="187812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つの革新的アプローチを提案します</a:t>
            </a:r>
            <a:endParaRPr lang="en-US" sz="920" b="0" u="none" strike="noStrike">
              <a:solidFill>
                <a:srgbClr val="000000"/>
              </a:solidFill>
              <a:effectLst/>
              <a:uFillTx/>
              <a:latin typeface="Times New Roman"/>
            </a:endParaRPr>
          </a:p>
        </p:txBody>
      </p:sp>
      <p:sp>
        <p:nvSpPr>
          <p:cNvPr id="129" name="テキスト ボックス 128"/>
          <p:cNvSpPr txBox="1"/>
          <p:nvPr/>
        </p:nvSpPr>
        <p:spPr>
          <a:xfrm>
            <a:off x="2431800" y="5273280"/>
            <a:ext cx="116640" cy="136080"/>
          </a:xfrm>
          <a:prstGeom prst="rect">
            <a:avLst/>
          </a:prstGeom>
          <a:noFill/>
          <a:ln w="0">
            <a:noFill/>
          </a:ln>
        </p:spPr>
        <p:txBody>
          <a:bodyPr wrap="none" lIns="0" tIns="0" rIns="0" bIns="0" anchor="t">
            <a:spAutoFit/>
          </a:bodyPr>
          <a:lstStyle/>
          <a:p>
            <a:r>
              <a:rPr lang="en-US" sz="920" b="0" u="none" strike="noStrike">
                <a:solidFill>
                  <a:srgbClr val="FFFFFF"/>
                </a:solidFill>
                <a:effectLst/>
                <a:uFillTx/>
                <a:latin typeface="NotoSansJP"/>
                <a:ea typeface="NotoSansJP"/>
              </a:rPr>
              <a:t>5</a:t>
            </a:r>
            <a:endParaRPr lang="en-US" sz="920" b="0" u="none" strike="noStrike">
              <a:solidFill>
                <a:srgbClr val="000000"/>
              </a:solidFill>
              <a:effectLst/>
              <a:uFillTx/>
              <a:latin typeface="Times New Roman"/>
            </a:endParaRPr>
          </a:p>
        </p:txBody>
      </p:sp>
      <p:sp>
        <p:nvSpPr>
          <p:cNvPr id="130" name="テキスト ボックス 129"/>
          <p:cNvSpPr txBox="1"/>
          <p:nvPr/>
        </p:nvSpPr>
        <p:spPr>
          <a:xfrm>
            <a:off x="2632320" y="5243400"/>
            <a:ext cx="33588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結論</a:t>
            </a:r>
            <a:endParaRPr lang="en-US" sz="1320" b="0" u="none" strike="noStrike">
              <a:solidFill>
                <a:srgbClr val="000000"/>
              </a:solidFill>
              <a:effectLst/>
              <a:uFillTx/>
              <a:latin typeface="Times New Roman"/>
            </a:endParaRPr>
          </a:p>
        </p:txBody>
      </p:sp>
      <p:pic>
        <p:nvPicPr>
          <p:cNvPr id="131" name="図 130"/>
          <p:cNvPicPr/>
          <p:nvPr/>
        </p:nvPicPr>
        <p:blipFill>
          <a:blip r:embed="rId8"/>
          <a:stretch/>
        </p:blipFill>
        <p:spPr>
          <a:xfrm>
            <a:off x="0" y="6551640"/>
            <a:ext cx="7133400" cy="33120"/>
          </a:xfrm>
          <a:prstGeom prst="rect">
            <a:avLst/>
          </a:prstGeom>
          <a:noFill/>
          <a:ln w="0">
            <a:noFill/>
          </a:ln>
        </p:spPr>
      </p:pic>
      <p:pic>
        <p:nvPicPr>
          <p:cNvPr id="132" name="図 131"/>
          <p:cNvPicPr/>
          <p:nvPr/>
        </p:nvPicPr>
        <p:blipFill>
          <a:blip r:embed="rId9"/>
          <a:stretch/>
        </p:blipFill>
        <p:spPr>
          <a:xfrm>
            <a:off x="9626760" y="1337040"/>
            <a:ext cx="400680" cy="400680"/>
          </a:xfrm>
          <a:prstGeom prst="rect">
            <a:avLst/>
          </a:prstGeom>
          <a:noFill/>
          <a:ln w="0">
            <a:noFill/>
          </a:ln>
        </p:spPr>
      </p:pic>
      <p:pic>
        <p:nvPicPr>
          <p:cNvPr id="133" name="図 132"/>
          <p:cNvPicPr/>
          <p:nvPr/>
        </p:nvPicPr>
        <p:blipFill>
          <a:blip r:embed="rId10"/>
          <a:stretch/>
        </p:blipFill>
        <p:spPr>
          <a:xfrm>
            <a:off x="1337040" y="4312080"/>
            <a:ext cx="267120" cy="267120"/>
          </a:xfrm>
          <a:prstGeom prst="rect">
            <a:avLst/>
          </a:prstGeom>
          <a:noFill/>
          <a:ln w="0">
            <a:noFill/>
          </a:ln>
        </p:spPr>
      </p:pic>
      <p:sp>
        <p:nvSpPr>
          <p:cNvPr id="134" name="テキスト ボックス 133"/>
          <p:cNvSpPr txBox="1"/>
          <p:nvPr/>
        </p:nvSpPr>
        <p:spPr>
          <a:xfrm>
            <a:off x="2364840" y="5507280"/>
            <a:ext cx="5892480" cy="169560"/>
          </a:xfrm>
          <a:prstGeom prst="rect">
            <a:avLst/>
          </a:prstGeom>
          <a:noFill/>
          <a:ln w="0">
            <a:noFill/>
          </a:ln>
        </p:spPr>
        <p:txBody>
          <a:bodyPr wrap="none" lIns="0" tIns="0" rIns="0" bIns="0" anchor="t">
            <a:spAutoFit/>
          </a:bodyPr>
          <a:lstStyle/>
          <a:p>
            <a:r>
              <a:rPr lang="en-US" sz="920" b="0" u="none" strike="noStrike">
                <a:solidFill>
                  <a:srgbClr val="D1D5DC"/>
                </a:solidFill>
                <a:effectLst/>
                <a:uFillTx/>
                <a:latin typeface="NotoSansJP"/>
                <a:ea typeface="NotoSansJP"/>
              </a:rPr>
              <a:t>AI</a:t>
            </a:r>
            <a:r>
              <a:rPr lang="zh-CN" sz="920" b="0" u="none" strike="noStrike">
                <a:solidFill>
                  <a:srgbClr val="D1D5DC"/>
                </a:solidFill>
                <a:effectLst/>
                <a:uFillTx/>
                <a:latin typeface="NotoSansJP"/>
                <a:ea typeface="NotoSansJP"/>
              </a:rPr>
              <a:t>技術による自動車システム安全性向上の現状と将来展望をまとめ、今後の研究課題と社会的意義を考察します</a:t>
            </a:r>
            <a:endParaRPr lang="en-US" sz="920" b="0" u="none" strike="noStrike">
              <a:solidFill>
                <a:srgbClr val="000000"/>
              </a:solidFill>
              <a:effectLst/>
              <a:uFillTx/>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 name="図 134"/>
          <p:cNvPicPr/>
          <p:nvPr/>
        </p:nvPicPr>
        <p:blipFill>
          <a:blip r:embed="rId2"/>
          <a:stretch/>
        </p:blipFill>
        <p:spPr>
          <a:xfrm>
            <a:off x="0" y="0"/>
            <a:ext cx="10696320" cy="7044480"/>
          </a:xfrm>
          <a:prstGeom prst="rect">
            <a:avLst/>
          </a:prstGeom>
          <a:noFill/>
          <a:ln w="0">
            <a:noFill/>
          </a:ln>
        </p:spPr>
      </p:pic>
      <p:sp>
        <p:nvSpPr>
          <p:cNvPr id="136" name="テキスト ボックス 135"/>
          <p:cNvSpPr txBox="1"/>
          <p:nvPr/>
        </p:nvSpPr>
        <p:spPr>
          <a:xfrm>
            <a:off x="401040" y="389520"/>
            <a:ext cx="585540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自動車システムにおける</a:t>
            </a:r>
            <a:r>
              <a:rPr lang="en-US" sz="2370" b="0" u="none" strike="noStrike">
                <a:solidFill>
                  <a:srgbClr val="FFFFFF"/>
                </a:solidFill>
                <a:effectLst/>
                <a:uFillTx/>
                <a:latin typeface="Roboto"/>
                <a:ea typeface="Roboto"/>
              </a:rPr>
              <a:t>AI</a:t>
            </a:r>
            <a:r>
              <a:rPr lang="zh-CN" sz="2370" b="0" u="none" strike="noStrike">
                <a:solidFill>
                  <a:srgbClr val="FFFFFF"/>
                </a:solidFill>
                <a:effectLst/>
                <a:uFillTx/>
                <a:latin typeface="NotoSansJP"/>
                <a:ea typeface="NotoSansJP"/>
              </a:rPr>
              <a:t>安全技術の現状</a:t>
            </a:r>
            <a:endParaRPr lang="en-US" sz="2370" b="0" u="none" strike="noStrike">
              <a:solidFill>
                <a:srgbClr val="000000"/>
              </a:solidFill>
              <a:effectLst/>
              <a:uFillTx/>
              <a:latin typeface="Times New Roman"/>
            </a:endParaRPr>
          </a:p>
        </p:txBody>
      </p:sp>
      <p:sp>
        <p:nvSpPr>
          <p:cNvPr id="137" name="テキスト ボックス 136"/>
          <p:cNvSpPr txBox="1"/>
          <p:nvPr/>
        </p:nvSpPr>
        <p:spPr>
          <a:xfrm>
            <a:off x="10002960" y="509760"/>
            <a:ext cx="338760" cy="13608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4 / 17</a:t>
            </a:r>
            <a:endParaRPr lang="en-US" sz="920" b="0" u="none" strike="noStrike">
              <a:solidFill>
                <a:srgbClr val="000000"/>
              </a:solidFill>
              <a:effectLst/>
              <a:uFillTx/>
              <a:latin typeface="Times New Roman"/>
            </a:endParaRPr>
          </a:p>
        </p:txBody>
      </p:sp>
      <p:sp>
        <p:nvSpPr>
          <p:cNvPr id="138" name="テキスト ボックス 137"/>
          <p:cNvSpPr txBox="1"/>
          <p:nvPr/>
        </p:nvSpPr>
        <p:spPr>
          <a:xfrm>
            <a:off x="1604520" y="1048320"/>
            <a:ext cx="7579800" cy="244080"/>
          </a:xfrm>
          <a:prstGeom prst="rect">
            <a:avLst/>
          </a:prstGeom>
          <a:noFill/>
          <a:ln w="0">
            <a:noFill/>
          </a:ln>
        </p:spPr>
        <p:txBody>
          <a:bodyPr wrap="none" lIns="0" tIns="0" rIns="0" bIns="0" anchor="t">
            <a:spAutoFit/>
          </a:bodyPr>
          <a:lstStyle/>
          <a:p>
            <a:r>
              <a:rPr lang="en-US" sz="1320" b="0" u="none" strike="noStrike">
                <a:solidFill>
                  <a:srgbClr val="D1D5DC"/>
                </a:solidFill>
                <a:effectLst/>
                <a:uFillTx/>
                <a:latin typeface="NotoSansJP"/>
                <a:ea typeface="NotoSansJP"/>
              </a:rPr>
              <a:t>AI</a:t>
            </a:r>
            <a:r>
              <a:rPr lang="zh-CN" sz="1320" b="0" u="none" strike="noStrike">
                <a:solidFill>
                  <a:srgbClr val="D1D5DC"/>
                </a:solidFill>
                <a:effectLst/>
                <a:uFillTx/>
                <a:latin typeface="NotoSansJP"/>
                <a:ea typeface="NotoSansJP"/>
              </a:rPr>
              <a:t>技術は、自動車の安全性を飛躍的に向上させる可能性を秘めています。人間のドライバーの能力を</a:t>
            </a:r>
            <a:endParaRPr lang="en-US" sz="1320" b="0" u="none" strike="noStrike">
              <a:solidFill>
                <a:srgbClr val="000000"/>
              </a:solidFill>
              <a:effectLst/>
              <a:uFillTx/>
              <a:latin typeface="Times New Roman"/>
            </a:endParaRPr>
          </a:p>
        </p:txBody>
      </p:sp>
      <p:sp>
        <p:nvSpPr>
          <p:cNvPr id="139" name="テキスト ボックス 138"/>
          <p:cNvSpPr txBox="1"/>
          <p:nvPr/>
        </p:nvSpPr>
        <p:spPr>
          <a:xfrm>
            <a:off x="2013840" y="1324080"/>
            <a:ext cx="6743880" cy="244080"/>
          </a:xfrm>
          <a:prstGeom prst="rect">
            <a:avLst/>
          </a:prstGeom>
          <a:noFill/>
          <a:ln w="0">
            <a:noFill/>
          </a:ln>
        </p:spPr>
        <p:txBody>
          <a:bodyPr wrap="none" lIns="0" tIns="0" rIns="0" bIns="0" anchor="t">
            <a:spAutoFit/>
          </a:bodyPr>
          <a:lstStyle/>
          <a:p>
            <a:r>
              <a:rPr lang="zh-CN" sz="1320" b="0" u="none" strike="noStrike">
                <a:solidFill>
                  <a:srgbClr val="FF0000"/>
                </a:solidFill>
                <a:effectLst/>
                <a:uFillTx/>
                <a:latin typeface="NotoSansJP"/>
                <a:ea typeface="NotoSansJP"/>
              </a:rPr>
              <a:t>補完</a:t>
            </a:r>
            <a:r>
              <a:rPr lang="zh-CN" sz="1320" b="0" u="none" strike="noStrike">
                <a:solidFill>
                  <a:srgbClr val="D1D5DC"/>
                </a:solidFill>
                <a:effectLst/>
                <a:uFillTx/>
                <a:latin typeface="NotoSansJP"/>
                <a:ea typeface="NotoSansJP"/>
              </a:rPr>
              <a:t>あるいは</a:t>
            </a:r>
            <a:r>
              <a:rPr lang="zh-CN" sz="1320" b="0" u="none" strike="noStrike">
                <a:solidFill>
                  <a:srgbClr val="FF0000"/>
                </a:solidFill>
                <a:effectLst/>
                <a:uFillTx/>
                <a:latin typeface="NotoSansJP"/>
                <a:ea typeface="NotoSansJP"/>
              </a:rPr>
              <a:t>超える</a:t>
            </a:r>
            <a:r>
              <a:rPr lang="en-US" sz="1320" b="0" u="none" strike="noStrike">
                <a:solidFill>
                  <a:srgbClr val="D1D5DC"/>
                </a:solidFill>
                <a:effectLst/>
                <a:uFillTx/>
                <a:latin typeface="NotoSansJP"/>
                <a:ea typeface="NotoSansJP"/>
              </a:rPr>
              <a:t> ことで、交通事故の削減に大きく貢献することが期待されています。</a:t>
            </a:r>
            <a:endParaRPr lang="en-US" sz="1320" b="0" u="none" strike="noStrike">
              <a:solidFill>
                <a:srgbClr val="000000"/>
              </a:solidFill>
              <a:effectLst/>
              <a:uFillTx/>
              <a:latin typeface="Times New Roman"/>
            </a:endParaRPr>
          </a:p>
        </p:txBody>
      </p:sp>
      <p:sp>
        <p:nvSpPr>
          <p:cNvPr id="140" name="フリーフォーム: 図形 139"/>
          <p:cNvSpPr/>
          <p:nvPr/>
        </p:nvSpPr>
        <p:spPr>
          <a:xfrm>
            <a:off x="4963680" y="1829880"/>
            <a:ext cx="769320" cy="769320"/>
          </a:xfrm>
          <a:custGeom>
            <a:avLst/>
            <a:gdLst/>
            <a:ahLst/>
            <a:cxnLst/>
            <a:rect l="0" t="0" r="r" b="b"/>
            <a:pathLst>
              <a:path w="2137" h="2137">
                <a:moveTo>
                  <a:pt x="2137" y="1069"/>
                </a:moveTo>
                <a:cubicBezTo>
                  <a:pt x="2137" y="1104"/>
                  <a:pt x="2135" y="1139"/>
                  <a:pt x="2132" y="1174"/>
                </a:cubicBezTo>
                <a:cubicBezTo>
                  <a:pt x="2128" y="1208"/>
                  <a:pt x="2123" y="1243"/>
                  <a:pt x="2116" y="1277"/>
                </a:cubicBezTo>
                <a:cubicBezTo>
                  <a:pt x="2109" y="1312"/>
                  <a:pt x="2101" y="1345"/>
                  <a:pt x="2091" y="1379"/>
                </a:cubicBezTo>
                <a:cubicBezTo>
                  <a:pt x="2081" y="1412"/>
                  <a:pt x="2069" y="1445"/>
                  <a:pt x="2055" y="1478"/>
                </a:cubicBezTo>
                <a:cubicBezTo>
                  <a:pt x="2042" y="1510"/>
                  <a:pt x="2027" y="1541"/>
                  <a:pt x="2011" y="1572"/>
                </a:cubicBezTo>
                <a:cubicBezTo>
                  <a:pt x="1994" y="1603"/>
                  <a:pt x="1976" y="1633"/>
                  <a:pt x="1957" y="1662"/>
                </a:cubicBezTo>
                <a:cubicBezTo>
                  <a:pt x="1937" y="1691"/>
                  <a:pt x="1916" y="1719"/>
                  <a:pt x="1894" y="1746"/>
                </a:cubicBezTo>
                <a:cubicBezTo>
                  <a:pt x="1872" y="1773"/>
                  <a:pt x="1849" y="1799"/>
                  <a:pt x="1824" y="1824"/>
                </a:cubicBezTo>
                <a:cubicBezTo>
                  <a:pt x="1799" y="1849"/>
                  <a:pt x="1773" y="1872"/>
                  <a:pt x="1746" y="1894"/>
                </a:cubicBezTo>
                <a:cubicBezTo>
                  <a:pt x="1719" y="1917"/>
                  <a:pt x="1691" y="1937"/>
                  <a:pt x="1662" y="1957"/>
                </a:cubicBezTo>
                <a:cubicBezTo>
                  <a:pt x="1633" y="1976"/>
                  <a:pt x="1603" y="1994"/>
                  <a:pt x="1572" y="2011"/>
                </a:cubicBezTo>
                <a:cubicBezTo>
                  <a:pt x="1541" y="2027"/>
                  <a:pt x="1510" y="2042"/>
                  <a:pt x="1477" y="2055"/>
                </a:cubicBezTo>
                <a:cubicBezTo>
                  <a:pt x="1445" y="2069"/>
                  <a:pt x="1412" y="2081"/>
                  <a:pt x="1379" y="2091"/>
                </a:cubicBezTo>
                <a:cubicBezTo>
                  <a:pt x="1345" y="2101"/>
                  <a:pt x="1311" y="2109"/>
                  <a:pt x="1277" y="2116"/>
                </a:cubicBezTo>
                <a:cubicBezTo>
                  <a:pt x="1243" y="2123"/>
                  <a:pt x="1208" y="2128"/>
                  <a:pt x="1174" y="2132"/>
                </a:cubicBezTo>
                <a:cubicBezTo>
                  <a:pt x="1139" y="2135"/>
                  <a:pt x="1104" y="2137"/>
                  <a:pt x="1069" y="2137"/>
                </a:cubicBezTo>
                <a:cubicBezTo>
                  <a:pt x="1034" y="2137"/>
                  <a:pt x="999" y="2135"/>
                  <a:pt x="964" y="2132"/>
                </a:cubicBezTo>
                <a:cubicBezTo>
                  <a:pt x="929" y="2128"/>
                  <a:pt x="895" y="2123"/>
                  <a:pt x="861" y="2116"/>
                </a:cubicBezTo>
                <a:cubicBezTo>
                  <a:pt x="826" y="2109"/>
                  <a:pt x="792" y="2101"/>
                  <a:pt x="759" y="2091"/>
                </a:cubicBezTo>
                <a:cubicBezTo>
                  <a:pt x="725" y="2081"/>
                  <a:pt x="693" y="2069"/>
                  <a:pt x="660" y="2055"/>
                </a:cubicBezTo>
                <a:cubicBezTo>
                  <a:pt x="628" y="2042"/>
                  <a:pt x="596" y="2027"/>
                  <a:pt x="565" y="2011"/>
                </a:cubicBezTo>
                <a:cubicBezTo>
                  <a:pt x="535" y="1994"/>
                  <a:pt x="505" y="1976"/>
                  <a:pt x="476" y="1957"/>
                </a:cubicBezTo>
                <a:cubicBezTo>
                  <a:pt x="447" y="1937"/>
                  <a:pt x="418" y="1917"/>
                  <a:pt x="391" y="1894"/>
                </a:cubicBezTo>
                <a:cubicBezTo>
                  <a:pt x="364" y="1872"/>
                  <a:pt x="339" y="1849"/>
                  <a:pt x="314" y="1824"/>
                </a:cubicBezTo>
                <a:cubicBezTo>
                  <a:pt x="289" y="1799"/>
                  <a:pt x="266" y="1773"/>
                  <a:pt x="243" y="1746"/>
                </a:cubicBezTo>
                <a:cubicBezTo>
                  <a:pt x="221" y="1719"/>
                  <a:pt x="200" y="1691"/>
                  <a:pt x="181" y="1662"/>
                </a:cubicBezTo>
                <a:cubicBezTo>
                  <a:pt x="162" y="1633"/>
                  <a:pt x="144" y="1603"/>
                  <a:pt x="127" y="1572"/>
                </a:cubicBezTo>
                <a:cubicBezTo>
                  <a:pt x="111" y="1541"/>
                  <a:pt x="96" y="1510"/>
                  <a:pt x="81" y="1478"/>
                </a:cubicBezTo>
                <a:cubicBezTo>
                  <a:pt x="68" y="1445"/>
                  <a:pt x="56" y="1412"/>
                  <a:pt x="46" y="1379"/>
                </a:cubicBezTo>
                <a:cubicBezTo>
                  <a:pt x="36" y="1345"/>
                  <a:pt x="27" y="1312"/>
                  <a:pt x="21" y="1277"/>
                </a:cubicBezTo>
                <a:cubicBezTo>
                  <a:pt x="14" y="1243"/>
                  <a:pt x="9" y="1208"/>
                  <a:pt x="5" y="1174"/>
                </a:cubicBezTo>
                <a:cubicBezTo>
                  <a:pt x="2" y="1139"/>
                  <a:pt x="0" y="1104"/>
                  <a:pt x="0" y="1069"/>
                </a:cubicBezTo>
                <a:cubicBezTo>
                  <a:pt x="0" y="1034"/>
                  <a:pt x="2" y="999"/>
                  <a:pt x="5" y="964"/>
                </a:cubicBezTo>
                <a:cubicBezTo>
                  <a:pt x="9" y="929"/>
                  <a:pt x="14" y="895"/>
                  <a:pt x="21" y="861"/>
                </a:cubicBezTo>
                <a:cubicBezTo>
                  <a:pt x="27" y="826"/>
                  <a:pt x="36" y="792"/>
                  <a:pt x="46" y="759"/>
                </a:cubicBezTo>
                <a:cubicBezTo>
                  <a:pt x="56" y="726"/>
                  <a:pt x="68" y="693"/>
                  <a:pt x="81" y="660"/>
                </a:cubicBezTo>
                <a:cubicBezTo>
                  <a:pt x="96" y="628"/>
                  <a:pt x="111" y="596"/>
                  <a:pt x="127" y="566"/>
                </a:cubicBezTo>
                <a:cubicBezTo>
                  <a:pt x="144" y="535"/>
                  <a:pt x="162" y="505"/>
                  <a:pt x="181" y="476"/>
                </a:cubicBezTo>
                <a:cubicBezTo>
                  <a:pt x="200" y="447"/>
                  <a:pt x="221" y="419"/>
                  <a:pt x="243" y="392"/>
                </a:cubicBezTo>
                <a:cubicBezTo>
                  <a:pt x="266" y="365"/>
                  <a:pt x="289" y="339"/>
                  <a:pt x="314" y="314"/>
                </a:cubicBezTo>
                <a:cubicBezTo>
                  <a:pt x="339" y="289"/>
                  <a:pt x="364" y="266"/>
                  <a:pt x="391" y="243"/>
                </a:cubicBezTo>
                <a:cubicBezTo>
                  <a:pt x="418" y="220"/>
                  <a:pt x="447" y="200"/>
                  <a:pt x="476" y="180"/>
                </a:cubicBezTo>
                <a:cubicBezTo>
                  <a:pt x="505" y="161"/>
                  <a:pt x="535" y="143"/>
                  <a:pt x="565" y="126"/>
                </a:cubicBezTo>
                <a:cubicBezTo>
                  <a:pt x="596" y="110"/>
                  <a:pt x="628" y="95"/>
                  <a:pt x="660" y="81"/>
                </a:cubicBezTo>
                <a:cubicBezTo>
                  <a:pt x="693" y="68"/>
                  <a:pt x="725" y="56"/>
                  <a:pt x="759" y="46"/>
                </a:cubicBezTo>
                <a:cubicBezTo>
                  <a:pt x="792" y="36"/>
                  <a:pt x="826" y="27"/>
                  <a:pt x="861" y="21"/>
                </a:cubicBezTo>
                <a:cubicBezTo>
                  <a:pt x="895" y="14"/>
                  <a:pt x="929" y="9"/>
                  <a:pt x="964" y="5"/>
                </a:cubicBezTo>
                <a:cubicBezTo>
                  <a:pt x="999" y="2"/>
                  <a:pt x="1034" y="0"/>
                  <a:pt x="1069" y="0"/>
                </a:cubicBezTo>
                <a:cubicBezTo>
                  <a:pt x="1104" y="0"/>
                  <a:pt x="1139" y="2"/>
                  <a:pt x="1174" y="5"/>
                </a:cubicBezTo>
                <a:cubicBezTo>
                  <a:pt x="1208" y="9"/>
                  <a:pt x="1243" y="14"/>
                  <a:pt x="1277" y="21"/>
                </a:cubicBezTo>
                <a:cubicBezTo>
                  <a:pt x="1311" y="27"/>
                  <a:pt x="1345" y="36"/>
                  <a:pt x="1379" y="46"/>
                </a:cubicBezTo>
                <a:cubicBezTo>
                  <a:pt x="1412" y="56"/>
                  <a:pt x="1445" y="68"/>
                  <a:pt x="1477" y="81"/>
                </a:cubicBezTo>
                <a:cubicBezTo>
                  <a:pt x="1510" y="95"/>
                  <a:pt x="1541" y="110"/>
                  <a:pt x="1572" y="126"/>
                </a:cubicBezTo>
                <a:cubicBezTo>
                  <a:pt x="1603" y="143"/>
                  <a:pt x="1633" y="161"/>
                  <a:pt x="1662" y="180"/>
                </a:cubicBezTo>
                <a:cubicBezTo>
                  <a:pt x="1691" y="200"/>
                  <a:pt x="1719" y="220"/>
                  <a:pt x="1746" y="243"/>
                </a:cubicBezTo>
                <a:cubicBezTo>
                  <a:pt x="1773" y="266"/>
                  <a:pt x="1799" y="289"/>
                  <a:pt x="1824" y="314"/>
                </a:cubicBezTo>
                <a:cubicBezTo>
                  <a:pt x="1849" y="339"/>
                  <a:pt x="1872" y="365"/>
                  <a:pt x="1894" y="392"/>
                </a:cubicBezTo>
                <a:cubicBezTo>
                  <a:pt x="1916" y="419"/>
                  <a:pt x="1937" y="447"/>
                  <a:pt x="1957" y="476"/>
                </a:cubicBezTo>
                <a:cubicBezTo>
                  <a:pt x="1976" y="505"/>
                  <a:pt x="1994" y="535"/>
                  <a:pt x="2011" y="566"/>
                </a:cubicBezTo>
                <a:cubicBezTo>
                  <a:pt x="2027" y="596"/>
                  <a:pt x="2042" y="628"/>
                  <a:pt x="2055" y="660"/>
                </a:cubicBezTo>
                <a:cubicBezTo>
                  <a:pt x="2069" y="693"/>
                  <a:pt x="2081" y="726"/>
                  <a:pt x="2091" y="759"/>
                </a:cubicBezTo>
                <a:cubicBezTo>
                  <a:pt x="2101" y="792"/>
                  <a:pt x="2109" y="826"/>
                  <a:pt x="2116" y="861"/>
                </a:cubicBezTo>
                <a:cubicBezTo>
                  <a:pt x="2123" y="895"/>
                  <a:pt x="2128" y="929"/>
                  <a:pt x="2132" y="964"/>
                </a:cubicBezTo>
                <a:cubicBezTo>
                  <a:pt x="2135" y="999"/>
                  <a:pt x="2137" y="1034"/>
                  <a:pt x="2137" y="1069"/>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41" name="フリーフォーム: 図形 140"/>
          <p:cNvSpPr/>
          <p:nvPr/>
        </p:nvSpPr>
        <p:spPr>
          <a:xfrm>
            <a:off x="4963680" y="1829880"/>
            <a:ext cx="769320" cy="769320"/>
          </a:xfrm>
          <a:custGeom>
            <a:avLst/>
            <a:gdLst/>
            <a:ahLst/>
            <a:cxnLst/>
            <a:rect l="0" t="0" r="r" b="b"/>
            <a:pathLst>
              <a:path w="2137" h="2137" fill="none">
                <a:moveTo>
                  <a:pt x="2137" y="1069"/>
                </a:moveTo>
                <a:cubicBezTo>
                  <a:pt x="2137" y="1104"/>
                  <a:pt x="2135" y="1139"/>
                  <a:pt x="2132" y="1174"/>
                </a:cubicBezTo>
                <a:cubicBezTo>
                  <a:pt x="2128" y="1208"/>
                  <a:pt x="2123" y="1243"/>
                  <a:pt x="2116" y="1277"/>
                </a:cubicBezTo>
                <a:cubicBezTo>
                  <a:pt x="2109" y="1312"/>
                  <a:pt x="2101" y="1345"/>
                  <a:pt x="2091" y="1379"/>
                </a:cubicBezTo>
                <a:cubicBezTo>
                  <a:pt x="2081" y="1412"/>
                  <a:pt x="2069" y="1445"/>
                  <a:pt x="2055" y="1478"/>
                </a:cubicBezTo>
                <a:cubicBezTo>
                  <a:pt x="2042" y="1510"/>
                  <a:pt x="2027" y="1541"/>
                  <a:pt x="2011" y="1572"/>
                </a:cubicBezTo>
                <a:cubicBezTo>
                  <a:pt x="1994" y="1603"/>
                  <a:pt x="1976" y="1633"/>
                  <a:pt x="1957" y="1662"/>
                </a:cubicBezTo>
                <a:cubicBezTo>
                  <a:pt x="1937" y="1691"/>
                  <a:pt x="1916" y="1719"/>
                  <a:pt x="1894" y="1746"/>
                </a:cubicBezTo>
                <a:cubicBezTo>
                  <a:pt x="1872" y="1773"/>
                  <a:pt x="1849" y="1799"/>
                  <a:pt x="1824" y="1824"/>
                </a:cubicBezTo>
                <a:cubicBezTo>
                  <a:pt x="1799" y="1849"/>
                  <a:pt x="1773" y="1872"/>
                  <a:pt x="1746" y="1894"/>
                </a:cubicBezTo>
                <a:cubicBezTo>
                  <a:pt x="1719" y="1917"/>
                  <a:pt x="1691" y="1937"/>
                  <a:pt x="1662" y="1957"/>
                </a:cubicBezTo>
                <a:cubicBezTo>
                  <a:pt x="1633" y="1976"/>
                  <a:pt x="1603" y="1994"/>
                  <a:pt x="1572" y="2011"/>
                </a:cubicBezTo>
                <a:cubicBezTo>
                  <a:pt x="1541" y="2027"/>
                  <a:pt x="1510" y="2042"/>
                  <a:pt x="1477" y="2055"/>
                </a:cubicBezTo>
                <a:cubicBezTo>
                  <a:pt x="1445" y="2069"/>
                  <a:pt x="1412" y="2081"/>
                  <a:pt x="1379" y="2091"/>
                </a:cubicBezTo>
                <a:cubicBezTo>
                  <a:pt x="1345" y="2101"/>
                  <a:pt x="1311" y="2109"/>
                  <a:pt x="1277" y="2116"/>
                </a:cubicBezTo>
                <a:cubicBezTo>
                  <a:pt x="1243" y="2123"/>
                  <a:pt x="1208" y="2128"/>
                  <a:pt x="1174" y="2132"/>
                </a:cubicBezTo>
                <a:cubicBezTo>
                  <a:pt x="1139" y="2135"/>
                  <a:pt x="1104" y="2137"/>
                  <a:pt x="1069" y="2137"/>
                </a:cubicBezTo>
                <a:cubicBezTo>
                  <a:pt x="1034" y="2137"/>
                  <a:pt x="999" y="2135"/>
                  <a:pt x="964" y="2132"/>
                </a:cubicBezTo>
                <a:cubicBezTo>
                  <a:pt x="929" y="2128"/>
                  <a:pt x="895" y="2123"/>
                  <a:pt x="861" y="2116"/>
                </a:cubicBezTo>
                <a:cubicBezTo>
                  <a:pt x="826" y="2109"/>
                  <a:pt x="792" y="2101"/>
                  <a:pt x="759" y="2091"/>
                </a:cubicBezTo>
                <a:cubicBezTo>
                  <a:pt x="725" y="2081"/>
                  <a:pt x="693" y="2069"/>
                  <a:pt x="660" y="2055"/>
                </a:cubicBezTo>
                <a:cubicBezTo>
                  <a:pt x="628" y="2042"/>
                  <a:pt x="596" y="2027"/>
                  <a:pt x="565" y="2011"/>
                </a:cubicBezTo>
                <a:cubicBezTo>
                  <a:pt x="535" y="1994"/>
                  <a:pt x="505" y="1976"/>
                  <a:pt x="476" y="1957"/>
                </a:cubicBezTo>
                <a:cubicBezTo>
                  <a:pt x="447" y="1937"/>
                  <a:pt x="418" y="1917"/>
                  <a:pt x="391" y="1894"/>
                </a:cubicBezTo>
                <a:cubicBezTo>
                  <a:pt x="364" y="1872"/>
                  <a:pt x="339" y="1849"/>
                  <a:pt x="314" y="1824"/>
                </a:cubicBezTo>
                <a:cubicBezTo>
                  <a:pt x="289" y="1799"/>
                  <a:pt x="266" y="1773"/>
                  <a:pt x="243" y="1746"/>
                </a:cubicBezTo>
                <a:cubicBezTo>
                  <a:pt x="221" y="1719"/>
                  <a:pt x="200" y="1691"/>
                  <a:pt x="181" y="1662"/>
                </a:cubicBezTo>
                <a:cubicBezTo>
                  <a:pt x="162" y="1633"/>
                  <a:pt x="144" y="1603"/>
                  <a:pt x="127" y="1572"/>
                </a:cubicBezTo>
                <a:cubicBezTo>
                  <a:pt x="111" y="1541"/>
                  <a:pt x="96" y="1510"/>
                  <a:pt x="81" y="1478"/>
                </a:cubicBezTo>
                <a:cubicBezTo>
                  <a:pt x="68" y="1445"/>
                  <a:pt x="56" y="1412"/>
                  <a:pt x="46" y="1379"/>
                </a:cubicBezTo>
                <a:cubicBezTo>
                  <a:pt x="36" y="1345"/>
                  <a:pt x="27" y="1312"/>
                  <a:pt x="21" y="1277"/>
                </a:cubicBezTo>
                <a:cubicBezTo>
                  <a:pt x="14" y="1243"/>
                  <a:pt x="9" y="1208"/>
                  <a:pt x="5" y="1174"/>
                </a:cubicBezTo>
                <a:cubicBezTo>
                  <a:pt x="2" y="1139"/>
                  <a:pt x="0" y="1104"/>
                  <a:pt x="0" y="1069"/>
                </a:cubicBezTo>
                <a:cubicBezTo>
                  <a:pt x="0" y="1034"/>
                  <a:pt x="2" y="999"/>
                  <a:pt x="5" y="964"/>
                </a:cubicBezTo>
                <a:cubicBezTo>
                  <a:pt x="9" y="929"/>
                  <a:pt x="14" y="895"/>
                  <a:pt x="21" y="861"/>
                </a:cubicBezTo>
                <a:cubicBezTo>
                  <a:pt x="27" y="826"/>
                  <a:pt x="36" y="792"/>
                  <a:pt x="46" y="759"/>
                </a:cubicBezTo>
                <a:cubicBezTo>
                  <a:pt x="56" y="726"/>
                  <a:pt x="68" y="693"/>
                  <a:pt x="81" y="660"/>
                </a:cubicBezTo>
                <a:cubicBezTo>
                  <a:pt x="96" y="628"/>
                  <a:pt x="111" y="596"/>
                  <a:pt x="127" y="566"/>
                </a:cubicBezTo>
                <a:cubicBezTo>
                  <a:pt x="144" y="535"/>
                  <a:pt x="162" y="505"/>
                  <a:pt x="181" y="476"/>
                </a:cubicBezTo>
                <a:cubicBezTo>
                  <a:pt x="200" y="447"/>
                  <a:pt x="221" y="419"/>
                  <a:pt x="243" y="392"/>
                </a:cubicBezTo>
                <a:cubicBezTo>
                  <a:pt x="266" y="365"/>
                  <a:pt x="289" y="339"/>
                  <a:pt x="314" y="314"/>
                </a:cubicBezTo>
                <a:cubicBezTo>
                  <a:pt x="339" y="289"/>
                  <a:pt x="364" y="266"/>
                  <a:pt x="391" y="243"/>
                </a:cubicBezTo>
                <a:cubicBezTo>
                  <a:pt x="418" y="220"/>
                  <a:pt x="447" y="200"/>
                  <a:pt x="476" y="180"/>
                </a:cubicBezTo>
                <a:cubicBezTo>
                  <a:pt x="505" y="161"/>
                  <a:pt x="535" y="143"/>
                  <a:pt x="565" y="126"/>
                </a:cubicBezTo>
                <a:cubicBezTo>
                  <a:pt x="596" y="110"/>
                  <a:pt x="628" y="95"/>
                  <a:pt x="660" y="81"/>
                </a:cubicBezTo>
                <a:cubicBezTo>
                  <a:pt x="693" y="68"/>
                  <a:pt x="725" y="56"/>
                  <a:pt x="759" y="46"/>
                </a:cubicBezTo>
                <a:cubicBezTo>
                  <a:pt x="792" y="36"/>
                  <a:pt x="826" y="27"/>
                  <a:pt x="861" y="21"/>
                </a:cubicBezTo>
                <a:cubicBezTo>
                  <a:pt x="895" y="14"/>
                  <a:pt x="929" y="9"/>
                  <a:pt x="964" y="5"/>
                </a:cubicBezTo>
                <a:cubicBezTo>
                  <a:pt x="999" y="2"/>
                  <a:pt x="1034" y="0"/>
                  <a:pt x="1069" y="0"/>
                </a:cubicBezTo>
                <a:cubicBezTo>
                  <a:pt x="1104" y="0"/>
                  <a:pt x="1139" y="2"/>
                  <a:pt x="1174" y="5"/>
                </a:cubicBezTo>
                <a:cubicBezTo>
                  <a:pt x="1208" y="9"/>
                  <a:pt x="1243" y="14"/>
                  <a:pt x="1277" y="21"/>
                </a:cubicBezTo>
                <a:cubicBezTo>
                  <a:pt x="1311" y="27"/>
                  <a:pt x="1345" y="36"/>
                  <a:pt x="1379" y="46"/>
                </a:cubicBezTo>
                <a:cubicBezTo>
                  <a:pt x="1412" y="56"/>
                  <a:pt x="1445" y="68"/>
                  <a:pt x="1477" y="81"/>
                </a:cubicBezTo>
                <a:cubicBezTo>
                  <a:pt x="1510" y="95"/>
                  <a:pt x="1541" y="110"/>
                  <a:pt x="1572" y="126"/>
                </a:cubicBezTo>
                <a:cubicBezTo>
                  <a:pt x="1603" y="143"/>
                  <a:pt x="1633" y="161"/>
                  <a:pt x="1662" y="180"/>
                </a:cubicBezTo>
                <a:cubicBezTo>
                  <a:pt x="1691" y="200"/>
                  <a:pt x="1719" y="220"/>
                  <a:pt x="1746" y="243"/>
                </a:cubicBezTo>
                <a:cubicBezTo>
                  <a:pt x="1773" y="266"/>
                  <a:pt x="1799" y="289"/>
                  <a:pt x="1824" y="314"/>
                </a:cubicBezTo>
                <a:cubicBezTo>
                  <a:pt x="1849" y="339"/>
                  <a:pt x="1872" y="365"/>
                  <a:pt x="1894" y="392"/>
                </a:cubicBezTo>
                <a:cubicBezTo>
                  <a:pt x="1916" y="419"/>
                  <a:pt x="1937" y="447"/>
                  <a:pt x="1957" y="476"/>
                </a:cubicBezTo>
                <a:cubicBezTo>
                  <a:pt x="1976" y="505"/>
                  <a:pt x="1994" y="535"/>
                  <a:pt x="2011" y="566"/>
                </a:cubicBezTo>
                <a:cubicBezTo>
                  <a:pt x="2027" y="596"/>
                  <a:pt x="2042" y="628"/>
                  <a:pt x="2055" y="660"/>
                </a:cubicBezTo>
                <a:cubicBezTo>
                  <a:pt x="2069" y="693"/>
                  <a:pt x="2081" y="726"/>
                  <a:pt x="2091" y="759"/>
                </a:cubicBezTo>
                <a:cubicBezTo>
                  <a:pt x="2101" y="792"/>
                  <a:pt x="2109" y="826"/>
                  <a:pt x="2116" y="861"/>
                </a:cubicBezTo>
                <a:cubicBezTo>
                  <a:pt x="2123" y="895"/>
                  <a:pt x="2128" y="929"/>
                  <a:pt x="2132" y="964"/>
                </a:cubicBezTo>
                <a:cubicBezTo>
                  <a:pt x="2135" y="999"/>
                  <a:pt x="2137" y="1034"/>
                  <a:pt x="2137" y="1069"/>
                </a:cubicBezTo>
              </a:path>
            </a:pathLst>
          </a:custGeom>
          <a:ln w="33120">
            <a:solidFill>
              <a:srgbClr val="C0C0C0"/>
            </a:solidFill>
            <a:miter/>
          </a:ln>
        </p:spPr>
        <p:txBody>
          <a:bodyPr lIns="16560" tIns="16560" rIns="16560" bIns="16560" anchor="t">
            <a:noAutofit/>
          </a:bodyPr>
          <a:lstStyle/>
          <a:p>
            <a:endParaRPr lang="en-US" sz="2400" b="0" u="none" strike="noStrike">
              <a:solidFill>
                <a:srgbClr val="000000"/>
              </a:solidFill>
              <a:effectLst/>
              <a:uFillTx/>
              <a:latin typeface="Times New Roman"/>
            </a:endParaRPr>
          </a:p>
        </p:txBody>
      </p:sp>
      <p:pic>
        <p:nvPicPr>
          <p:cNvPr id="142" name="図 141"/>
          <p:cNvPicPr/>
          <p:nvPr/>
        </p:nvPicPr>
        <p:blipFill>
          <a:blip r:embed="rId3"/>
          <a:stretch/>
        </p:blipFill>
        <p:spPr>
          <a:xfrm>
            <a:off x="5164560" y="2064240"/>
            <a:ext cx="375840" cy="300600"/>
          </a:xfrm>
          <a:prstGeom prst="rect">
            <a:avLst/>
          </a:prstGeom>
          <a:noFill/>
          <a:ln w="0">
            <a:noFill/>
          </a:ln>
        </p:spPr>
      </p:pic>
      <p:pic>
        <p:nvPicPr>
          <p:cNvPr id="143" name="図 142"/>
          <p:cNvPicPr/>
          <p:nvPr/>
        </p:nvPicPr>
        <p:blipFill>
          <a:blip r:embed="rId4"/>
          <a:stretch/>
        </p:blipFill>
        <p:spPr>
          <a:xfrm>
            <a:off x="2874600" y="2214360"/>
            <a:ext cx="4946760" cy="16200"/>
          </a:xfrm>
          <a:prstGeom prst="rect">
            <a:avLst/>
          </a:prstGeom>
          <a:noFill/>
          <a:ln w="0">
            <a:noFill/>
          </a:ln>
        </p:spPr>
      </p:pic>
      <p:pic>
        <p:nvPicPr>
          <p:cNvPr id="144" name="図 143"/>
          <p:cNvPicPr/>
          <p:nvPr/>
        </p:nvPicPr>
        <p:blipFill>
          <a:blip r:embed="rId5"/>
          <a:stretch/>
        </p:blipFill>
        <p:spPr>
          <a:xfrm>
            <a:off x="5339880" y="2615760"/>
            <a:ext cx="16200" cy="534600"/>
          </a:xfrm>
          <a:prstGeom prst="rect">
            <a:avLst/>
          </a:prstGeom>
          <a:noFill/>
          <a:ln w="0">
            <a:noFill/>
          </a:ln>
        </p:spPr>
      </p:pic>
      <p:sp>
        <p:nvSpPr>
          <p:cNvPr id="145" name="フリーフォーム: 図形 144"/>
          <p:cNvSpPr/>
          <p:nvPr/>
        </p:nvSpPr>
        <p:spPr>
          <a:xfrm>
            <a:off x="401040" y="2815920"/>
            <a:ext cx="3117240" cy="1955880"/>
          </a:xfrm>
          <a:custGeom>
            <a:avLst/>
            <a:gdLst/>
            <a:ahLst/>
            <a:cxnLst/>
            <a:rect l="0" t="0" r="r" b="b"/>
            <a:pathLst>
              <a:path w="8659" h="5433">
                <a:moveTo>
                  <a:pt x="0" y="5247"/>
                </a:moveTo>
                <a:lnTo>
                  <a:pt x="0" y="186"/>
                </a:lnTo>
                <a:cubicBezTo>
                  <a:pt x="0" y="161"/>
                  <a:pt x="4" y="138"/>
                  <a:pt x="14" y="115"/>
                </a:cubicBezTo>
                <a:cubicBezTo>
                  <a:pt x="23" y="92"/>
                  <a:pt x="37" y="72"/>
                  <a:pt x="54" y="55"/>
                </a:cubicBezTo>
                <a:cubicBezTo>
                  <a:pt x="72" y="37"/>
                  <a:pt x="92" y="24"/>
                  <a:pt x="114" y="14"/>
                </a:cubicBezTo>
                <a:cubicBezTo>
                  <a:pt x="137" y="5"/>
                  <a:pt x="161" y="0"/>
                  <a:pt x="185" y="0"/>
                </a:cubicBezTo>
                <a:lnTo>
                  <a:pt x="8474" y="0"/>
                </a:lnTo>
                <a:cubicBezTo>
                  <a:pt x="8498" y="0"/>
                  <a:pt x="8522" y="5"/>
                  <a:pt x="8545" y="14"/>
                </a:cubicBezTo>
                <a:cubicBezTo>
                  <a:pt x="8567" y="24"/>
                  <a:pt x="8587" y="37"/>
                  <a:pt x="8605" y="55"/>
                </a:cubicBezTo>
                <a:cubicBezTo>
                  <a:pt x="8622" y="72"/>
                  <a:pt x="8636" y="92"/>
                  <a:pt x="8645" y="115"/>
                </a:cubicBezTo>
                <a:cubicBezTo>
                  <a:pt x="8654" y="138"/>
                  <a:pt x="8659" y="161"/>
                  <a:pt x="8659" y="186"/>
                </a:cubicBezTo>
                <a:lnTo>
                  <a:pt x="8659" y="5247"/>
                </a:lnTo>
                <a:cubicBezTo>
                  <a:pt x="8659" y="5272"/>
                  <a:pt x="8654" y="5296"/>
                  <a:pt x="8645" y="5319"/>
                </a:cubicBezTo>
                <a:cubicBezTo>
                  <a:pt x="8636" y="5341"/>
                  <a:pt x="8622" y="5361"/>
                  <a:pt x="8605" y="5379"/>
                </a:cubicBezTo>
                <a:cubicBezTo>
                  <a:pt x="8587" y="5396"/>
                  <a:pt x="8567" y="5410"/>
                  <a:pt x="8545" y="5419"/>
                </a:cubicBezTo>
                <a:cubicBezTo>
                  <a:pt x="8522" y="5428"/>
                  <a:pt x="8498" y="5433"/>
                  <a:pt x="8473" y="5433"/>
                </a:cubicBezTo>
                <a:lnTo>
                  <a:pt x="185" y="5433"/>
                </a:lnTo>
                <a:cubicBezTo>
                  <a:pt x="161" y="5433"/>
                  <a:pt x="137" y="5428"/>
                  <a:pt x="114" y="5419"/>
                </a:cubicBezTo>
                <a:cubicBezTo>
                  <a:pt x="92" y="5410"/>
                  <a:pt x="72" y="5396"/>
                  <a:pt x="54" y="5379"/>
                </a:cubicBezTo>
                <a:cubicBezTo>
                  <a:pt x="37" y="5361"/>
                  <a:pt x="23" y="5341"/>
                  <a:pt x="14" y="5319"/>
                </a:cubicBezTo>
                <a:cubicBezTo>
                  <a:pt x="4" y="5296"/>
                  <a:pt x="0" y="5272"/>
                  <a:pt x="0" y="5247"/>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46" name="フリーフォーム: 図形 145"/>
          <p:cNvSpPr/>
          <p:nvPr/>
        </p:nvSpPr>
        <p:spPr>
          <a:xfrm>
            <a:off x="635040" y="3016440"/>
            <a:ext cx="426600" cy="418320"/>
          </a:xfrm>
          <a:custGeom>
            <a:avLst/>
            <a:gdLst/>
            <a:ahLst/>
            <a:cxnLst/>
            <a:rect l="0" t="0" r="r" b="b"/>
            <a:pathLst>
              <a:path w="1185" h="1162">
                <a:moveTo>
                  <a:pt x="0" y="582"/>
                </a:moveTo>
                <a:cubicBezTo>
                  <a:pt x="0" y="563"/>
                  <a:pt x="1" y="544"/>
                  <a:pt x="2" y="525"/>
                </a:cubicBezTo>
                <a:cubicBezTo>
                  <a:pt x="4" y="506"/>
                  <a:pt x="7" y="487"/>
                  <a:pt x="12" y="469"/>
                </a:cubicBezTo>
                <a:cubicBezTo>
                  <a:pt x="16" y="450"/>
                  <a:pt x="20" y="431"/>
                  <a:pt x="26" y="413"/>
                </a:cubicBezTo>
                <a:cubicBezTo>
                  <a:pt x="31" y="395"/>
                  <a:pt x="38" y="377"/>
                  <a:pt x="45" y="360"/>
                </a:cubicBezTo>
                <a:cubicBezTo>
                  <a:pt x="52" y="342"/>
                  <a:pt x="60" y="325"/>
                  <a:pt x="69" y="307"/>
                </a:cubicBezTo>
                <a:cubicBezTo>
                  <a:pt x="78" y="290"/>
                  <a:pt x="88" y="274"/>
                  <a:pt x="98" y="258"/>
                </a:cubicBezTo>
                <a:cubicBezTo>
                  <a:pt x="109" y="243"/>
                  <a:pt x="120" y="227"/>
                  <a:pt x="132" y="213"/>
                </a:cubicBezTo>
                <a:cubicBezTo>
                  <a:pt x="144" y="198"/>
                  <a:pt x="157" y="184"/>
                  <a:pt x="171" y="170"/>
                </a:cubicBezTo>
                <a:cubicBezTo>
                  <a:pt x="184" y="157"/>
                  <a:pt x="198" y="144"/>
                  <a:pt x="213" y="132"/>
                </a:cubicBezTo>
                <a:cubicBezTo>
                  <a:pt x="228" y="120"/>
                  <a:pt x="243" y="109"/>
                  <a:pt x="259" y="98"/>
                </a:cubicBezTo>
                <a:cubicBezTo>
                  <a:pt x="274" y="88"/>
                  <a:pt x="291" y="78"/>
                  <a:pt x="307" y="69"/>
                </a:cubicBezTo>
                <a:cubicBezTo>
                  <a:pt x="324" y="60"/>
                  <a:pt x="341" y="52"/>
                  <a:pt x="359" y="45"/>
                </a:cubicBezTo>
                <a:cubicBezTo>
                  <a:pt x="376" y="37"/>
                  <a:pt x="394" y="31"/>
                  <a:pt x="413" y="25"/>
                </a:cubicBezTo>
                <a:cubicBezTo>
                  <a:pt x="431" y="20"/>
                  <a:pt x="449" y="15"/>
                  <a:pt x="468" y="12"/>
                </a:cubicBezTo>
                <a:cubicBezTo>
                  <a:pt x="486" y="8"/>
                  <a:pt x="505" y="5"/>
                  <a:pt x="524" y="3"/>
                </a:cubicBezTo>
                <a:cubicBezTo>
                  <a:pt x="543" y="1"/>
                  <a:pt x="562" y="0"/>
                  <a:pt x="581" y="0"/>
                </a:cubicBezTo>
                <a:lnTo>
                  <a:pt x="604" y="0"/>
                </a:lnTo>
                <a:cubicBezTo>
                  <a:pt x="623" y="0"/>
                  <a:pt x="642" y="1"/>
                  <a:pt x="661" y="3"/>
                </a:cubicBezTo>
                <a:cubicBezTo>
                  <a:pt x="680" y="5"/>
                  <a:pt x="699" y="8"/>
                  <a:pt x="717" y="12"/>
                </a:cubicBezTo>
                <a:cubicBezTo>
                  <a:pt x="736" y="15"/>
                  <a:pt x="755" y="20"/>
                  <a:pt x="773" y="25"/>
                </a:cubicBezTo>
                <a:cubicBezTo>
                  <a:pt x="791" y="31"/>
                  <a:pt x="809" y="37"/>
                  <a:pt x="826" y="45"/>
                </a:cubicBezTo>
                <a:cubicBezTo>
                  <a:pt x="844" y="52"/>
                  <a:pt x="861" y="60"/>
                  <a:pt x="878" y="69"/>
                </a:cubicBezTo>
                <a:cubicBezTo>
                  <a:pt x="895" y="78"/>
                  <a:pt x="911" y="88"/>
                  <a:pt x="927" y="98"/>
                </a:cubicBezTo>
                <a:cubicBezTo>
                  <a:pt x="942" y="109"/>
                  <a:pt x="958" y="120"/>
                  <a:pt x="972" y="132"/>
                </a:cubicBezTo>
                <a:cubicBezTo>
                  <a:pt x="987" y="144"/>
                  <a:pt x="1001" y="157"/>
                  <a:pt x="1015" y="170"/>
                </a:cubicBezTo>
                <a:cubicBezTo>
                  <a:pt x="1028" y="184"/>
                  <a:pt x="1041" y="198"/>
                  <a:pt x="1053" y="213"/>
                </a:cubicBezTo>
                <a:cubicBezTo>
                  <a:pt x="1065" y="227"/>
                  <a:pt x="1076" y="243"/>
                  <a:pt x="1087" y="258"/>
                </a:cubicBezTo>
                <a:cubicBezTo>
                  <a:pt x="1097" y="274"/>
                  <a:pt x="1107" y="290"/>
                  <a:pt x="1116" y="307"/>
                </a:cubicBezTo>
                <a:cubicBezTo>
                  <a:pt x="1125" y="325"/>
                  <a:pt x="1133" y="342"/>
                  <a:pt x="1140" y="360"/>
                </a:cubicBezTo>
                <a:cubicBezTo>
                  <a:pt x="1148" y="377"/>
                  <a:pt x="1154" y="395"/>
                  <a:pt x="1160" y="413"/>
                </a:cubicBezTo>
                <a:cubicBezTo>
                  <a:pt x="1165" y="431"/>
                  <a:pt x="1170" y="450"/>
                  <a:pt x="1173" y="469"/>
                </a:cubicBezTo>
                <a:cubicBezTo>
                  <a:pt x="1177" y="487"/>
                  <a:pt x="1180" y="506"/>
                  <a:pt x="1182" y="525"/>
                </a:cubicBezTo>
                <a:cubicBezTo>
                  <a:pt x="1184" y="544"/>
                  <a:pt x="1185" y="563"/>
                  <a:pt x="1185" y="582"/>
                </a:cubicBezTo>
                <a:cubicBezTo>
                  <a:pt x="1185" y="601"/>
                  <a:pt x="1184" y="620"/>
                  <a:pt x="1182" y="639"/>
                </a:cubicBezTo>
                <a:cubicBezTo>
                  <a:pt x="1180" y="658"/>
                  <a:pt x="1177" y="676"/>
                  <a:pt x="1173" y="695"/>
                </a:cubicBezTo>
                <a:cubicBezTo>
                  <a:pt x="1170" y="714"/>
                  <a:pt x="1165" y="732"/>
                  <a:pt x="1160" y="750"/>
                </a:cubicBezTo>
                <a:cubicBezTo>
                  <a:pt x="1154" y="768"/>
                  <a:pt x="1148" y="786"/>
                  <a:pt x="1140" y="804"/>
                </a:cubicBezTo>
                <a:cubicBezTo>
                  <a:pt x="1133" y="821"/>
                  <a:pt x="1125" y="839"/>
                  <a:pt x="1116" y="855"/>
                </a:cubicBezTo>
                <a:cubicBezTo>
                  <a:pt x="1107" y="872"/>
                  <a:pt x="1097" y="888"/>
                  <a:pt x="1087" y="904"/>
                </a:cubicBezTo>
                <a:cubicBezTo>
                  <a:pt x="1076" y="920"/>
                  <a:pt x="1065" y="935"/>
                  <a:pt x="1053" y="950"/>
                </a:cubicBezTo>
                <a:cubicBezTo>
                  <a:pt x="1041" y="965"/>
                  <a:pt x="1028" y="979"/>
                  <a:pt x="1015" y="992"/>
                </a:cubicBezTo>
                <a:cubicBezTo>
                  <a:pt x="1001" y="1006"/>
                  <a:pt x="987" y="1018"/>
                  <a:pt x="972" y="1030"/>
                </a:cubicBezTo>
                <a:cubicBezTo>
                  <a:pt x="958" y="1042"/>
                  <a:pt x="942" y="1054"/>
                  <a:pt x="927" y="1064"/>
                </a:cubicBezTo>
                <a:cubicBezTo>
                  <a:pt x="911" y="1075"/>
                  <a:pt x="895" y="1085"/>
                  <a:pt x="878" y="1094"/>
                </a:cubicBezTo>
                <a:cubicBezTo>
                  <a:pt x="861" y="1102"/>
                  <a:pt x="844" y="1111"/>
                  <a:pt x="826" y="1118"/>
                </a:cubicBezTo>
                <a:cubicBezTo>
                  <a:pt x="809" y="1125"/>
                  <a:pt x="791" y="1132"/>
                  <a:pt x="773" y="1137"/>
                </a:cubicBezTo>
                <a:cubicBezTo>
                  <a:pt x="755" y="1143"/>
                  <a:pt x="736" y="1147"/>
                  <a:pt x="717" y="1151"/>
                </a:cubicBezTo>
                <a:cubicBezTo>
                  <a:pt x="699" y="1155"/>
                  <a:pt x="680" y="1157"/>
                  <a:pt x="661" y="1159"/>
                </a:cubicBezTo>
                <a:cubicBezTo>
                  <a:pt x="642" y="1161"/>
                  <a:pt x="623" y="1162"/>
                  <a:pt x="604" y="1162"/>
                </a:cubicBezTo>
                <a:lnTo>
                  <a:pt x="581" y="1162"/>
                </a:lnTo>
                <a:cubicBezTo>
                  <a:pt x="562" y="1162"/>
                  <a:pt x="543" y="1161"/>
                  <a:pt x="524" y="1159"/>
                </a:cubicBezTo>
                <a:cubicBezTo>
                  <a:pt x="505" y="1157"/>
                  <a:pt x="486" y="1155"/>
                  <a:pt x="468" y="1151"/>
                </a:cubicBezTo>
                <a:cubicBezTo>
                  <a:pt x="449" y="1147"/>
                  <a:pt x="431" y="1143"/>
                  <a:pt x="413" y="1137"/>
                </a:cubicBezTo>
                <a:cubicBezTo>
                  <a:pt x="394" y="1132"/>
                  <a:pt x="376" y="1125"/>
                  <a:pt x="359" y="1118"/>
                </a:cubicBezTo>
                <a:cubicBezTo>
                  <a:pt x="341" y="1111"/>
                  <a:pt x="324" y="1102"/>
                  <a:pt x="307" y="1094"/>
                </a:cubicBezTo>
                <a:cubicBezTo>
                  <a:pt x="291" y="1085"/>
                  <a:pt x="274" y="1075"/>
                  <a:pt x="259" y="1064"/>
                </a:cubicBezTo>
                <a:cubicBezTo>
                  <a:pt x="243" y="1054"/>
                  <a:pt x="228" y="1042"/>
                  <a:pt x="213" y="1030"/>
                </a:cubicBezTo>
                <a:cubicBezTo>
                  <a:pt x="198" y="1018"/>
                  <a:pt x="184" y="1006"/>
                  <a:pt x="171" y="992"/>
                </a:cubicBezTo>
                <a:cubicBezTo>
                  <a:pt x="157" y="979"/>
                  <a:pt x="144" y="965"/>
                  <a:pt x="132" y="950"/>
                </a:cubicBezTo>
                <a:cubicBezTo>
                  <a:pt x="120" y="935"/>
                  <a:pt x="109" y="920"/>
                  <a:pt x="98" y="904"/>
                </a:cubicBezTo>
                <a:cubicBezTo>
                  <a:pt x="88" y="888"/>
                  <a:pt x="78" y="872"/>
                  <a:pt x="69" y="855"/>
                </a:cubicBezTo>
                <a:cubicBezTo>
                  <a:pt x="60" y="839"/>
                  <a:pt x="52" y="821"/>
                  <a:pt x="45" y="804"/>
                </a:cubicBezTo>
                <a:cubicBezTo>
                  <a:pt x="38" y="786"/>
                  <a:pt x="31" y="768"/>
                  <a:pt x="26" y="750"/>
                </a:cubicBezTo>
                <a:cubicBezTo>
                  <a:pt x="20" y="732"/>
                  <a:pt x="16" y="714"/>
                  <a:pt x="12" y="695"/>
                </a:cubicBezTo>
                <a:cubicBezTo>
                  <a:pt x="7" y="676"/>
                  <a:pt x="4" y="658"/>
                  <a:pt x="2" y="639"/>
                </a:cubicBezTo>
                <a:cubicBezTo>
                  <a:pt x="1" y="620"/>
                  <a:pt x="0" y="601"/>
                  <a:pt x="0" y="582"/>
                </a:cubicBezTo>
                <a:close/>
              </a:path>
            </a:pathLst>
          </a:custGeom>
          <a:solidFill>
            <a:srgbClr val="C0C0C0">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147" name="図 146"/>
          <p:cNvPicPr/>
          <p:nvPr/>
        </p:nvPicPr>
        <p:blipFill>
          <a:blip r:embed="rId6"/>
          <a:stretch/>
        </p:blipFill>
        <p:spPr>
          <a:xfrm>
            <a:off x="735480" y="3116880"/>
            <a:ext cx="225360" cy="200160"/>
          </a:xfrm>
          <a:prstGeom prst="rect">
            <a:avLst/>
          </a:prstGeom>
          <a:noFill/>
          <a:ln w="0">
            <a:noFill/>
          </a:ln>
        </p:spPr>
      </p:pic>
      <p:sp>
        <p:nvSpPr>
          <p:cNvPr id="148" name="テキスト ボックス 147"/>
          <p:cNvSpPr txBox="1"/>
          <p:nvPr/>
        </p:nvSpPr>
        <p:spPr>
          <a:xfrm>
            <a:off x="401040" y="6501600"/>
            <a:ext cx="949320" cy="16956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2025</a:t>
            </a:r>
            <a:r>
              <a:rPr lang="zh-CN" sz="920" b="0" u="none" strike="noStrike">
                <a:solidFill>
                  <a:srgbClr val="99A1AF"/>
                </a:solidFill>
                <a:effectLst/>
                <a:uFillTx/>
                <a:latin typeface="NotoSansJP"/>
                <a:ea typeface="NotoSansJP"/>
              </a:rPr>
              <a:t>年</a:t>
            </a:r>
            <a:r>
              <a:rPr lang="en-US" sz="920" b="0" u="none" strike="noStrike">
                <a:solidFill>
                  <a:srgbClr val="99A1AF"/>
                </a:solidFill>
                <a:effectLst/>
                <a:uFillTx/>
                <a:latin typeface="NotoSansJP"/>
                <a:ea typeface="NotoSansJP"/>
              </a:rPr>
              <a:t>7</a:t>
            </a:r>
            <a:r>
              <a:rPr lang="zh-CN" sz="920" b="0" u="none" strike="noStrike">
                <a:solidFill>
                  <a:srgbClr val="99A1AF"/>
                </a:solidFill>
                <a:effectLst/>
                <a:uFillTx/>
                <a:latin typeface="NotoSansJP"/>
                <a:ea typeface="NotoSansJP"/>
              </a:rPr>
              <a:t>月</a:t>
            </a:r>
            <a:r>
              <a:rPr lang="en-US" sz="920" b="0" u="none" strike="noStrike">
                <a:solidFill>
                  <a:srgbClr val="99A1AF"/>
                </a:solidFill>
                <a:effectLst/>
                <a:uFillTx/>
                <a:latin typeface="NotoSansJP"/>
                <a:ea typeface="NotoSansJP"/>
              </a:rPr>
              <a:t>1</a:t>
            </a:r>
            <a:r>
              <a:rPr lang="zh-CN" sz="920" b="0" u="none" strike="noStrike">
                <a:solidFill>
                  <a:srgbClr val="99A1AF"/>
                </a:solidFill>
                <a:effectLst/>
                <a:uFillTx/>
                <a:latin typeface="NotoSansJP"/>
                <a:ea typeface="NotoSansJP"/>
              </a:rPr>
              <a:t>日</a:t>
            </a:r>
            <a:endParaRPr lang="en-US" sz="920" b="0" u="none" strike="noStrike">
              <a:solidFill>
                <a:srgbClr val="000000"/>
              </a:solidFill>
              <a:effectLst/>
              <a:uFillTx/>
              <a:latin typeface="Times New Roman"/>
            </a:endParaRPr>
          </a:p>
        </p:txBody>
      </p:sp>
      <p:sp>
        <p:nvSpPr>
          <p:cNvPr id="149" name="テキスト ボックス 148"/>
          <p:cNvSpPr txBox="1"/>
          <p:nvPr/>
        </p:nvSpPr>
        <p:spPr>
          <a:xfrm>
            <a:off x="1161720" y="3137400"/>
            <a:ext cx="117432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認識能力の向上</a:t>
            </a:r>
            <a:endParaRPr lang="en-US" sz="1320" b="0" u="none" strike="noStrike">
              <a:solidFill>
                <a:srgbClr val="000000"/>
              </a:solidFill>
              <a:effectLst/>
              <a:uFillTx/>
              <a:latin typeface="Times New Roman"/>
            </a:endParaRPr>
          </a:p>
        </p:txBody>
      </p:sp>
      <p:sp>
        <p:nvSpPr>
          <p:cNvPr id="150" name="テキスト ボックス 149"/>
          <p:cNvSpPr txBox="1"/>
          <p:nvPr/>
        </p:nvSpPr>
        <p:spPr>
          <a:xfrm>
            <a:off x="635040" y="3602880"/>
            <a:ext cx="25488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ディープラーニングを用いた画像認識技術</a:t>
            </a:r>
            <a:endParaRPr lang="en-US" sz="1050" b="0" u="none" strike="noStrike">
              <a:solidFill>
                <a:srgbClr val="000000"/>
              </a:solidFill>
              <a:effectLst/>
              <a:uFillTx/>
              <a:latin typeface="Times New Roman"/>
            </a:endParaRPr>
          </a:p>
        </p:txBody>
      </p:sp>
      <p:sp>
        <p:nvSpPr>
          <p:cNvPr id="151" name="テキスト ボックス 150"/>
          <p:cNvSpPr txBox="1"/>
          <p:nvPr/>
        </p:nvSpPr>
        <p:spPr>
          <a:xfrm>
            <a:off x="635040" y="3803400"/>
            <a:ext cx="26830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は、自動車の「目」の役割を担い、歩行者、</a:t>
            </a:r>
            <a:endParaRPr lang="en-US" sz="1050" b="0" u="none" strike="noStrike">
              <a:solidFill>
                <a:srgbClr val="000000"/>
              </a:solidFill>
              <a:effectLst/>
              <a:uFillTx/>
              <a:latin typeface="Times New Roman"/>
            </a:endParaRPr>
          </a:p>
        </p:txBody>
      </p:sp>
      <p:sp>
        <p:nvSpPr>
          <p:cNvPr id="152" name="テキスト ボックス 151"/>
          <p:cNvSpPr txBox="1"/>
          <p:nvPr/>
        </p:nvSpPr>
        <p:spPr>
          <a:xfrm>
            <a:off x="635040" y="4004280"/>
            <a:ext cx="26830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車両、交通標識などを高精度で検出‧識別し</a:t>
            </a:r>
            <a:endParaRPr lang="en-US" sz="1050" b="0" u="none" strike="noStrike">
              <a:solidFill>
                <a:srgbClr val="000000"/>
              </a:solidFill>
              <a:effectLst/>
              <a:uFillTx/>
              <a:latin typeface="Times New Roman"/>
            </a:endParaRPr>
          </a:p>
        </p:txBody>
      </p:sp>
      <p:sp>
        <p:nvSpPr>
          <p:cNvPr id="153" name="テキスト ボックス 152"/>
          <p:cNvSpPr txBox="1"/>
          <p:nvPr/>
        </p:nvSpPr>
        <p:spPr>
          <a:xfrm>
            <a:off x="635040" y="4204800"/>
            <a:ext cx="26830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ます。これにより、衝突の危険を予測し、事</a:t>
            </a:r>
            <a:endParaRPr lang="en-US" sz="1050" b="0" u="none" strike="noStrike">
              <a:solidFill>
                <a:srgbClr val="000000"/>
              </a:solidFill>
              <a:effectLst/>
              <a:uFillTx/>
              <a:latin typeface="Times New Roman"/>
            </a:endParaRPr>
          </a:p>
        </p:txBody>
      </p:sp>
      <p:sp>
        <p:nvSpPr>
          <p:cNvPr id="154" name="フリーフォーム: 図形 153"/>
          <p:cNvSpPr/>
          <p:nvPr/>
        </p:nvSpPr>
        <p:spPr>
          <a:xfrm>
            <a:off x="3785400" y="2815920"/>
            <a:ext cx="3125880" cy="1955880"/>
          </a:xfrm>
          <a:custGeom>
            <a:avLst/>
            <a:gdLst/>
            <a:ahLst/>
            <a:cxnLst/>
            <a:rect l="0" t="0" r="r" b="b"/>
            <a:pathLst>
              <a:path w="8683" h="5433">
                <a:moveTo>
                  <a:pt x="14" y="115"/>
                </a:moveTo>
                <a:cubicBezTo>
                  <a:pt x="24" y="92"/>
                  <a:pt x="37" y="72"/>
                  <a:pt x="54" y="55"/>
                </a:cubicBezTo>
                <a:cubicBezTo>
                  <a:pt x="72" y="37"/>
                  <a:pt x="92" y="24"/>
                  <a:pt x="115" y="14"/>
                </a:cubicBezTo>
                <a:cubicBezTo>
                  <a:pt x="137" y="5"/>
                  <a:pt x="161" y="0"/>
                  <a:pt x="186" y="0"/>
                </a:cubicBezTo>
                <a:lnTo>
                  <a:pt x="8497" y="0"/>
                </a:lnTo>
                <a:cubicBezTo>
                  <a:pt x="8522" y="0"/>
                  <a:pt x="8545" y="5"/>
                  <a:pt x="8568" y="14"/>
                </a:cubicBezTo>
                <a:cubicBezTo>
                  <a:pt x="8591" y="24"/>
                  <a:pt x="8611" y="37"/>
                  <a:pt x="8628" y="55"/>
                </a:cubicBezTo>
                <a:cubicBezTo>
                  <a:pt x="8646" y="72"/>
                  <a:pt x="8659" y="92"/>
                  <a:pt x="8669" y="115"/>
                </a:cubicBezTo>
                <a:cubicBezTo>
                  <a:pt x="8678" y="138"/>
                  <a:pt x="8683" y="161"/>
                  <a:pt x="8683" y="186"/>
                </a:cubicBezTo>
                <a:lnTo>
                  <a:pt x="8683" y="5247"/>
                </a:lnTo>
                <a:cubicBezTo>
                  <a:pt x="8683" y="5272"/>
                  <a:pt x="8678" y="5296"/>
                  <a:pt x="8669" y="5319"/>
                </a:cubicBezTo>
                <a:cubicBezTo>
                  <a:pt x="8659" y="5341"/>
                  <a:pt x="8646" y="5361"/>
                  <a:pt x="8628" y="5379"/>
                </a:cubicBezTo>
                <a:cubicBezTo>
                  <a:pt x="8611" y="5396"/>
                  <a:pt x="8591" y="5410"/>
                  <a:pt x="8568" y="5419"/>
                </a:cubicBezTo>
                <a:cubicBezTo>
                  <a:pt x="8545" y="5428"/>
                  <a:pt x="8522" y="5433"/>
                  <a:pt x="8497" y="5433"/>
                </a:cubicBezTo>
                <a:lnTo>
                  <a:pt x="186" y="5433"/>
                </a:lnTo>
                <a:cubicBezTo>
                  <a:pt x="161" y="5433"/>
                  <a:pt x="137" y="5428"/>
                  <a:pt x="115" y="5419"/>
                </a:cubicBezTo>
                <a:cubicBezTo>
                  <a:pt x="92" y="5410"/>
                  <a:pt x="72" y="5396"/>
                  <a:pt x="54" y="5379"/>
                </a:cubicBezTo>
                <a:cubicBezTo>
                  <a:pt x="37" y="5361"/>
                  <a:pt x="24" y="5341"/>
                  <a:pt x="14" y="5319"/>
                </a:cubicBezTo>
                <a:cubicBezTo>
                  <a:pt x="5" y="5296"/>
                  <a:pt x="0" y="5272"/>
                  <a:pt x="0" y="5247"/>
                </a:cubicBezTo>
                <a:lnTo>
                  <a:pt x="0" y="186"/>
                </a:lnTo>
                <a:cubicBezTo>
                  <a:pt x="0" y="161"/>
                  <a:pt x="5" y="138"/>
                  <a:pt x="14" y="115"/>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55" name="フリーフォーム: 図形 154"/>
          <p:cNvSpPr/>
          <p:nvPr/>
        </p:nvSpPr>
        <p:spPr>
          <a:xfrm>
            <a:off x="4019400" y="3016440"/>
            <a:ext cx="401400" cy="418320"/>
          </a:xfrm>
          <a:custGeom>
            <a:avLst/>
            <a:gdLst/>
            <a:ahLst/>
            <a:cxnLst/>
            <a:rect l="0" t="0" r="r" b="b"/>
            <a:pathLst>
              <a:path w="1115" h="1162">
                <a:moveTo>
                  <a:pt x="0" y="605"/>
                </a:moveTo>
                <a:lnTo>
                  <a:pt x="0" y="559"/>
                </a:lnTo>
                <a:cubicBezTo>
                  <a:pt x="0" y="522"/>
                  <a:pt x="4" y="486"/>
                  <a:pt x="11" y="450"/>
                </a:cubicBezTo>
                <a:cubicBezTo>
                  <a:pt x="18" y="414"/>
                  <a:pt x="28" y="379"/>
                  <a:pt x="42" y="345"/>
                </a:cubicBezTo>
                <a:cubicBezTo>
                  <a:pt x="56" y="311"/>
                  <a:pt x="74" y="278"/>
                  <a:pt x="94" y="248"/>
                </a:cubicBezTo>
                <a:cubicBezTo>
                  <a:pt x="114" y="218"/>
                  <a:pt x="137" y="189"/>
                  <a:pt x="163" y="164"/>
                </a:cubicBezTo>
                <a:cubicBezTo>
                  <a:pt x="189" y="138"/>
                  <a:pt x="217" y="115"/>
                  <a:pt x="248" y="94"/>
                </a:cubicBezTo>
                <a:cubicBezTo>
                  <a:pt x="278" y="74"/>
                  <a:pt x="310" y="57"/>
                  <a:pt x="344" y="43"/>
                </a:cubicBezTo>
                <a:cubicBezTo>
                  <a:pt x="378" y="29"/>
                  <a:pt x="413" y="18"/>
                  <a:pt x="448" y="11"/>
                </a:cubicBezTo>
                <a:cubicBezTo>
                  <a:pt x="484" y="4"/>
                  <a:pt x="521" y="0"/>
                  <a:pt x="558" y="0"/>
                </a:cubicBezTo>
                <a:cubicBezTo>
                  <a:pt x="595" y="0"/>
                  <a:pt x="631" y="4"/>
                  <a:pt x="667" y="11"/>
                </a:cubicBezTo>
                <a:cubicBezTo>
                  <a:pt x="703" y="18"/>
                  <a:pt x="737" y="29"/>
                  <a:pt x="771" y="43"/>
                </a:cubicBezTo>
                <a:cubicBezTo>
                  <a:pt x="805" y="57"/>
                  <a:pt x="837" y="74"/>
                  <a:pt x="868" y="94"/>
                </a:cubicBezTo>
                <a:cubicBezTo>
                  <a:pt x="898" y="115"/>
                  <a:pt x="926" y="138"/>
                  <a:pt x="952" y="164"/>
                </a:cubicBezTo>
                <a:cubicBezTo>
                  <a:pt x="978" y="189"/>
                  <a:pt x="1001" y="218"/>
                  <a:pt x="1021" y="248"/>
                </a:cubicBezTo>
                <a:cubicBezTo>
                  <a:pt x="1042" y="278"/>
                  <a:pt x="1059" y="311"/>
                  <a:pt x="1073" y="345"/>
                </a:cubicBezTo>
                <a:cubicBezTo>
                  <a:pt x="1087" y="379"/>
                  <a:pt x="1097" y="414"/>
                  <a:pt x="1105" y="450"/>
                </a:cubicBezTo>
                <a:cubicBezTo>
                  <a:pt x="1112" y="486"/>
                  <a:pt x="1115" y="522"/>
                  <a:pt x="1115" y="559"/>
                </a:cubicBezTo>
                <a:lnTo>
                  <a:pt x="1115" y="605"/>
                </a:lnTo>
                <a:cubicBezTo>
                  <a:pt x="1115" y="642"/>
                  <a:pt x="1112" y="678"/>
                  <a:pt x="1105" y="714"/>
                </a:cubicBezTo>
                <a:cubicBezTo>
                  <a:pt x="1097" y="750"/>
                  <a:pt x="1087" y="784"/>
                  <a:pt x="1073" y="818"/>
                </a:cubicBezTo>
                <a:cubicBezTo>
                  <a:pt x="1059" y="852"/>
                  <a:pt x="1042" y="884"/>
                  <a:pt x="1021" y="914"/>
                </a:cubicBezTo>
                <a:cubicBezTo>
                  <a:pt x="1001" y="945"/>
                  <a:pt x="978" y="973"/>
                  <a:pt x="952" y="999"/>
                </a:cubicBezTo>
                <a:cubicBezTo>
                  <a:pt x="926" y="1025"/>
                  <a:pt x="898" y="1048"/>
                  <a:pt x="868" y="1068"/>
                </a:cubicBezTo>
                <a:cubicBezTo>
                  <a:pt x="837" y="1088"/>
                  <a:pt x="805" y="1106"/>
                  <a:pt x="771" y="1120"/>
                </a:cubicBezTo>
                <a:cubicBezTo>
                  <a:pt x="737" y="1134"/>
                  <a:pt x="703" y="1144"/>
                  <a:pt x="667" y="1151"/>
                </a:cubicBezTo>
                <a:cubicBezTo>
                  <a:pt x="631" y="1158"/>
                  <a:pt x="595" y="1162"/>
                  <a:pt x="558" y="1162"/>
                </a:cubicBezTo>
                <a:cubicBezTo>
                  <a:pt x="521" y="1162"/>
                  <a:pt x="484" y="1158"/>
                  <a:pt x="448" y="1151"/>
                </a:cubicBezTo>
                <a:cubicBezTo>
                  <a:pt x="413" y="1144"/>
                  <a:pt x="378" y="1134"/>
                  <a:pt x="344" y="1120"/>
                </a:cubicBezTo>
                <a:cubicBezTo>
                  <a:pt x="310" y="1106"/>
                  <a:pt x="278" y="1088"/>
                  <a:pt x="248" y="1068"/>
                </a:cubicBezTo>
                <a:cubicBezTo>
                  <a:pt x="217" y="1048"/>
                  <a:pt x="189" y="1025"/>
                  <a:pt x="163" y="999"/>
                </a:cubicBezTo>
                <a:cubicBezTo>
                  <a:pt x="137" y="973"/>
                  <a:pt x="114" y="945"/>
                  <a:pt x="94" y="914"/>
                </a:cubicBezTo>
                <a:cubicBezTo>
                  <a:pt x="74" y="884"/>
                  <a:pt x="56" y="852"/>
                  <a:pt x="42" y="818"/>
                </a:cubicBezTo>
                <a:cubicBezTo>
                  <a:pt x="28" y="784"/>
                  <a:pt x="18" y="750"/>
                  <a:pt x="11" y="714"/>
                </a:cubicBezTo>
                <a:cubicBezTo>
                  <a:pt x="4" y="678"/>
                  <a:pt x="0" y="642"/>
                  <a:pt x="0" y="605"/>
                </a:cubicBezTo>
                <a:close/>
              </a:path>
            </a:pathLst>
          </a:custGeom>
          <a:solidFill>
            <a:srgbClr val="C0C0C0">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156" name="図 155"/>
          <p:cNvPicPr/>
          <p:nvPr/>
        </p:nvPicPr>
        <p:blipFill>
          <a:blip r:embed="rId7"/>
          <a:stretch/>
        </p:blipFill>
        <p:spPr>
          <a:xfrm>
            <a:off x="4119840" y="3116880"/>
            <a:ext cx="200160" cy="200160"/>
          </a:xfrm>
          <a:prstGeom prst="rect">
            <a:avLst/>
          </a:prstGeom>
          <a:noFill/>
          <a:ln w="0">
            <a:noFill/>
          </a:ln>
        </p:spPr>
      </p:pic>
      <p:sp>
        <p:nvSpPr>
          <p:cNvPr id="157" name="テキスト ボックス 156"/>
          <p:cNvSpPr txBox="1"/>
          <p:nvPr/>
        </p:nvSpPr>
        <p:spPr>
          <a:xfrm>
            <a:off x="635040" y="4405320"/>
            <a:ext cx="13417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故を未然に防ぎます。</a:t>
            </a:r>
            <a:endParaRPr lang="en-US" sz="1050" b="0" u="none" strike="noStrike">
              <a:solidFill>
                <a:srgbClr val="000000"/>
              </a:solidFill>
              <a:effectLst/>
              <a:uFillTx/>
              <a:latin typeface="Times New Roman"/>
            </a:endParaRPr>
          </a:p>
        </p:txBody>
      </p:sp>
      <p:sp>
        <p:nvSpPr>
          <p:cNvPr id="158" name="テキスト ボックス 157"/>
          <p:cNvSpPr txBox="1"/>
          <p:nvPr/>
        </p:nvSpPr>
        <p:spPr>
          <a:xfrm>
            <a:off x="4523760" y="3137400"/>
            <a:ext cx="150948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予測分析と異常検知</a:t>
            </a:r>
            <a:endParaRPr lang="en-US" sz="1320" b="0" u="none" strike="noStrike">
              <a:solidFill>
                <a:srgbClr val="000000"/>
              </a:solidFill>
              <a:effectLst/>
              <a:uFillTx/>
              <a:latin typeface="Times New Roman"/>
            </a:endParaRPr>
          </a:p>
        </p:txBody>
      </p:sp>
      <p:sp>
        <p:nvSpPr>
          <p:cNvPr id="159" name="テキスト ボックス 158"/>
          <p:cNvSpPr txBox="1"/>
          <p:nvPr/>
        </p:nvSpPr>
        <p:spPr>
          <a:xfrm>
            <a:off x="4022280" y="3602880"/>
            <a:ext cx="2711520" cy="19404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は膨大なデータから将来を予測し、正常な</a:t>
            </a:r>
            <a:endParaRPr lang="en-US" sz="1050" b="0" u="none" strike="noStrike">
              <a:solidFill>
                <a:srgbClr val="000000"/>
              </a:solidFill>
              <a:effectLst/>
              <a:uFillTx/>
              <a:latin typeface="Times New Roman"/>
            </a:endParaRPr>
          </a:p>
        </p:txBody>
      </p:sp>
      <p:sp>
        <p:nvSpPr>
          <p:cNvPr id="160" name="テキスト ボックス 159"/>
          <p:cNvSpPr txBox="1"/>
          <p:nvPr/>
        </p:nvSpPr>
        <p:spPr>
          <a:xfrm>
            <a:off x="4022280" y="3803400"/>
            <a:ext cx="26830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状態からの逸脱を検知する能力に長けていま</a:t>
            </a:r>
            <a:endParaRPr lang="en-US" sz="1050" b="0" u="none" strike="noStrike">
              <a:solidFill>
                <a:srgbClr val="000000"/>
              </a:solidFill>
              <a:effectLst/>
              <a:uFillTx/>
              <a:latin typeface="Times New Roman"/>
            </a:endParaRPr>
          </a:p>
        </p:txBody>
      </p:sp>
      <p:sp>
        <p:nvSpPr>
          <p:cNvPr id="161" name="テキスト ボックス 160"/>
          <p:cNvSpPr txBox="1"/>
          <p:nvPr/>
        </p:nvSpPr>
        <p:spPr>
          <a:xfrm>
            <a:off x="4022280" y="4004280"/>
            <a:ext cx="26830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す。この能力は「予知保全」やサイバーセキ</a:t>
            </a:r>
            <a:endParaRPr lang="en-US" sz="1050" b="0" u="none" strike="noStrike">
              <a:solidFill>
                <a:srgbClr val="000000"/>
              </a:solidFill>
              <a:effectLst/>
              <a:uFillTx/>
              <a:latin typeface="Times New Roman"/>
            </a:endParaRPr>
          </a:p>
        </p:txBody>
      </p:sp>
      <p:sp>
        <p:nvSpPr>
          <p:cNvPr id="162" name="テキスト ボックス 161"/>
          <p:cNvSpPr txBox="1"/>
          <p:nvPr/>
        </p:nvSpPr>
        <p:spPr>
          <a:xfrm>
            <a:off x="4022280" y="4204800"/>
            <a:ext cx="26830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ュリティ対策に応用され、事故を未然に防ぎ</a:t>
            </a:r>
            <a:endParaRPr lang="en-US" sz="1050" b="0" u="none" strike="noStrike">
              <a:solidFill>
                <a:srgbClr val="000000"/>
              </a:solidFill>
              <a:effectLst/>
              <a:uFillTx/>
              <a:latin typeface="Times New Roman"/>
            </a:endParaRPr>
          </a:p>
        </p:txBody>
      </p:sp>
      <p:sp>
        <p:nvSpPr>
          <p:cNvPr id="163" name="フリーフォーム: 図形 162"/>
          <p:cNvSpPr/>
          <p:nvPr/>
        </p:nvSpPr>
        <p:spPr>
          <a:xfrm>
            <a:off x="7178400" y="2815920"/>
            <a:ext cx="3117240" cy="1955880"/>
          </a:xfrm>
          <a:custGeom>
            <a:avLst/>
            <a:gdLst/>
            <a:ahLst/>
            <a:cxnLst/>
            <a:rect l="0" t="0" r="r" b="b"/>
            <a:pathLst>
              <a:path w="8659" h="5433">
                <a:moveTo>
                  <a:pt x="0" y="5247"/>
                </a:moveTo>
                <a:lnTo>
                  <a:pt x="0" y="186"/>
                </a:lnTo>
                <a:cubicBezTo>
                  <a:pt x="0" y="161"/>
                  <a:pt x="4" y="138"/>
                  <a:pt x="14" y="115"/>
                </a:cubicBezTo>
                <a:cubicBezTo>
                  <a:pt x="23" y="92"/>
                  <a:pt x="36" y="72"/>
                  <a:pt x="54" y="55"/>
                </a:cubicBezTo>
                <a:cubicBezTo>
                  <a:pt x="71" y="37"/>
                  <a:pt x="91" y="24"/>
                  <a:pt x="114" y="14"/>
                </a:cubicBezTo>
                <a:cubicBezTo>
                  <a:pt x="137" y="5"/>
                  <a:pt x="161" y="0"/>
                  <a:pt x="185" y="0"/>
                </a:cubicBezTo>
                <a:lnTo>
                  <a:pt x="8473" y="0"/>
                </a:lnTo>
                <a:cubicBezTo>
                  <a:pt x="8498" y="0"/>
                  <a:pt x="8522" y="5"/>
                  <a:pt x="8544" y="14"/>
                </a:cubicBezTo>
                <a:cubicBezTo>
                  <a:pt x="8567" y="24"/>
                  <a:pt x="8587" y="37"/>
                  <a:pt x="8605" y="55"/>
                </a:cubicBezTo>
                <a:cubicBezTo>
                  <a:pt x="8622" y="72"/>
                  <a:pt x="8635" y="92"/>
                  <a:pt x="8645" y="115"/>
                </a:cubicBezTo>
                <a:cubicBezTo>
                  <a:pt x="8654" y="138"/>
                  <a:pt x="8659" y="161"/>
                  <a:pt x="8659" y="186"/>
                </a:cubicBezTo>
                <a:lnTo>
                  <a:pt x="8659" y="5247"/>
                </a:lnTo>
                <a:cubicBezTo>
                  <a:pt x="8659" y="5272"/>
                  <a:pt x="8654" y="5296"/>
                  <a:pt x="8645" y="5319"/>
                </a:cubicBezTo>
                <a:cubicBezTo>
                  <a:pt x="8635" y="5341"/>
                  <a:pt x="8622" y="5361"/>
                  <a:pt x="8605" y="5379"/>
                </a:cubicBezTo>
                <a:cubicBezTo>
                  <a:pt x="8587" y="5396"/>
                  <a:pt x="8567" y="5410"/>
                  <a:pt x="8544" y="5419"/>
                </a:cubicBezTo>
                <a:cubicBezTo>
                  <a:pt x="8522" y="5428"/>
                  <a:pt x="8498" y="5433"/>
                  <a:pt x="8473" y="5433"/>
                </a:cubicBezTo>
                <a:lnTo>
                  <a:pt x="185" y="5433"/>
                </a:lnTo>
                <a:cubicBezTo>
                  <a:pt x="161" y="5433"/>
                  <a:pt x="137" y="5428"/>
                  <a:pt x="114" y="5419"/>
                </a:cubicBezTo>
                <a:cubicBezTo>
                  <a:pt x="91" y="5410"/>
                  <a:pt x="71" y="5396"/>
                  <a:pt x="54" y="5379"/>
                </a:cubicBezTo>
                <a:cubicBezTo>
                  <a:pt x="36" y="5361"/>
                  <a:pt x="23" y="5341"/>
                  <a:pt x="14" y="5319"/>
                </a:cubicBezTo>
                <a:cubicBezTo>
                  <a:pt x="4" y="5296"/>
                  <a:pt x="0" y="5272"/>
                  <a:pt x="0" y="5247"/>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64" name="フリーフォーム: 図形 163"/>
          <p:cNvSpPr/>
          <p:nvPr/>
        </p:nvSpPr>
        <p:spPr>
          <a:xfrm>
            <a:off x="7412040" y="3016440"/>
            <a:ext cx="451800" cy="418320"/>
          </a:xfrm>
          <a:custGeom>
            <a:avLst/>
            <a:gdLst/>
            <a:ahLst/>
            <a:cxnLst/>
            <a:rect l="0" t="0" r="r" b="b"/>
            <a:pathLst>
              <a:path w="1255" h="1162">
                <a:moveTo>
                  <a:pt x="0" y="582"/>
                </a:moveTo>
                <a:cubicBezTo>
                  <a:pt x="0" y="563"/>
                  <a:pt x="1" y="544"/>
                  <a:pt x="3" y="525"/>
                </a:cubicBezTo>
                <a:cubicBezTo>
                  <a:pt x="5" y="506"/>
                  <a:pt x="8" y="487"/>
                  <a:pt x="12" y="469"/>
                </a:cubicBezTo>
                <a:cubicBezTo>
                  <a:pt x="15" y="450"/>
                  <a:pt x="20" y="431"/>
                  <a:pt x="25" y="413"/>
                </a:cubicBezTo>
                <a:cubicBezTo>
                  <a:pt x="31" y="395"/>
                  <a:pt x="37" y="377"/>
                  <a:pt x="45" y="360"/>
                </a:cubicBezTo>
                <a:cubicBezTo>
                  <a:pt x="52" y="342"/>
                  <a:pt x="60" y="325"/>
                  <a:pt x="69" y="307"/>
                </a:cubicBezTo>
                <a:cubicBezTo>
                  <a:pt x="78" y="290"/>
                  <a:pt x="89" y="274"/>
                  <a:pt x="99" y="258"/>
                </a:cubicBezTo>
                <a:cubicBezTo>
                  <a:pt x="110" y="243"/>
                  <a:pt x="121" y="227"/>
                  <a:pt x="133" y="213"/>
                </a:cubicBezTo>
                <a:cubicBezTo>
                  <a:pt x="145" y="198"/>
                  <a:pt x="158" y="184"/>
                  <a:pt x="171" y="170"/>
                </a:cubicBezTo>
                <a:cubicBezTo>
                  <a:pt x="185" y="157"/>
                  <a:pt x="199" y="144"/>
                  <a:pt x="214" y="132"/>
                </a:cubicBezTo>
                <a:cubicBezTo>
                  <a:pt x="228" y="120"/>
                  <a:pt x="244" y="109"/>
                  <a:pt x="259" y="98"/>
                </a:cubicBezTo>
                <a:cubicBezTo>
                  <a:pt x="275" y="88"/>
                  <a:pt x="291" y="78"/>
                  <a:pt x="308" y="69"/>
                </a:cubicBezTo>
                <a:cubicBezTo>
                  <a:pt x="325" y="60"/>
                  <a:pt x="342" y="52"/>
                  <a:pt x="360" y="45"/>
                </a:cubicBezTo>
                <a:cubicBezTo>
                  <a:pt x="377" y="37"/>
                  <a:pt x="395" y="31"/>
                  <a:pt x="413" y="25"/>
                </a:cubicBezTo>
                <a:cubicBezTo>
                  <a:pt x="432" y="20"/>
                  <a:pt x="450" y="15"/>
                  <a:pt x="469" y="12"/>
                </a:cubicBezTo>
                <a:cubicBezTo>
                  <a:pt x="487" y="8"/>
                  <a:pt x="506" y="5"/>
                  <a:pt x="525" y="3"/>
                </a:cubicBezTo>
                <a:cubicBezTo>
                  <a:pt x="544" y="1"/>
                  <a:pt x="563" y="0"/>
                  <a:pt x="582" y="0"/>
                </a:cubicBezTo>
                <a:lnTo>
                  <a:pt x="675" y="0"/>
                </a:lnTo>
                <a:cubicBezTo>
                  <a:pt x="694" y="0"/>
                  <a:pt x="713" y="1"/>
                  <a:pt x="732" y="3"/>
                </a:cubicBezTo>
                <a:cubicBezTo>
                  <a:pt x="750" y="5"/>
                  <a:pt x="769" y="8"/>
                  <a:pt x="788" y="12"/>
                </a:cubicBezTo>
                <a:cubicBezTo>
                  <a:pt x="807" y="15"/>
                  <a:pt x="825" y="20"/>
                  <a:pt x="843" y="25"/>
                </a:cubicBezTo>
                <a:cubicBezTo>
                  <a:pt x="861" y="31"/>
                  <a:pt x="879" y="37"/>
                  <a:pt x="897" y="45"/>
                </a:cubicBezTo>
                <a:cubicBezTo>
                  <a:pt x="914" y="52"/>
                  <a:pt x="931" y="60"/>
                  <a:pt x="948" y="69"/>
                </a:cubicBezTo>
                <a:cubicBezTo>
                  <a:pt x="965" y="78"/>
                  <a:pt x="981" y="88"/>
                  <a:pt x="997" y="98"/>
                </a:cubicBezTo>
                <a:cubicBezTo>
                  <a:pt x="1013" y="109"/>
                  <a:pt x="1028" y="120"/>
                  <a:pt x="1043" y="132"/>
                </a:cubicBezTo>
                <a:cubicBezTo>
                  <a:pt x="1058" y="144"/>
                  <a:pt x="1072" y="157"/>
                  <a:pt x="1085" y="170"/>
                </a:cubicBezTo>
                <a:cubicBezTo>
                  <a:pt x="1098" y="184"/>
                  <a:pt x="1111" y="198"/>
                  <a:pt x="1123" y="213"/>
                </a:cubicBezTo>
                <a:cubicBezTo>
                  <a:pt x="1135" y="227"/>
                  <a:pt x="1147" y="243"/>
                  <a:pt x="1157" y="258"/>
                </a:cubicBezTo>
                <a:cubicBezTo>
                  <a:pt x="1168" y="274"/>
                  <a:pt x="1178" y="290"/>
                  <a:pt x="1186" y="307"/>
                </a:cubicBezTo>
                <a:cubicBezTo>
                  <a:pt x="1195" y="325"/>
                  <a:pt x="1204" y="342"/>
                  <a:pt x="1211" y="360"/>
                </a:cubicBezTo>
                <a:cubicBezTo>
                  <a:pt x="1218" y="377"/>
                  <a:pt x="1224" y="395"/>
                  <a:pt x="1230" y="413"/>
                </a:cubicBezTo>
                <a:cubicBezTo>
                  <a:pt x="1236" y="431"/>
                  <a:pt x="1240" y="450"/>
                  <a:pt x="1244" y="469"/>
                </a:cubicBezTo>
                <a:cubicBezTo>
                  <a:pt x="1248" y="487"/>
                  <a:pt x="1250" y="506"/>
                  <a:pt x="1252" y="525"/>
                </a:cubicBezTo>
                <a:cubicBezTo>
                  <a:pt x="1254" y="544"/>
                  <a:pt x="1255" y="563"/>
                  <a:pt x="1255" y="582"/>
                </a:cubicBezTo>
                <a:cubicBezTo>
                  <a:pt x="1255" y="601"/>
                  <a:pt x="1254" y="620"/>
                  <a:pt x="1252" y="639"/>
                </a:cubicBezTo>
                <a:cubicBezTo>
                  <a:pt x="1250" y="658"/>
                  <a:pt x="1248" y="676"/>
                  <a:pt x="1244" y="695"/>
                </a:cubicBezTo>
                <a:cubicBezTo>
                  <a:pt x="1240" y="714"/>
                  <a:pt x="1236" y="732"/>
                  <a:pt x="1230" y="750"/>
                </a:cubicBezTo>
                <a:cubicBezTo>
                  <a:pt x="1224" y="768"/>
                  <a:pt x="1218" y="786"/>
                  <a:pt x="1211" y="804"/>
                </a:cubicBezTo>
                <a:cubicBezTo>
                  <a:pt x="1204" y="821"/>
                  <a:pt x="1195" y="839"/>
                  <a:pt x="1186" y="855"/>
                </a:cubicBezTo>
                <a:cubicBezTo>
                  <a:pt x="1178" y="872"/>
                  <a:pt x="1168" y="888"/>
                  <a:pt x="1157" y="904"/>
                </a:cubicBezTo>
                <a:cubicBezTo>
                  <a:pt x="1147" y="920"/>
                  <a:pt x="1135" y="935"/>
                  <a:pt x="1123" y="950"/>
                </a:cubicBezTo>
                <a:cubicBezTo>
                  <a:pt x="1111" y="965"/>
                  <a:pt x="1098" y="979"/>
                  <a:pt x="1085" y="992"/>
                </a:cubicBezTo>
                <a:cubicBezTo>
                  <a:pt x="1072" y="1006"/>
                  <a:pt x="1058" y="1018"/>
                  <a:pt x="1043" y="1030"/>
                </a:cubicBezTo>
                <a:cubicBezTo>
                  <a:pt x="1028" y="1042"/>
                  <a:pt x="1013" y="1054"/>
                  <a:pt x="997" y="1064"/>
                </a:cubicBezTo>
                <a:cubicBezTo>
                  <a:pt x="981" y="1075"/>
                  <a:pt x="965" y="1085"/>
                  <a:pt x="948" y="1094"/>
                </a:cubicBezTo>
                <a:cubicBezTo>
                  <a:pt x="931" y="1102"/>
                  <a:pt x="914" y="1111"/>
                  <a:pt x="897" y="1118"/>
                </a:cubicBezTo>
                <a:cubicBezTo>
                  <a:pt x="879" y="1125"/>
                  <a:pt x="861" y="1132"/>
                  <a:pt x="843" y="1137"/>
                </a:cubicBezTo>
                <a:cubicBezTo>
                  <a:pt x="825" y="1143"/>
                  <a:pt x="807" y="1147"/>
                  <a:pt x="788" y="1151"/>
                </a:cubicBezTo>
                <a:cubicBezTo>
                  <a:pt x="769" y="1155"/>
                  <a:pt x="750" y="1157"/>
                  <a:pt x="732" y="1159"/>
                </a:cubicBezTo>
                <a:cubicBezTo>
                  <a:pt x="713" y="1161"/>
                  <a:pt x="694" y="1162"/>
                  <a:pt x="675" y="1162"/>
                </a:cubicBezTo>
                <a:lnTo>
                  <a:pt x="582" y="1162"/>
                </a:lnTo>
                <a:cubicBezTo>
                  <a:pt x="563" y="1162"/>
                  <a:pt x="544" y="1161"/>
                  <a:pt x="525" y="1159"/>
                </a:cubicBezTo>
                <a:cubicBezTo>
                  <a:pt x="506" y="1157"/>
                  <a:pt x="487" y="1155"/>
                  <a:pt x="469" y="1151"/>
                </a:cubicBezTo>
                <a:cubicBezTo>
                  <a:pt x="450" y="1147"/>
                  <a:pt x="432" y="1143"/>
                  <a:pt x="413" y="1137"/>
                </a:cubicBezTo>
                <a:cubicBezTo>
                  <a:pt x="395" y="1132"/>
                  <a:pt x="377" y="1125"/>
                  <a:pt x="360" y="1118"/>
                </a:cubicBezTo>
                <a:cubicBezTo>
                  <a:pt x="342" y="1111"/>
                  <a:pt x="325" y="1102"/>
                  <a:pt x="308" y="1094"/>
                </a:cubicBezTo>
                <a:cubicBezTo>
                  <a:pt x="291" y="1085"/>
                  <a:pt x="275" y="1075"/>
                  <a:pt x="259" y="1064"/>
                </a:cubicBezTo>
                <a:cubicBezTo>
                  <a:pt x="244" y="1054"/>
                  <a:pt x="228" y="1042"/>
                  <a:pt x="214" y="1030"/>
                </a:cubicBezTo>
                <a:cubicBezTo>
                  <a:pt x="199" y="1018"/>
                  <a:pt x="185" y="1006"/>
                  <a:pt x="171" y="992"/>
                </a:cubicBezTo>
                <a:cubicBezTo>
                  <a:pt x="158" y="979"/>
                  <a:pt x="145" y="965"/>
                  <a:pt x="133" y="950"/>
                </a:cubicBezTo>
                <a:cubicBezTo>
                  <a:pt x="121" y="935"/>
                  <a:pt x="110" y="920"/>
                  <a:pt x="99" y="904"/>
                </a:cubicBezTo>
                <a:cubicBezTo>
                  <a:pt x="89" y="888"/>
                  <a:pt x="78" y="872"/>
                  <a:pt x="69" y="855"/>
                </a:cubicBezTo>
                <a:cubicBezTo>
                  <a:pt x="60" y="839"/>
                  <a:pt x="52" y="821"/>
                  <a:pt x="45" y="804"/>
                </a:cubicBezTo>
                <a:cubicBezTo>
                  <a:pt x="37" y="786"/>
                  <a:pt x="31" y="768"/>
                  <a:pt x="25" y="750"/>
                </a:cubicBezTo>
                <a:cubicBezTo>
                  <a:pt x="20" y="732"/>
                  <a:pt x="15" y="714"/>
                  <a:pt x="12" y="695"/>
                </a:cubicBezTo>
                <a:cubicBezTo>
                  <a:pt x="8" y="676"/>
                  <a:pt x="5" y="658"/>
                  <a:pt x="3" y="639"/>
                </a:cubicBezTo>
                <a:cubicBezTo>
                  <a:pt x="1" y="620"/>
                  <a:pt x="0" y="601"/>
                  <a:pt x="0" y="582"/>
                </a:cubicBezTo>
                <a:close/>
              </a:path>
            </a:pathLst>
          </a:custGeom>
          <a:solidFill>
            <a:srgbClr val="C0C0C0">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165" name="図 164"/>
          <p:cNvPicPr/>
          <p:nvPr/>
        </p:nvPicPr>
        <p:blipFill>
          <a:blip r:embed="rId8"/>
          <a:stretch/>
        </p:blipFill>
        <p:spPr>
          <a:xfrm>
            <a:off x="7512840" y="3116880"/>
            <a:ext cx="250200" cy="200160"/>
          </a:xfrm>
          <a:prstGeom prst="rect">
            <a:avLst/>
          </a:prstGeom>
          <a:noFill/>
          <a:ln w="0">
            <a:noFill/>
          </a:ln>
        </p:spPr>
      </p:pic>
      <p:sp>
        <p:nvSpPr>
          <p:cNvPr id="166" name="テキスト ボックス 165"/>
          <p:cNvSpPr txBox="1"/>
          <p:nvPr/>
        </p:nvSpPr>
        <p:spPr>
          <a:xfrm>
            <a:off x="4022280" y="4405320"/>
            <a:ext cx="4032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ます。</a:t>
            </a:r>
            <a:endParaRPr lang="en-US" sz="1050" b="0" u="none" strike="noStrike">
              <a:solidFill>
                <a:srgbClr val="000000"/>
              </a:solidFill>
              <a:effectLst/>
              <a:uFillTx/>
              <a:latin typeface="Times New Roman"/>
            </a:endParaRPr>
          </a:p>
        </p:txBody>
      </p:sp>
      <p:sp>
        <p:nvSpPr>
          <p:cNvPr id="167" name="テキスト ボックス 166"/>
          <p:cNvSpPr txBox="1"/>
          <p:nvPr/>
        </p:nvSpPr>
        <p:spPr>
          <a:xfrm>
            <a:off x="7961040" y="3137400"/>
            <a:ext cx="201240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センサーフュージョン技術</a:t>
            </a:r>
            <a:endParaRPr lang="en-US" sz="1320" b="0" u="none" strike="noStrike">
              <a:solidFill>
                <a:srgbClr val="000000"/>
              </a:solidFill>
              <a:effectLst/>
              <a:uFillTx/>
              <a:latin typeface="Times New Roman"/>
            </a:endParaRPr>
          </a:p>
        </p:txBody>
      </p:sp>
      <p:sp>
        <p:nvSpPr>
          <p:cNvPr id="168" name="テキスト ボックス 167"/>
          <p:cNvSpPr txBox="1"/>
          <p:nvPr/>
        </p:nvSpPr>
        <p:spPr>
          <a:xfrm>
            <a:off x="7409520" y="3602880"/>
            <a:ext cx="275076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カメラ、</a:t>
            </a:r>
            <a:r>
              <a:rPr lang="en-US" sz="1050" b="0" u="none" strike="noStrike">
                <a:solidFill>
                  <a:srgbClr val="D1D5DC"/>
                </a:solidFill>
                <a:effectLst/>
                <a:uFillTx/>
                <a:latin typeface="NotoSansJP"/>
                <a:ea typeface="NotoSansJP"/>
              </a:rPr>
              <a:t>LiDAR</a:t>
            </a:r>
            <a:r>
              <a:rPr lang="zh-CN" sz="1050" b="0" u="none" strike="noStrike">
                <a:solidFill>
                  <a:srgbClr val="D1D5DC"/>
                </a:solidFill>
                <a:effectLst/>
                <a:uFillTx/>
                <a:latin typeface="NotoSansJP"/>
                <a:ea typeface="NotoSansJP"/>
              </a:rPr>
              <a:t>、レーダーなど複数のセンサ</a:t>
            </a:r>
            <a:endParaRPr lang="en-US" sz="1050" b="0" u="none" strike="noStrike">
              <a:solidFill>
                <a:srgbClr val="000000"/>
              </a:solidFill>
              <a:effectLst/>
              <a:uFillTx/>
              <a:latin typeface="Times New Roman"/>
            </a:endParaRPr>
          </a:p>
        </p:txBody>
      </p:sp>
      <p:sp>
        <p:nvSpPr>
          <p:cNvPr id="169" name="テキスト ボックス 168"/>
          <p:cNvSpPr txBox="1"/>
          <p:nvPr/>
        </p:nvSpPr>
        <p:spPr>
          <a:xfrm>
            <a:off x="7409520" y="3803400"/>
            <a:ext cx="275004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ーからの情報を</a:t>
            </a:r>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が統合‧分析し、より正確</a:t>
            </a:r>
            <a:endParaRPr lang="en-US" sz="1050" b="0" u="none" strike="noStrike">
              <a:solidFill>
                <a:srgbClr val="000000"/>
              </a:solidFill>
              <a:effectLst/>
              <a:uFillTx/>
              <a:latin typeface="Times New Roman"/>
            </a:endParaRPr>
          </a:p>
        </p:txBody>
      </p:sp>
      <p:sp>
        <p:nvSpPr>
          <p:cNvPr id="170" name="テキスト ボックス 169"/>
          <p:cNvSpPr txBox="1"/>
          <p:nvPr/>
        </p:nvSpPr>
        <p:spPr>
          <a:xfrm>
            <a:off x="7409520" y="4004280"/>
            <a:ext cx="26830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で信頼性の高い環境認識を実現します。これ</a:t>
            </a:r>
            <a:endParaRPr lang="en-US" sz="1050" b="0" u="none" strike="noStrike">
              <a:solidFill>
                <a:srgbClr val="000000"/>
              </a:solidFill>
              <a:effectLst/>
              <a:uFillTx/>
              <a:latin typeface="Times New Roman"/>
            </a:endParaRPr>
          </a:p>
        </p:txBody>
      </p:sp>
      <p:sp>
        <p:nvSpPr>
          <p:cNvPr id="171" name="テキスト ボックス 170"/>
          <p:cNvSpPr txBox="1"/>
          <p:nvPr/>
        </p:nvSpPr>
        <p:spPr>
          <a:xfrm>
            <a:off x="7409520" y="4204800"/>
            <a:ext cx="26830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により、あらゆる環境下での安全運転を支援</a:t>
            </a:r>
            <a:endParaRPr lang="en-US" sz="1050" b="0" u="none" strike="noStrike">
              <a:solidFill>
                <a:srgbClr val="000000"/>
              </a:solidFill>
              <a:effectLst/>
              <a:uFillTx/>
              <a:latin typeface="Times New Roman"/>
            </a:endParaRPr>
          </a:p>
        </p:txBody>
      </p:sp>
      <p:sp>
        <p:nvSpPr>
          <p:cNvPr id="172" name="フリーフォーム: 図形 171"/>
          <p:cNvSpPr/>
          <p:nvPr/>
        </p:nvSpPr>
        <p:spPr>
          <a:xfrm>
            <a:off x="1604160" y="4971960"/>
            <a:ext cx="7488000" cy="1304280"/>
          </a:xfrm>
          <a:custGeom>
            <a:avLst/>
            <a:gdLst/>
            <a:ahLst/>
            <a:cxnLst/>
            <a:rect l="0" t="0" r="r" b="b"/>
            <a:pathLst>
              <a:path w="20800" h="3623">
                <a:moveTo>
                  <a:pt x="0" y="3437"/>
                </a:moveTo>
                <a:lnTo>
                  <a:pt x="0" y="186"/>
                </a:lnTo>
                <a:cubicBezTo>
                  <a:pt x="0" y="161"/>
                  <a:pt x="5" y="138"/>
                  <a:pt x="15" y="115"/>
                </a:cubicBezTo>
                <a:cubicBezTo>
                  <a:pt x="24" y="92"/>
                  <a:pt x="37" y="72"/>
                  <a:pt x="55" y="55"/>
                </a:cubicBezTo>
                <a:cubicBezTo>
                  <a:pt x="72" y="37"/>
                  <a:pt x="92" y="24"/>
                  <a:pt x="115" y="14"/>
                </a:cubicBezTo>
                <a:cubicBezTo>
                  <a:pt x="138" y="5"/>
                  <a:pt x="161" y="0"/>
                  <a:pt x="186" y="0"/>
                </a:cubicBezTo>
                <a:lnTo>
                  <a:pt x="20615" y="0"/>
                </a:lnTo>
                <a:cubicBezTo>
                  <a:pt x="20639" y="0"/>
                  <a:pt x="20663" y="5"/>
                  <a:pt x="20686" y="14"/>
                </a:cubicBezTo>
                <a:cubicBezTo>
                  <a:pt x="20708" y="24"/>
                  <a:pt x="20728" y="37"/>
                  <a:pt x="20746" y="55"/>
                </a:cubicBezTo>
                <a:cubicBezTo>
                  <a:pt x="20763" y="72"/>
                  <a:pt x="20777" y="92"/>
                  <a:pt x="20786" y="115"/>
                </a:cubicBezTo>
                <a:cubicBezTo>
                  <a:pt x="20796" y="138"/>
                  <a:pt x="20800" y="161"/>
                  <a:pt x="20800" y="186"/>
                </a:cubicBezTo>
                <a:lnTo>
                  <a:pt x="20800" y="3437"/>
                </a:lnTo>
                <a:cubicBezTo>
                  <a:pt x="20800" y="3461"/>
                  <a:pt x="20796" y="3485"/>
                  <a:pt x="20786" y="3508"/>
                </a:cubicBezTo>
                <a:cubicBezTo>
                  <a:pt x="20777" y="3531"/>
                  <a:pt x="20763" y="3551"/>
                  <a:pt x="20746" y="3568"/>
                </a:cubicBezTo>
                <a:cubicBezTo>
                  <a:pt x="20728" y="3586"/>
                  <a:pt x="20708" y="3599"/>
                  <a:pt x="20686" y="3608"/>
                </a:cubicBezTo>
                <a:cubicBezTo>
                  <a:pt x="20663" y="3618"/>
                  <a:pt x="20639" y="3622"/>
                  <a:pt x="20615" y="3623"/>
                </a:cubicBezTo>
                <a:lnTo>
                  <a:pt x="186" y="3623"/>
                </a:lnTo>
                <a:cubicBezTo>
                  <a:pt x="161" y="3622"/>
                  <a:pt x="138" y="3618"/>
                  <a:pt x="115" y="3608"/>
                </a:cubicBezTo>
                <a:cubicBezTo>
                  <a:pt x="92" y="3599"/>
                  <a:pt x="72" y="3586"/>
                  <a:pt x="55" y="3568"/>
                </a:cubicBezTo>
                <a:cubicBezTo>
                  <a:pt x="37" y="3551"/>
                  <a:pt x="24" y="3531"/>
                  <a:pt x="15" y="3508"/>
                </a:cubicBezTo>
                <a:cubicBezTo>
                  <a:pt x="5" y="3485"/>
                  <a:pt x="0" y="3461"/>
                  <a:pt x="0" y="3437"/>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73" name="フリーフォーム: 図形 172"/>
          <p:cNvSpPr/>
          <p:nvPr/>
        </p:nvSpPr>
        <p:spPr>
          <a:xfrm>
            <a:off x="1838160" y="5205960"/>
            <a:ext cx="426600" cy="418320"/>
          </a:xfrm>
          <a:custGeom>
            <a:avLst/>
            <a:gdLst/>
            <a:ahLst/>
            <a:cxnLst/>
            <a:rect l="0" t="0" r="r" b="b"/>
            <a:pathLst>
              <a:path w="1185" h="1162">
                <a:moveTo>
                  <a:pt x="0" y="582"/>
                </a:moveTo>
                <a:cubicBezTo>
                  <a:pt x="0" y="563"/>
                  <a:pt x="1" y="544"/>
                  <a:pt x="3" y="525"/>
                </a:cubicBezTo>
                <a:cubicBezTo>
                  <a:pt x="5" y="506"/>
                  <a:pt x="8" y="487"/>
                  <a:pt x="12" y="468"/>
                </a:cubicBezTo>
                <a:cubicBezTo>
                  <a:pt x="15" y="450"/>
                  <a:pt x="20" y="431"/>
                  <a:pt x="25" y="413"/>
                </a:cubicBezTo>
                <a:cubicBezTo>
                  <a:pt x="31" y="395"/>
                  <a:pt x="37" y="377"/>
                  <a:pt x="45" y="359"/>
                </a:cubicBezTo>
                <a:cubicBezTo>
                  <a:pt x="52" y="342"/>
                  <a:pt x="60" y="325"/>
                  <a:pt x="69" y="308"/>
                </a:cubicBezTo>
                <a:cubicBezTo>
                  <a:pt x="78" y="291"/>
                  <a:pt x="88" y="275"/>
                  <a:pt x="98" y="259"/>
                </a:cubicBezTo>
                <a:cubicBezTo>
                  <a:pt x="109" y="243"/>
                  <a:pt x="120" y="228"/>
                  <a:pt x="132" y="213"/>
                </a:cubicBezTo>
                <a:cubicBezTo>
                  <a:pt x="144" y="199"/>
                  <a:pt x="157" y="185"/>
                  <a:pt x="170" y="171"/>
                </a:cubicBezTo>
                <a:cubicBezTo>
                  <a:pt x="184" y="158"/>
                  <a:pt x="198" y="145"/>
                  <a:pt x="213" y="133"/>
                </a:cubicBezTo>
                <a:cubicBezTo>
                  <a:pt x="228" y="121"/>
                  <a:pt x="243" y="110"/>
                  <a:pt x="259" y="99"/>
                </a:cubicBezTo>
                <a:cubicBezTo>
                  <a:pt x="275" y="88"/>
                  <a:pt x="291" y="79"/>
                  <a:pt x="308" y="70"/>
                </a:cubicBezTo>
                <a:cubicBezTo>
                  <a:pt x="325" y="61"/>
                  <a:pt x="342" y="53"/>
                  <a:pt x="360" y="45"/>
                </a:cubicBezTo>
                <a:cubicBezTo>
                  <a:pt x="377" y="37"/>
                  <a:pt x="395" y="31"/>
                  <a:pt x="413" y="25"/>
                </a:cubicBezTo>
                <a:cubicBezTo>
                  <a:pt x="431" y="20"/>
                  <a:pt x="450" y="15"/>
                  <a:pt x="468" y="11"/>
                </a:cubicBezTo>
                <a:cubicBezTo>
                  <a:pt x="487" y="8"/>
                  <a:pt x="506" y="5"/>
                  <a:pt x="525" y="3"/>
                </a:cubicBezTo>
                <a:cubicBezTo>
                  <a:pt x="544" y="1"/>
                  <a:pt x="563" y="0"/>
                  <a:pt x="582" y="0"/>
                </a:cubicBezTo>
                <a:lnTo>
                  <a:pt x="605" y="0"/>
                </a:lnTo>
                <a:cubicBezTo>
                  <a:pt x="624" y="0"/>
                  <a:pt x="643" y="1"/>
                  <a:pt x="662" y="3"/>
                </a:cubicBezTo>
                <a:cubicBezTo>
                  <a:pt x="681" y="5"/>
                  <a:pt x="699" y="8"/>
                  <a:pt x="718" y="11"/>
                </a:cubicBezTo>
                <a:cubicBezTo>
                  <a:pt x="737" y="15"/>
                  <a:pt x="755" y="20"/>
                  <a:pt x="773" y="25"/>
                </a:cubicBezTo>
                <a:cubicBezTo>
                  <a:pt x="792" y="31"/>
                  <a:pt x="809" y="37"/>
                  <a:pt x="827" y="45"/>
                </a:cubicBezTo>
                <a:cubicBezTo>
                  <a:pt x="845" y="53"/>
                  <a:pt x="862" y="61"/>
                  <a:pt x="878" y="70"/>
                </a:cubicBezTo>
                <a:cubicBezTo>
                  <a:pt x="895" y="79"/>
                  <a:pt x="912" y="88"/>
                  <a:pt x="927" y="99"/>
                </a:cubicBezTo>
                <a:cubicBezTo>
                  <a:pt x="943" y="110"/>
                  <a:pt x="958" y="121"/>
                  <a:pt x="973" y="133"/>
                </a:cubicBezTo>
                <a:cubicBezTo>
                  <a:pt x="988" y="145"/>
                  <a:pt x="1002" y="158"/>
                  <a:pt x="1015" y="171"/>
                </a:cubicBezTo>
                <a:cubicBezTo>
                  <a:pt x="1029" y="185"/>
                  <a:pt x="1041" y="199"/>
                  <a:pt x="1054" y="213"/>
                </a:cubicBezTo>
                <a:cubicBezTo>
                  <a:pt x="1066" y="228"/>
                  <a:pt x="1077" y="243"/>
                  <a:pt x="1087" y="259"/>
                </a:cubicBezTo>
                <a:cubicBezTo>
                  <a:pt x="1098" y="275"/>
                  <a:pt x="1108" y="291"/>
                  <a:pt x="1117" y="308"/>
                </a:cubicBezTo>
                <a:cubicBezTo>
                  <a:pt x="1126" y="325"/>
                  <a:pt x="1134" y="342"/>
                  <a:pt x="1141" y="359"/>
                </a:cubicBezTo>
                <a:cubicBezTo>
                  <a:pt x="1148" y="377"/>
                  <a:pt x="1155" y="395"/>
                  <a:pt x="1160" y="413"/>
                </a:cubicBezTo>
                <a:cubicBezTo>
                  <a:pt x="1166" y="431"/>
                  <a:pt x="1170" y="450"/>
                  <a:pt x="1174" y="468"/>
                </a:cubicBezTo>
                <a:cubicBezTo>
                  <a:pt x="1178" y="487"/>
                  <a:pt x="1181" y="506"/>
                  <a:pt x="1182" y="525"/>
                </a:cubicBezTo>
                <a:cubicBezTo>
                  <a:pt x="1184" y="544"/>
                  <a:pt x="1185" y="563"/>
                  <a:pt x="1185" y="582"/>
                </a:cubicBezTo>
                <a:cubicBezTo>
                  <a:pt x="1185" y="601"/>
                  <a:pt x="1184" y="620"/>
                  <a:pt x="1182" y="638"/>
                </a:cubicBezTo>
                <a:cubicBezTo>
                  <a:pt x="1181" y="657"/>
                  <a:pt x="1178" y="676"/>
                  <a:pt x="1174" y="695"/>
                </a:cubicBezTo>
                <a:cubicBezTo>
                  <a:pt x="1170" y="713"/>
                  <a:pt x="1166" y="732"/>
                  <a:pt x="1160" y="750"/>
                </a:cubicBezTo>
                <a:cubicBezTo>
                  <a:pt x="1155" y="768"/>
                  <a:pt x="1148" y="786"/>
                  <a:pt x="1141" y="804"/>
                </a:cubicBezTo>
                <a:cubicBezTo>
                  <a:pt x="1134" y="821"/>
                  <a:pt x="1126" y="838"/>
                  <a:pt x="1117" y="855"/>
                </a:cubicBezTo>
                <a:cubicBezTo>
                  <a:pt x="1108" y="872"/>
                  <a:pt x="1098" y="888"/>
                  <a:pt x="1087" y="904"/>
                </a:cubicBezTo>
                <a:cubicBezTo>
                  <a:pt x="1077" y="920"/>
                  <a:pt x="1066" y="935"/>
                  <a:pt x="1054" y="950"/>
                </a:cubicBezTo>
                <a:cubicBezTo>
                  <a:pt x="1041" y="964"/>
                  <a:pt x="1029" y="978"/>
                  <a:pt x="1015" y="992"/>
                </a:cubicBezTo>
                <a:cubicBezTo>
                  <a:pt x="1002" y="1005"/>
                  <a:pt x="988" y="1018"/>
                  <a:pt x="973" y="1030"/>
                </a:cubicBezTo>
                <a:cubicBezTo>
                  <a:pt x="958" y="1042"/>
                  <a:pt x="943" y="1054"/>
                  <a:pt x="927" y="1064"/>
                </a:cubicBezTo>
                <a:cubicBezTo>
                  <a:pt x="912" y="1075"/>
                  <a:pt x="895" y="1084"/>
                  <a:pt x="878" y="1093"/>
                </a:cubicBezTo>
                <a:cubicBezTo>
                  <a:pt x="862" y="1102"/>
                  <a:pt x="845" y="1110"/>
                  <a:pt x="827" y="1118"/>
                </a:cubicBezTo>
                <a:cubicBezTo>
                  <a:pt x="809" y="1125"/>
                  <a:pt x="792" y="1131"/>
                  <a:pt x="773" y="1137"/>
                </a:cubicBezTo>
                <a:cubicBezTo>
                  <a:pt x="755" y="1142"/>
                  <a:pt x="737" y="1147"/>
                  <a:pt x="718" y="1151"/>
                </a:cubicBezTo>
                <a:cubicBezTo>
                  <a:pt x="699" y="1154"/>
                  <a:pt x="681" y="1157"/>
                  <a:pt x="662" y="1159"/>
                </a:cubicBezTo>
                <a:cubicBezTo>
                  <a:pt x="643" y="1161"/>
                  <a:pt x="624" y="1162"/>
                  <a:pt x="605" y="1162"/>
                </a:cubicBezTo>
                <a:lnTo>
                  <a:pt x="582" y="1162"/>
                </a:lnTo>
                <a:cubicBezTo>
                  <a:pt x="563" y="1162"/>
                  <a:pt x="544" y="1161"/>
                  <a:pt x="525" y="1159"/>
                </a:cubicBezTo>
                <a:cubicBezTo>
                  <a:pt x="506" y="1157"/>
                  <a:pt x="487" y="1154"/>
                  <a:pt x="468" y="1151"/>
                </a:cubicBezTo>
                <a:cubicBezTo>
                  <a:pt x="450" y="1147"/>
                  <a:pt x="431" y="1142"/>
                  <a:pt x="413" y="1137"/>
                </a:cubicBezTo>
                <a:cubicBezTo>
                  <a:pt x="395" y="1131"/>
                  <a:pt x="377" y="1125"/>
                  <a:pt x="360" y="1118"/>
                </a:cubicBezTo>
                <a:cubicBezTo>
                  <a:pt x="342" y="1110"/>
                  <a:pt x="325" y="1102"/>
                  <a:pt x="308" y="1093"/>
                </a:cubicBezTo>
                <a:cubicBezTo>
                  <a:pt x="291" y="1084"/>
                  <a:pt x="275" y="1075"/>
                  <a:pt x="259" y="1064"/>
                </a:cubicBezTo>
                <a:cubicBezTo>
                  <a:pt x="243" y="1054"/>
                  <a:pt x="228" y="1042"/>
                  <a:pt x="213" y="1030"/>
                </a:cubicBezTo>
                <a:cubicBezTo>
                  <a:pt x="198" y="1018"/>
                  <a:pt x="184" y="1005"/>
                  <a:pt x="170" y="992"/>
                </a:cubicBezTo>
                <a:cubicBezTo>
                  <a:pt x="157" y="978"/>
                  <a:pt x="144" y="964"/>
                  <a:pt x="132" y="950"/>
                </a:cubicBezTo>
                <a:cubicBezTo>
                  <a:pt x="120" y="935"/>
                  <a:pt x="109" y="920"/>
                  <a:pt x="98" y="904"/>
                </a:cubicBezTo>
                <a:cubicBezTo>
                  <a:pt x="88" y="888"/>
                  <a:pt x="78" y="872"/>
                  <a:pt x="69" y="855"/>
                </a:cubicBezTo>
                <a:cubicBezTo>
                  <a:pt x="60" y="838"/>
                  <a:pt x="52" y="821"/>
                  <a:pt x="45" y="804"/>
                </a:cubicBezTo>
                <a:cubicBezTo>
                  <a:pt x="37" y="786"/>
                  <a:pt x="31" y="768"/>
                  <a:pt x="25" y="750"/>
                </a:cubicBezTo>
                <a:cubicBezTo>
                  <a:pt x="20" y="732"/>
                  <a:pt x="15" y="713"/>
                  <a:pt x="12" y="695"/>
                </a:cubicBezTo>
                <a:cubicBezTo>
                  <a:pt x="8" y="676"/>
                  <a:pt x="5" y="657"/>
                  <a:pt x="3" y="638"/>
                </a:cubicBezTo>
                <a:cubicBezTo>
                  <a:pt x="1" y="620"/>
                  <a:pt x="0" y="601"/>
                  <a:pt x="0" y="582"/>
                </a:cubicBezTo>
                <a:close/>
              </a:path>
            </a:pathLst>
          </a:custGeom>
          <a:solidFill>
            <a:srgbClr val="C0C0C0">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174" name="図 173"/>
          <p:cNvPicPr/>
          <p:nvPr/>
        </p:nvPicPr>
        <p:blipFill>
          <a:blip r:embed="rId9"/>
          <a:stretch/>
        </p:blipFill>
        <p:spPr>
          <a:xfrm>
            <a:off x="1938600" y="5306400"/>
            <a:ext cx="225360" cy="200160"/>
          </a:xfrm>
          <a:prstGeom prst="rect">
            <a:avLst/>
          </a:prstGeom>
          <a:noFill/>
          <a:ln w="0">
            <a:noFill/>
          </a:ln>
        </p:spPr>
      </p:pic>
      <p:sp>
        <p:nvSpPr>
          <p:cNvPr id="175" name="テキスト ボックス 174"/>
          <p:cNvSpPr txBox="1"/>
          <p:nvPr/>
        </p:nvSpPr>
        <p:spPr>
          <a:xfrm>
            <a:off x="7409520" y="4405320"/>
            <a:ext cx="5371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します。</a:t>
            </a:r>
            <a:endParaRPr lang="en-US" sz="1050" b="0" u="none" strike="noStrike">
              <a:solidFill>
                <a:srgbClr val="000000"/>
              </a:solidFill>
              <a:effectLst/>
              <a:uFillTx/>
              <a:latin typeface="Times New Roman"/>
            </a:endParaRPr>
          </a:p>
        </p:txBody>
      </p:sp>
      <p:sp>
        <p:nvSpPr>
          <p:cNvPr id="176" name="テキスト ボックス 175"/>
          <p:cNvSpPr txBox="1"/>
          <p:nvPr/>
        </p:nvSpPr>
        <p:spPr>
          <a:xfrm>
            <a:off x="2398320" y="5201640"/>
            <a:ext cx="100656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実用化の現状</a:t>
            </a:r>
            <a:endParaRPr lang="en-US" sz="1320" b="0" u="none" strike="noStrike">
              <a:solidFill>
                <a:srgbClr val="000000"/>
              </a:solidFill>
              <a:effectLst/>
              <a:uFillTx/>
              <a:latin typeface="Times New Roman"/>
            </a:endParaRPr>
          </a:p>
        </p:txBody>
      </p:sp>
      <p:sp>
        <p:nvSpPr>
          <p:cNvPr id="177" name="テキスト ボックス 176"/>
          <p:cNvSpPr txBox="1"/>
          <p:nvPr/>
        </p:nvSpPr>
        <p:spPr>
          <a:xfrm>
            <a:off x="2398320" y="5508360"/>
            <a:ext cx="6480000" cy="19404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NEC</a:t>
            </a:r>
            <a:r>
              <a:rPr lang="zh-CN" sz="1050" b="0" u="none" strike="noStrike">
                <a:solidFill>
                  <a:srgbClr val="D1D5DC"/>
                </a:solidFill>
                <a:effectLst/>
                <a:uFillTx/>
                <a:latin typeface="NotoSansJP"/>
                <a:ea typeface="NotoSansJP"/>
              </a:rPr>
              <a:t>ソリューションイノベータの車両周辺監視ソフトウェアや、ソニーセミコンダクタソリューションズの</a:t>
            </a:r>
            <a:endParaRPr lang="en-US" sz="1050" b="0" u="none" strike="noStrike">
              <a:solidFill>
                <a:srgbClr val="000000"/>
              </a:solidFill>
              <a:effectLst/>
              <a:uFillTx/>
              <a:latin typeface="Times New Roman"/>
            </a:endParaRPr>
          </a:p>
        </p:txBody>
      </p:sp>
      <p:sp>
        <p:nvSpPr>
          <p:cNvPr id="178" name="テキスト ボックス 177"/>
          <p:cNvSpPr txBox="1"/>
          <p:nvPr/>
        </p:nvSpPr>
        <p:spPr>
          <a:xfrm>
            <a:off x="2398320" y="5708880"/>
            <a:ext cx="67518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センサーフュージョン技術など、</a:t>
            </a:r>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を活用した安全技術は既に実用化が進んでいます。一方で、</a:t>
            </a:r>
            <a:r>
              <a:rPr lang="en-US" sz="1050" b="0" u="none" strike="noStrike">
                <a:solidFill>
                  <a:srgbClr val="D1D5DC"/>
                </a:solidFill>
                <a:effectLst/>
                <a:uFillTx/>
                <a:latin typeface="NotoSansJP"/>
                <a:ea typeface="NotoSansJP"/>
              </a:rPr>
              <a:t>Tesla</a:t>
            </a:r>
            <a:r>
              <a:rPr lang="zh-CN" sz="1050" b="0" u="none" strike="noStrike">
                <a:solidFill>
                  <a:srgbClr val="D1D5DC"/>
                </a:solidFill>
                <a:effectLst/>
                <a:uFillTx/>
                <a:latin typeface="NotoSansJP"/>
                <a:ea typeface="NotoSansJP"/>
              </a:rPr>
              <a:t>や</a:t>
            </a:r>
            <a:r>
              <a:rPr lang="en-US" sz="1050" b="0" u="none" strike="noStrike">
                <a:solidFill>
                  <a:srgbClr val="D1D5DC"/>
                </a:solidFill>
                <a:effectLst/>
                <a:uFillTx/>
                <a:latin typeface="NotoSansJP"/>
                <a:ea typeface="NotoSansJP"/>
              </a:rPr>
              <a:t>Uber</a:t>
            </a:r>
            <a:endParaRPr lang="en-US" sz="1050" b="0" u="none" strike="noStrike">
              <a:solidFill>
                <a:srgbClr val="000000"/>
              </a:solidFill>
              <a:effectLst/>
              <a:uFillTx/>
              <a:latin typeface="Times New Roman"/>
            </a:endParaRPr>
          </a:p>
        </p:txBody>
      </p:sp>
      <p:pic>
        <p:nvPicPr>
          <p:cNvPr id="179" name="図 178"/>
          <p:cNvPicPr/>
          <p:nvPr/>
        </p:nvPicPr>
        <p:blipFill>
          <a:blip r:embed="rId10"/>
          <a:stretch/>
        </p:blipFill>
        <p:spPr>
          <a:xfrm>
            <a:off x="0" y="7011360"/>
            <a:ext cx="7133400" cy="33120"/>
          </a:xfrm>
          <a:prstGeom prst="rect">
            <a:avLst/>
          </a:prstGeom>
          <a:noFill/>
          <a:ln w="0">
            <a:noFill/>
          </a:ln>
        </p:spPr>
      </p:pic>
      <p:pic>
        <p:nvPicPr>
          <p:cNvPr id="180" name="図 179"/>
          <p:cNvPicPr/>
          <p:nvPr/>
        </p:nvPicPr>
        <p:blipFill>
          <a:blip r:embed="rId11"/>
          <a:stretch/>
        </p:blipFill>
        <p:spPr>
          <a:xfrm>
            <a:off x="802080" y="1069560"/>
            <a:ext cx="400680" cy="400680"/>
          </a:xfrm>
          <a:prstGeom prst="rect">
            <a:avLst/>
          </a:prstGeom>
          <a:noFill/>
          <a:ln w="0">
            <a:noFill/>
          </a:ln>
        </p:spPr>
      </p:pic>
      <p:pic>
        <p:nvPicPr>
          <p:cNvPr id="181" name="図 180"/>
          <p:cNvPicPr/>
          <p:nvPr/>
        </p:nvPicPr>
        <p:blipFill>
          <a:blip r:embed="rId12"/>
          <a:stretch/>
        </p:blipFill>
        <p:spPr>
          <a:xfrm>
            <a:off x="8557200" y="4370400"/>
            <a:ext cx="534600" cy="534600"/>
          </a:xfrm>
          <a:prstGeom prst="rect">
            <a:avLst/>
          </a:prstGeom>
          <a:noFill/>
          <a:ln w="0">
            <a:noFill/>
          </a:ln>
        </p:spPr>
      </p:pic>
      <p:sp>
        <p:nvSpPr>
          <p:cNvPr id="182" name="テキスト ボックス 181"/>
          <p:cNvSpPr txBox="1"/>
          <p:nvPr/>
        </p:nvSpPr>
        <p:spPr>
          <a:xfrm>
            <a:off x="2398320" y="5909400"/>
            <a:ext cx="52981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の事例に見られるように、</a:t>
            </a:r>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搭載システムの信頼性確保は依然として重要な課題です。</a:t>
            </a:r>
            <a:endParaRPr lang="en-US" sz="1050" b="0" u="none" strike="noStrike">
              <a:solidFill>
                <a:srgbClr val="000000"/>
              </a:solidFill>
              <a:effectLst/>
              <a:uFillTx/>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3" name="図 182"/>
          <p:cNvPicPr/>
          <p:nvPr/>
        </p:nvPicPr>
        <p:blipFill>
          <a:blip r:embed="rId2"/>
          <a:stretch/>
        </p:blipFill>
        <p:spPr>
          <a:xfrm>
            <a:off x="0" y="0"/>
            <a:ext cx="10696320" cy="6091560"/>
          </a:xfrm>
          <a:prstGeom prst="rect">
            <a:avLst/>
          </a:prstGeom>
          <a:noFill/>
          <a:ln w="0">
            <a:noFill/>
          </a:ln>
        </p:spPr>
      </p:pic>
      <p:sp>
        <p:nvSpPr>
          <p:cNvPr id="184" name="テキスト ボックス 183"/>
          <p:cNvSpPr txBox="1"/>
          <p:nvPr/>
        </p:nvSpPr>
        <p:spPr>
          <a:xfrm>
            <a:off x="401040" y="389520"/>
            <a:ext cx="210240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認識能力の向上</a:t>
            </a:r>
            <a:endParaRPr lang="en-US" sz="2370" b="0" u="none" strike="noStrike">
              <a:solidFill>
                <a:srgbClr val="000000"/>
              </a:solidFill>
              <a:effectLst/>
              <a:uFillTx/>
              <a:latin typeface="Times New Roman"/>
            </a:endParaRPr>
          </a:p>
        </p:txBody>
      </p:sp>
      <p:sp>
        <p:nvSpPr>
          <p:cNvPr id="185" name="テキスト ボックス 184"/>
          <p:cNvSpPr txBox="1"/>
          <p:nvPr/>
        </p:nvSpPr>
        <p:spPr>
          <a:xfrm>
            <a:off x="10002960" y="509760"/>
            <a:ext cx="338760" cy="13608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5 / 17</a:t>
            </a:r>
            <a:endParaRPr lang="en-US" sz="920" b="0" u="none" strike="noStrike">
              <a:solidFill>
                <a:srgbClr val="000000"/>
              </a:solidFill>
              <a:effectLst/>
              <a:uFillTx/>
              <a:latin typeface="Times New Roman"/>
            </a:endParaRPr>
          </a:p>
        </p:txBody>
      </p:sp>
      <p:sp>
        <p:nvSpPr>
          <p:cNvPr id="186" name="テキスト ボックス 185"/>
          <p:cNvSpPr txBox="1"/>
          <p:nvPr/>
        </p:nvSpPr>
        <p:spPr>
          <a:xfrm>
            <a:off x="401040" y="1048320"/>
            <a:ext cx="9964440" cy="244080"/>
          </a:xfrm>
          <a:prstGeom prst="rect">
            <a:avLst/>
          </a:prstGeom>
          <a:noFill/>
          <a:ln w="0">
            <a:noFill/>
          </a:ln>
        </p:spPr>
        <p:txBody>
          <a:bodyPr wrap="none" lIns="0" tIns="0" rIns="0" bIns="0" anchor="t">
            <a:spAutoFit/>
          </a:bodyPr>
          <a:lstStyle/>
          <a:p>
            <a:r>
              <a:rPr lang="en-US" sz="1320" b="0" u="none" strike="noStrike">
                <a:solidFill>
                  <a:srgbClr val="D1D5DC"/>
                </a:solidFill>
                <a:effectLst/>
                <a:uFillTx/>
                <a:latin typeface="NotoSansJP"/>
                <a:ea typeface="NotoSansJP"/>
              </a:rPr>
              <a:t>AI</a:t>
            </a:r>
            <a:r>
              <a:rPr lang="zh-CN" sz="1320" b="0" u="none" strike="noStrike">
                <a:solidFill>
                  <a:srgbClr val="D1D5DC"/>
                </a:solidFill>
                <a:effectLst/>
                <a:uFillTx/>
                <a:latin typeface="NotoSansJP"/>
                <a:ea typeface="NotoSansJP"/>
              </a:rPr>
              <a:t>、特にディープラーニングを用いた画像認識技術は自動車の</a:t>
            </a:r>
            <a:r>
              <a:rPr lang="zh-CN" sz="1320" b="0" u="none" strike="noStrike">
                <a:solidFill>
                  <a:srgbClr val="FF0000"/>
                </a:solidFill>
                <a:effectLst/>
                <a:uFillTx/>
                <a:latin typeface="NotoSansJP"/>
                <a:ea typeface="NotoSansJP"/>
              </a:rPr>
              <a:t>「目」</a:t>
            </a:r>
            <a:r>
              <a:rPr lang="zh-CN" sz="1320" b="0" u="none" strike="noStrike">
                <a:solidFill>
                  <a:srgbClr val="D1D5DC"/>
                </a:solidFill>
                <a:effectLst/>
                <a:uFillTx/>
                <a:latin typeface="NotoSansJP"/>
                <a:ea typeface="NotoSansJP"/>
              </a:rPr>
              <a:t>の役割を担い、 ヒューマンエラーによる事故リスクを低減し、</a:t>
            </a:r>
            <a:endParaRPr lang="en-US" sz="1320" b="0" u="none" strike="noStrike">
              <a:solidFill>
                <a:srgbClr val="000000"/>
              </a:solidFill>
              <a:effectLst/>
              <a:uFillTx/>
              <a:latin typeface="Times New Roman"/>
            </a:endParaRPr>
          </a:p>
        </p:txBody>
      </p:sp>
      <p:sp>
        <p:nvSpPr>
          <p:cNvPr id="187" name="フリーフォーム: 図形 186"/>
          <p:cNvSpPr/>
          <p:nvPr/>
        </p:nvSpPr>
        <p:spPr>
          <a:xfrm>
            <a:off x="902520" y="1896840"/>
            <a:ext cx="334440" cy="334440"/>
          </a:xfrm>
          <a:custGeom>
            <a:avLst/>
            <a:gdLst/>
            <a:ahLst/>
            <a:cxnLst/>
            <a:rect l="0" t="0" r="r" b="b"/>
            <a:pathLst>
              <a:path w="929" h="929">
                <a:moveTo>
                  <a:pt x="0" y="464"/>
                </a:moveTo>
                <a:cubicBezTo>
                  <a:pt x="0" y="403"/>
                  <a:pt x="11" y="343"/>
                  <a:pt x="35" y="286"/>
                </a:cubicBezTo>
                <a:cubicBezTo>
                  <a:pt x="58" y="230"/>
                  <a:pt x="92" y="179"/>
                  <a:pt x="135" y="136"/>
                </a:cubicBezTo>
                <a:cubicBezTo>
                  <a:pt x="179" y="92"/>
                  <a:pt x="229" y="59"/>
                  <a:pt x="286" y="35"/>
                </a:cubicBezTo>
                <a:cubicBezTo>
                  <a:pt x="343" y="12"/>
                  <a:pt x="402" y="0"/>
                  <a:pt x="464" y="0"/>
                </a:cubicBezTo>
                <a:cubicBezTo>
                  <a:pt x="525" y="0"/>
                  <a:pt x="585" y="12"/>
                  <a:pt x="641" y="35"/>
                </a:cubicBezTo>
                <a:cubicBezTo>
                  <a:pt x="698" y="59"/>
                  <a:pt x="750" y="92"/>
                  <a:pt x="793" y="136"/>
                </a:cubicBezTo>
                <a:cubicBezTo>
                  <a:pt x="837" y="179"/>
                  <a:pt x="870" y="230"/>
                  <a:pt x="894" y="286"/>
                </a:cubicBezTo>
                <a:cubicBezTo>
                  <a:pt x="917" y="343"/>
                  <a:pt x="929" y="403"/>
                  <a:pt x="929" y="464"/>
                </a:cubicBezTo>
                <a:cubicBezTo>
                  <a:pt x="929" y="526"/>
                  <a:pt x="917" y="585"/>
                  <a:pt x="894" y="642"/>
                </a:cubicBezTo>
                <a:cubicBezTo>
                  <a:pt x="870" y="699"/>
                  <a:pt x="837" y="749"/>
                  <a:pt x="793" y="793"/>
                </a:cubicBezTo>
                <a:cubicBezTo>
                  <a:pt x="750" y="837"/>
                  <a:pt x="698" y="870"/>
                  <a:pt x="641" y="894"/>
                </a:cubicBezTo>
                <a:cubicBezTo>
                  <a:pt x="585" y="918"/>
                  <a:pt x="525" y="929"/>
                  <a:pt x="464" y="929"/>
                </a:cubicBezTo>
                <a:cubicBezTo>
                  <a:pt x="402" y="929"/>
                  <a:pt x="343" y="918"/>
                  <a:pt x="286" y="894"/>
                </a:cubicBezTo>
                <a:cubicBezTo>
                  <a:pt x="229" y="870"/>
                  <a:pt x="179" y="837"/>
                  <a:pt x="135" y="793"/>
                </a:cubicBezTo>
                <a:cubicBezTo>
                  <a:pt x="92" y="749"/>
                  <a:pt x="58" y="699"/>
                  <a:pt x="35" y="642"/>
                </a:cubicBezTo>
                <a:cubicBezTo>
                  <a:pt x="11" y="585"/>
                  <a:pt x="0" y="526"/>
                  <a:pt x="0" y="464"/>
                </a:cubicBezTo>
                <a:close/>
              </a:path>
            </a:pathLst>
          </a:custGeom>
          <a:solidFill>
            <a:srgbClr val="FF0000">
              <a:alpha val="10000"/>
            </a:srgbClr>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88" name="フリーフォーム: 図形 187"/>
          <p:cNvSpPr/>
          <p:nvPr/>
        </p:nvSpPr>
        <p:spPr>
          <a:xfrm>
            <a:off x="902520" y="1896840"/>
            <a:ext cx="334440" cy="334440"/>
          </a:xfrm>
          <a:custGeom>
            <a:avLst/>
            <a:gdLst/>
            <a:ahLst/>
            <a:cxnLst/>
            <a:rect l="0" t="0" r="r" b="b"/>
            <a:pathLst>
              <a:path w="929" h="929">
                <a:moveTo>
                  <a:pt x="0" y="464"/>
                </a:moveTo>
                <a:cubicBezTo>
                  <a:pt x="0" y="403"/>
                  <a:pt x="11" y="343"/>
                  <a:pt x="35" y="286"/>
                </a:cubicBezTo>
                <a:cubicBezTo>
                  <a:pt x="58" y="230"/>
                  <a:pt x="92" y="179"/>
                  <a:pt x="135" y="136"/>
                </a:cubicBezTo>
                <a:cubicBezTo>
                  <a:pt x="179" y="92"/>
                  <a:pt x="229" y="59"/>
                  <a:pt x="286" y="35"/>
                </a:cubicBezTo>
                <a:cubicBezTo>
                  <a:pt x="343" y="12"/>
                  <a:pt x="402" y="0"/>
                  <a:pt x="464" y="0"/>
                </a:cubicBezTo>
                <a:cubicBezTo>
                  <a:pt x="525" y="0"/>
                  <a:pt x="585" y="12"/>
                  <a:pt x="641" y="35"/>
                </a:cubicBezTo>
                <a:cubicBezTo>
                  <a:pt x="698" y="59"/>
                  <a:pt x="750" y="92"/>
                  <a:pt x="793" y="136"/>
                </a:cubicBezTo>
                <a:cubicBezTo>
                  <a:pt x="837" y="179"/>
                  <a:pt x="870" y="230"/>
                  <a:pt x="894" y="286"/>
                </a:cubicBezTo>
                <a:cubicBezTo>
                  <a:pt x="917" y="343"/>
                  <a:pt x="929" y="403"/>
                  <a:pt x="929" y="464"/>
                </a:cubicBezTo>
                <a:cubicBezTo>
                  <a:pt x="929" y="526"/>
                  <a:pt x="917" y="585"/>
                  <a:pt x="894" y="642"/>
                </a:cubicBezTo>
                <a:cubicBezTo>
                  <a:pt x="870" y="699"/>
                  <a:pt x="837" y="749"/>
                  <a:pt x="793" y="793"/>
                </a:cubicBezTo>
                <a:cubicBezTo>
                  <a:pt x="750" y="837"/>
                  <a:pt x="698" y="870"/>
                  <a:pt x="641" y="894"/>
                </a:cubicBezTo>
                <a:cubicBezTo>
                  <a:pt x="585" y="918"/>
                  <a:pt x="525" y="929"/>
                  <a:pt x="464" y="929"/>
                </a:cubicBezTo>
                <a:cubicBezTo>
                  <a:pt x="402" y="929"/>
                  <a:pt x="343" y="918"/>
                  <a:pt x="286" y="894"/>
                </a:cubicBezTo>
                <a:cubicBezTo>
                  <a:pt x="229" y="870"/>
                  <a:pt x="179" y="837"/>
                  <a:pt x="135" y="793"/>
                </a:cubicBezTo>
                <a:cubicBezTo>
                  <a:pt x="92" y="749"/>
                  <a:pt x="58" y="699"/>
                  <a:pt x="35" y="642"/>
                </a:cubicBezTo>
                <a:cubicBezTo>
                  <a:pt x="11" y="585"/>
                  <a:pt x="0" y="526"/>
                  <a:pt x="0" y="464"/>
                </a:cubicBezTo>
                <a:moveTo>
                  <a:pt x="464" y="46"/>
                </a:moveTo>
                <a:cubicBezTo>
                  <a:pt x="436" y="46"/>
                  <a:pt x="409" y="49"/>
                  <a:pt x="382" y="54"/>
                </a:cubicBezTo>
                <a:cubicBezTo>
                  <a:pt x="355" y="60"/>
                  <a:pt x="329" y="68"/>
                  <a:pt x="304" y="78"/>
                </a:cubicBezTo>
                <a:cubicBezTo>
                  <a:pt x="279" y="89"/>
                  <a:pt x="254" y="101"/>
                  <a:pt x="232" y="117"/>
                </a:cubicBezTo>
                <a:cubicBezTo>
                  <a:pt x="209" y="132"/>
                  <a:pt x="188" y="149"/>
                  <a:pt x="168" y="169"/>
                </a:cubicBezTo>
                <a:cubicBezTo>
                  <a:pt x="149" y="188"/>
                  <a:pt x="132" y="209"/>
                  <a:pt x="116" y="232"/>
                </a:cubicBezTo>
                <a:cubicBezTo>
                  <a:pt x="101" y="255"/>
                  <a:pt x="88" y="279"/>
                  <a:pt x="78" y="304"/>
                </a:cubicBezTo>
                <a:cubicBezTo>
                  <a:pt x="67" y="330"/>
                  <a:pt x="59" y="356"/>
                  <a:pt x="54" y="383"/>
                </a:cubicBezTo>
                <a:cubicBezTo>
                  <a:pt x="49" y="410"/>
                  <a:pt x="46" y="437"/>
                  <a:pt x="46" y="464"/>
                </a:cubicBezTo>
                <a:cubicBezTo>
                  <a:pt x="46" y="492"/>
                  <a:pt x="49" y="519"/>
                  <a:pt x="54" y="546"/>
                </a:cubicBezTo>
                <a:cubicBezTo>
                  <a:pt x="59" y="573"/>
                  <a:pt x="67" y="599"/>
                  <a:pt x="78" y="624"/>
                </a:cubicBezTo>
                <a:cubicBezTo>
                  <a:pt x="88" y="649"/>
                  <a:pt x="101" y="673"/>
                  <a:pt x="116" y="696"/>
                </a:cubicBezTo>
                <a:cubicBezTo>
                  <a:pt x="132" y="719"/>
                  <a:pt x="149" y="740"/>
                  <a:pt x="168" y="760"/>
                </a:cubicBezTo>
                <a:cubicBezTo>
                  <a:pt x="188" y="780"/>
                  <a:pt x="209" y="797"/>
                  <a:pt x="232" y="813"/>
                </a:cubicBezTo>
                <a:cubicBezTo>
                  <a:pt x="254" y="828"/>
                  <a:pt x="279" y="841"/>
                  <a:pt x="304" y="851"/>
                </a:cubicBezTo>
                <a:cubicBezTo>
                  <a:pt x="329" y="862"/>
                  <a:pt x="355" y="870"/>
                  <a:pt x="382" y="875"/>
                </a:cubicBezTo>
                <a:cubicBezTo>
                  <a:pt x="409" y="880"/>
                  <a:pt x="436" y="883"/>
                  <a:pt x="464" y="883"/>
                </a:cubicBezTo>
                <a:cubicBezTo>
                  <a:pt x="491" y="883"/>
                  <a:pt x="518" y="880"/>
                  <a:pt x="545" y="875"/>
                </a:cubicBezTo>
                <a:cubicBezTo>
                  <a:pt x="572" y="870"/>
                  <a:pt x="598" y="862"/>
                  <a:pt x="624" y="851"/>
                </a:cubicBezTo>
                <a:cubicBezTo>
                  <a:pt x="649" y="841"/>
                  <a:pt x="673" y="828"/>
                  <a:pt x="696" y="813"/>
                </a:cubicBezTo>
                <a:cubicBezTo>
                  <a:pt x="719" y="797"/>
                  <a:pt x="740" y="780"/>
                  <a:pt x="760" y="760"/>
                </a:cubicBezTo>
                <a:cubicBezTo>
                  <a:pt x="780" y="740"/>
                  <a:pt x="797" y="719"/>
                  <a:pt x="812" y="696"/>
                </a:cubicBezTo>
                <a:cubicBezTo>
                  <a:pt x="827" y="673"/>
                  <a:pt x="840" y="649"/>
                  <a:pt x="851" y="624"/>
                </a:cubicBezTo>
                <a:cubicBezTo>
                  <a:pt x="861" y="599"/>
                  <a:pt x="869" y="573"/>
                  <a:pt x="875" y="546"/>
                </a:cubicBezTo>
                <a:cubicBezTo>
                  <a:pt x="880" y="519"/>
                  <a:pt x="883" y="492"/>
                  <a:pt x="883" y="464"/>
                </a:cubicBezTo>
                <a:cubicBezTo>
                  <a:pt x="883" y="437"/>
                  <a:pt x="880" y="410"/>
                  <a:pt x="875" y="383"/>
                </a:cubicBezTo>
                <a:cubicBezTo>
                  <a:pt x="869" y="356"/>
                  <a:pt x="861" y="330"/>
                  <a:pt x="851" y="304"/>
                </a:cubicBezTo>
                <a:cubicBezTo>
                  <a:pt x="840" y="279"/>
                  <a:pt x="827" y="255"/>
                  <a:pt x="812" y="232"/>
                </a:cubicBezTo>
                <a:cubicBezTo>
                  <a:pt x="797" y="209"/>
                  <a:pt x="780" y="188"/>
                  <a:pt x="760" y="169"/>
                </a:cubicBezTo>
                <a:cubicBezTo>
                  <a:pt x="740" y="149"/>
                  <a:pt x="719" y="132"/>
                  <a:pt x="696" y="117"/>
                </a:cubicBezTo>
                <a:cubicBezTo>
                  <a:pt x="673" y="101"/>
                  <a:pt x="649" y="89"/>
                  <a:pt x="624" y="78"/>
                </a:cubicBezTo>
                <a:cubicBezTo>
                  <a:pt x="598" y="68"/>
                  <a:pt x="572" y="60"/>
                  <a:pt x="545" y="54"/>
                </a:cubicBezTo>
                <a:cubicBezTo>
                  <a:pt x="518" y="49"/>
                  <a:pt x="491" y="46"/>
                  <a:pt x="464" y="46"/>
                </a:cubicBezTo>
                <a:close/>
              </a:path>
            </a:pathLst>
          </a:custGeom>
          <a:solidFill>
            <a:srgbClr val="FF0000">
              <a:alpha val="30000"/>
            </a:srgbClr>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89" name="テキスト ボックス 188"/>
          <p:cNvSpPr txBox="1"/>
          <p:nvPr/>
        </p:nvSpPr>
        <p:spPr>
          <a:xfrm>
            <a:off x="401040" y="1324080"/>
            <a:ext cx="251532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より高度な安全性を実現します。</a:t>
            </a:r>
            <a:endParaRPr lang="en-US" sz="1320" b="0" u="none" strike="noStrike">
              <a:solidFill>
                <a:srgbClr val="000000"/>
              </a:solidFill>
              <a:effectLst/>
              <a:uFillTx/>
              <a:latin typeface="Times New Roman"/>
            </a:endParaRPr>
          </a:p>
        </p:txBody>
      </p:sp>
      <p:sp>
        <p:nvSpPr>
          <p:cNvPr id="190" name="テキスト ボックス 189"/>
          <p:cNvSpPr txBox="1"/>
          <p:nvPr/>
        </p:nvSpPr>
        <p:spPr>
          <a:xfrm>
            <a:off x="1032120" y="1998360"/>
            <a:ext cx="133200" cy="15732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1</a:t>
            </a:r>
            <a:endParaRPr lang="en-US" sz="1050" b="0" u="none" strike="noStrike">
              <a:solidFill>
                <a:srgbClr val="000000"/>
              </a:solidFill>
              <a:effectLst/>
              <a:uFillTx/>
              <a:latin typeface="Times New Roman"/>
            </a:endParaRPr>
          </a:p>
        </p:txBody>
      </p:sp>
      <p:sp>
        <p:nvSpPr>
          <p:cNvPr id="191" name="フリーフォーム: 図形 190"/>
          <p:cNvSpPr/>
          <p:nvPr/>
        </p:nvSpPr>
        <p:spPr>
          <a:xfrm>
            <a:off x="818640" y="2565360"/>
            <a:ext cx="501840" cy="501840"/>
          </a:xfrm>
          <a:custGeom>
            <a:avLst/>
            <a:gdLst/>
            <a:ahLst/>
            <a:cxnLst/>
            <a:rect l="0" t="0" r="r" b="b"/>
            <a:pathLst>
              <a:path w="1394" h="1394">
                <a:moveTo>
                  <a:pt x="1394" y="697"/>
                </a:moveTo>
                <a:cubicBezTo>
                  <a:pt x="1394" y="720"/>
                  <a:pt x="1393" y="743"/>
                  <a:pt x="1391" y="766"/>
                </a:cubicBezTo>
                <a:cubicBezTo>
                  <a:pt x="1389" y="788"/>
                  <a:pt x="1385" y="811"/>
                  <a:pt x="1381" y="833"/>
                </a:cubicBezTo>
                <a:cubicBezTo>
                  <a:pt x="1376" y="856"/>
                  <a:pt x="1371" y="878"/>
                  <a:pt x="1364" y="899"/>
                </a:cubicBezTo>
                <a:cubicBezTo>
                  <a:pt x="1358" y="921"/>
                  <a:pt x="1350" y="943"/>
                  <a:pt x="1341" y="964"/>
                </a:cubicBezTo>
                <a:cubicBezTo>
                  <a:pt x="1332" y="985"/>
                  <a:pt x="1323" y="1005"/>
                  <a:pt x="1312" y="1026"/>
                </a:cubicBezTo>
                <a:cubicBezTo>
                  <a:pt x="1301" y="1046"/>
                  <a:pt x="1289" y="1065"/>
                  <a:pt x="1277" y="1084"/>
                </a:cubicBezTo>
                <a:cubicBezTo>
                  <a:pt x="1264" y="1103"/>
                  <a:pt x="1251" y="1121"/>
                  <a:pt x="1236" y="1139"/>
                </a:cubicBezTo>
                <a:cubicBezTo>
                  <a:pt x="1222" y="1157"/>
                  <a:pt x="1205" y="1174"/>
                  <a:pt x="1189" y="1190"/>
                </a:cubicBezTo>
                <a:cubicBezTo>
                  <a:pt x="1173" y="1206"/>
                  <a:pt x="1156" y="1221"/>
                  <a:pt x="1139" y="1236"/>
                </a:cubicBezTo>
                <a:cubicBezTo>
                  <a:pt x="1121" y="1250"/>
                  <a:pt x="1103" y="1264"/>
                  <a:pt x="1084" y="1276"/>
                </a:cubicBezTo>
                <a:cubicBezTo>
                  <a:pt x="1065" y="1289"/>
                  <a:pt x="1045" y="1301"/>
                  <a:pt x="1025" y="1311"/>
                </a:cubicBezTo>
                <a:cubicBezTo>
                  <a:pt x="1005" y="1322"/>
                  <a:pt x="984" y="1332"/>
                  <a:pt x="963" y="1341"/>
                </a:cubicBezTo>
                <a:cubicBezTo>
                  <a:pt x="942" y="1349"/>
                  <a:pt x="921" y="1357"/>
                  <a:pt x="899" y="1364"/>
                </a:cubicBezTo>
                <a:cubicBezTo>
                  <a:pt x="877" y="1370"/>
                  <a:pt x="855" y="1376"/>
                  <a:pt x="833" y="1380"/>
                </a:cubicBezTo>
                <a:cubicBezTo>
                  <a:pt x="810" y="1385"/>
                  <a:pt x="788" y="1388"/>
                  <a:pt x="765" y="1390"/>
                </a:cubicBezTo>
                <a:cubicBezTo>
                  <a:pt x="742" y="1393"/>
                  <a:pt x="720" y="1394"/>
                  <a:pt x="697" y="1394"/>
                </a:cubicBezTo>
                <a:cubicBezTo>
                  <a:pt x="674" y="1394"/>
                  <a:pt x="651" y="1393"/>
                  <a:pt x="629" y="1390"/>
                </a:cubicBezTo>
                <a:cubicBezTo>
                  <a:pt x="606" y="1388"/>
                  <a:pt x="583" y="1385"/>
                  <a:pt x="561" y="1380"/>
                </a:cubicBezTo>
                <a:cubicBezTo>
                  <a:pt x="539" y="1376"/>
                  <a:pt x="516" y="1370"/>
                  <a:pt x="495" y="1364"/>
                </a:cubicBezTo>
                <a:cubicBezTo>
                  <a:pt x="473" y="1357"/>
                  <a:pt x="451" y="1349"/>
                  <a:pt x="430" y="1341"/>
                </a:cubicBezTo>
                <a:cubicBezTo>
                  <a:pt x="409" y="1332"/>
                  <a:pt x="389" y="1322"/>
                  <a:pt x="368" y="1311"/>
                </a:cubicBezTo>
                <a:cubicBezTo>
                  <a:pt x="348" y="1301"/>
                  <a:pt x="329" y="1289"/>
                  <a:pt x="310" y="1276"/>
                </a:cubicBezTo>
                <a:cubicBezTo>
                  <a:pt x="291" y="1264"/>
                  <a:pt x="273" y="1250"/>
                  <a:pt x="255" y="1236"/>
                </a:cubicBezTo>
                <a:cubicBezTo>
                  <a:pt x="237" y="1221"/>
                  <a:pt x="220" y="1206"/>
                  <a:pt x="204" y="1190"/>
                </a:cubicBezTo>
                <a:cubicBezTo>
                  <a:pt x="188" y="1174"/>
                  <a:pt x="173" y="1157"/>
                  <a:pt x="158" y="1139"/>
                </a:cubicBezTo>
                <a:cubicBezTo>
                  <a:pt x="144" y="1121"/>
                  <a:pt x="130" y="1103"/>
                  <a:pt x="118" y="1084"/>
                </a:cubicBezTo>
                <a:cubicBezTo>
                  <a:pt x="105" y="1065"/>
                  <a:pt x="93" y="1046"/>
                  <a:pt x="83" y="1026"/>
                </a:cubicBezTo>
                <a:cubicBezTo>
                  <a:pt x="72" y="1005"/>
                  <a:pt x="62" y="985"/>
                  <a:pt x="53" y="964"/>
                </a:cubicBezTo>
                <a:cubicBezTo>
                  <a:pt x="45" y="943"/>
                  <a:pt x="37" y="921"/>
                  <a:pt x="30" y="899"/>
                </a:cubicBezTo>
                <a:cubicBezTo>
                  <a:pt x="24" y="878"/>
                  <a:pt x="18" y="856"/>
                  <a:pt x="14" y="833"/>
                </a:cubicBezTo>
                <a:cubicBezTo>
                  <a:pt x="9" y="811"/>
                  <a:pt x="6" y="788"/>
                  <a:pt x="4" y="766"/>
                </a:cubicBezTo>
                <a:cubicBezTo>
                  <a:pt x="1" y="743"/>
                  <a:pt x="0" y="720"/>
                  <a:pt x="0" y="697"/>
                </a:cubicBezTo>
                <a:cubicBezTo>
                  <a:pt x="0" y="674"/>
                  <a:pt x="1" y="652"/>
                  <a:pt x="4" y="629"/>
                </a:cubicBezTo>
                <a:cubicBezTo>
                  <a:pt x="6" y="606"/>
                  <a:pt x="9" y="584"/>
                  <a:pt x="14" y="561"/>
                </a:cubicBezTo>
                <a:cubicBezTo>
                  <a:pt x="18" y="539"/>
                  <a:pt x="24" y="516"/>
                  <a:pt x="30" y="494"/>
                </a:cubicBezTo>
                <a:cubicBezTo>
                  <a:pt x="37" y="472"/>
                  <a:pt x="45" y="451"/>
                  <a:pt x="53" y="430"/>
                </a:cubicBezTo>
                <a:cubicBezTo>
                  <a:pt x="62" y="409"/>
                  <a:pt x="72" y="388"/>
                  <a:pt x="83" y="368"/>
                </a:cubicBezTo>
                <a:cubicBezTo>
                  <a:pt x="93" y="348"/>
                  <a:pt x="105" y="328"/>
                  <a:pt x="118" y="309"/>
                </a:cubicBezTo>
                <a:cubicBezTo>
                  <a:pt x="130" y="290"/>
                  <a:pt x="144" y="272"/>
                  <a:pt x="158" y="255"/>
                </a:cubicBezTo>
                <a:cubicBezTo>
                  <a:pt x="173" y="237"/>
                  <a:pt x="188" y="220"/>
                  <a:pt x="204" y="204"/>
                </a:cubicBezTo>
                <a:cubicBezTo>
                  <a:pt x="220" y="188"/>
                  <a:pt x="237" y="172"/>
                  <a:pt x="255" y="158"/>
                </a:cubicBezTo>
                <a:cubicBezTo>
                  <a:pt x="273" y="144"/>
                  <a:pt x="291" y="130"/>
                  <a:pt x="310" y="117"/>
                </a:cubicBezTo>
                <a:cubicBezTo>
                  <a:pt x="329" y="105"/>
                  <a:pt x="348" y="93"/>
                  <a:pt x="368" y="82"/>
                </a:cubicBezTo>
                <a:cubicBezTo>
                  <a:pt x="389" y="71"/>
                  <a:pt x="409" y="62"/>
                  <a:pt x="430" y="53"/>
                </a:cubicBezTo>
                <a:cubicBezTo>
                  <a:pt x="451" y="44"/>
                  <a:pt x="473" y="37"/>
                  <a:pt x="495" y="30"/>
                </a:cubicBezTo>
                <a:cubicBezTo>
                  <a:pt x="516" y="23"/>
                  <a:pt x="539" y="18"/>
                  <a:pt x="561" y="13"/>
                </a:cubicBezTo>
                <a:cubicBezTo>
                  <a:pt x="583" y="9"/>
                  <a:pt x="606" y="5"/>
                  <a:pt x="629" y="3"/>
                </a:cubicBezTo>
                <a:cubicBezTo>
                  <a:pt x="651" y="1"/>
                  <a:pt x="674" y="0"/>
                  <a:pt x="697" y="0"/>
                </a:cubicBezTo>
                <a:cubicBezTo>
                  <a:pt x="720" y="0"/>
                  <a:pt x="742" y="1"/>
                  <a:pt x="765" y="3"/>
                </a:cubicBezTo>
                <a:cubicBezTo>
                  <a:pt x="788" y="5"/>
                  <a:pt x="810" y="9"/>
                  <a:pt x="833" y="13"/>
                </a:cubicBezTo>
                <a:cubicBezTo>
                  <a:pt x="855" y="18"/>
                  <a:pt x="877" y="23"/>
                  <a:pt x="899" y="30"/>
                </a:cubicBezTo>
                <a:cubicBezTo>
                  <a:pt x="921" y="37"/>
                  <a:pt x="942" y="44"/>
                  <a:pt x="963" y="53"/>
                </a:cubicBezTo>
                <a:cubicBezTo>
                  <a:pt x="984" y="62"/>
                  <a:pt x="1005" y="71"/>
                  <a:pt x="1025" y="82"/>
                </a:cubicBezTo>
                <a:cubicBezTo>
                  <a:pt x="1045" y="93"/>
                  <a:pt x="1065" y="105"/>
                  <a:pt x="1084" y="117"/>
                </a:cubicBezTo>
                <a:cubicBezTo>
                  <a:pt x="1103" y="130"/>
                  <a:pt x="1121" y="144"/>
                  <a:pt x="1139" y="158"/>
                </a:cubicBezTo>
                <a:cubicBezTo>
                  <a:pt x="1156" y="172"/>
                  <a:pt x="1173" y="188"/>
                  <a:pt x="1189" y="204"/>
                </a:cubicBezTo>
                <a:cubicBezTo>
                  <a:pt x="1205" y="220"/>
                  <a:pt x="1222" y="237"/>
                  <a:pt x="1236" y="255"/>
                </a:cubicBezTo>
                <a:cubicBezTo>
                  <a:pt x="1251" y="272"/>
                  <a:pt x="1264" y="290"/>
                  <a:pt x="1277" y="309"/>
                </a:cubicBezTo>
                <a:cubicBezTo>
                  <a:pt x="1289" y="328"/>
                  <a:pt x="1301" y="348"/>
                  <a:pt x="1312" y="368"/>
                </a:cubicBezTo>
                <a:cubicBezTo>
                  <a:pt x="1323" y="388"/>
                  <a:pt x="1332" y="409"/>
                  <a:pt x="1341" y="430"/>
                </a:cubicBezTo>
                <a:cubicBezTo>
                  <a:pt x="1350" y="451"/>
                  <a:pt x="1358" y="472"/>
                  <a:pt x="1364" y="494"/>
                </a:cubicBezTo>
                <a:cubicBezTo>
                  <a:pt x="1371" y="516"/>
                  <a:pt x="1376" y="539"/>
                  <a:pt x="1381" y="561"/>
                </a:cubicBezTo>
                <a:cubicBezTo>
                  <a:pt x="1385" y="584"/>
                  <a:pt x="1389" y="606"/>
                  <a:pt x="1391" y="629"/>
                </a:cubicBezTo>
                <a:cubicBezTo>
                  <a:pt x="1393" y="652"/>
                  <a:pt x="1394" y="674"/>
                  <a:pt x="1394" y="697"/>
                </a:cubicBezTo>
                <a:close/>
              </a:path>
            </a:pathLst>
          </a:custGeom>
          <a:solidFill>
            <a:srgbClr val="C0C0C0">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192" name="図 191"/>
          <p:cNvPicPr/>
          <p:nvPr/>
        </p:nvPicPr>
        <p:blipFill>
          <a:blip r:embed="rId3"/>
          <a:stretch/>
        </p:blipFill>
        <p:spPr>
          <a:xfrm>
            <a:off x="969480" y="2715840"/>
            <a:ext cx="200160" cy="200160"/>
          </a:xfrm>
          <a:prstGeom prst="rect">
            <a:avLst/>
          </a:prstGeom>
          <a:noFill/>
          <a:ln w="0">
            <a:noFill/>
          </a:ln>
        </p:spPr>
      </p:pic>
      <p:sp>
        <p:nvSpPr>
          <p:cNvPr id="193" name="テキスト ボックス 192"/>
          <p:cNvSpPr txBox="1"/>
          <p:nvPr/>
        </p:nvSpPr>
        <p:spPr>
          <a:xfrm>
            <a:off x="735480" y="2332800"/>
            <a:ext cx="67140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データ収集</a:t>
            </a:r>
            <a:endParaRPr lang="en-US" sz="1050" b="0" u="none" strike="noStrike">
              <a:solidFill>
                <a:srgbClr val="000000"/>
              </a:solidFill>
              <a:effectLst/>
              <a:uFillTx/>
              <a:latin typeface="Times New Roman"/>
            </a:endParaRPr>
          </a:p>
        </p:txBody>
      </p:sp>
      <p:sp>
        <p:nvSpPr>
          <p:cNvPr id="194" name="テキスト ボックス 193"/>
          <p:cNvSpPr txBox="1"/>
          <p:nvPr/>
        </p:nvSpPr>
        <p:spPr>
          <a:xfrm>
            <a:off x="484560" y="3159000"/>
            <a:ext cx="1174320" cy="169560"/>
          </a:xfrm>
          <a:prstGeom prst="rect">
            <a:avLst/>
          </a:prstGeom>
          <a:noFill/>
          <a:ln w="0">
            <a:noFill/>
          </a:ln>
        </p:spPr>
        <p:txBody>
          <a:bodyPr wrap="none" lIns="0" tIns="0" rIns="0" bIns="0" anchor="t">
            <a:spAutoFit/>
          </a:bodyPr>
          <a:lstStyle/>
          <a:p>
            <a:r>
              <a:rPr lang="zh-CN" sz="920" b="0" u="none" strike="noStrike">
                <a:solidFill>
                  <a:srgbClr val="FFFFFF"/>
                </a:solidFill>
                <a:effectLst/>
                <a:uFillTx/>
                <a:latin typeface="NotoSansJP"/>
                <a:ea typeface="NotoSansJP"/>
              </a:rPr>
              <a:t>カメラ‧センサーから</a:t>
            </a:r>
            <a:endParaRPr lang="en-US" sz="920" b="0" u="none" strike="noStrike">
              <a:solidFill>
                <a:srgbClr val="000000"/>
              </a:solidFill>
              <a:effectLst/>
              <a:uFillTx/>
              <a:latin typeface="Times New Roman"/>
            </a:endParaRPr>
          </a:p>
        </p:txBody>
      </p:sp>
      <p:sp>
        <p:nvSpPr>
          <p:cNvPr id="195" name="フリーフォーム: 図形 194"/>
          <p:cNvSpPr/>
          <p:nvPr/>
        </p:nvSpPr>
        <p:spPr>
          <a:xfrm>
            <a:off x="3751920" y="1896840"/>
            <a:ext cx="334800" cy="334440"/>
          </a:xfrm>
          <a:custGeom>
            <a:avLst/>
            <a:gdLst/>
            <a:ahLst/>
            <a:cxnLst/>
            <a:rect l="0" t="0" r="r" b="b"/>
            <a:pathLst>
              <a:path w="930" h="929">
                <a:moveTo>
                  <a:pt x="35" y="286"/>
                </a:moveTo>
                <a:cubicBezTo>
                  <a:pt x="59" y="230"/>
                  <a:pt x="93" y="179"/>
                  <a:pt x="136" y="136"/>
                </a:cubicBezTo>
                <a:cubicBezTo>
                  <a:pt x="180" y="92"/>
                  <a:pt x="230" y="59"/>
                  <a:pt x="288" y="35"/>
                </a:cubicBezTo>
                <a:cubicBezTo>
                  <a:pt x="345" y="12"/>
                  <a:pt x="404" y="0"/>
                  <a:pt x="465" y="0"/>
                </a:cubicBezTo>
                <a:cubicBezTo>
                  <a:pt x="527" y="0"/>
                  <a:pt x="586" y="12"/>
                  <a:pt x="643" y="35"/>
                </a:cubicBezTo>
                <a:cubicBezTo>
                  <a:pt x="700" y="59"/>
                  <a:pt x="750" y="92"/>
                  <a:pt x="794" y="136"/>
                </a:cubicBezTo>
                <a:cubicBezTo>
                  <a:pt x="837" y="179"/>
                  <a:pt x="871" y="230"/>
                  <a:pt x="894" y="286"/>
                </a:cubicBezTo>
                <a:cubicBezTo>
                  <a:pt x="918" y="343"/>
                  <a:pt x="930" y="403"/>
                  <a:pt x="930" y="464"/>
                </a:cubicBezTo>
                <a:cubicBezTo>
                  <a:pt x="930" y="526"/>
                  <a:pt x="918" y="585"/>
                  <a:pt x="894" y="642"/>
                </a:cubicBezTo>
                <a:cubicBezTo>
                  <a:pt x="871" y="699"/>
                  <a:pt x="837" y="749"/>
                  <a:pt x="794" y="793"/>
                </a:cubicBezTo>
                <a:cubicBezTo>
                  <a:pt x="750" y="837"/>
                  <a:pt x="700" y="870"/>
                  <a:pt x="643" y="894"/>
                </a:cubicBezTo>
                <a:cubicBezTo>
                  <a:pt x="586" y="918"/>
                  <a:pt x="527" y="929"/>
                  <a:pt x="465" y="929"/>
                </a:cubicBezTo>
                <a:cubicBezTo>
                  <a:pt x="404" y="929"/>
                  <a:pt x="345" y="918"/>
                  <a:pt x="288" y="894"/>
                </a:cubicBezTo>
                <a:cubicBezTo>
                  <a:pt x="230" y="870"/>
                  <a:pt x="180" y="837"/>
                  <a:pt x="136" y="793"/>
                </a:cubicBezTo>
                <a:cubicBezTo>
                  <a:pt x="93" y="749"/>
                  <a:pt x="59" y="699"/>
                  <a:pt x="35" y="642"/>
                </a:cubicBezTo>
                <a:cubicBezTo>
                  <a:pt x="12" y="585"/>
                  <a:pt x="0" y="526"/>
                  <a:pt x="0" y="464"/>
                </a:cubicBezTo>
                <a:cubicBezTo>
                  <a:pt x="0" y="403"/>
                  <a:pt x="12" y="343"/>
                  <a:pt x="35" y="286"/>
                </a:cubicBezTo>
                <a:close/>
              </a:path>
            </a:pathLst>
          </a:custGeom>
          <a:solidFill>
            <a:srgbClr val="FF0000">
              <a:alpha val="10000"/>
            </a:srgbClr>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96" name="フリーフォーム: 図形 195"/>
          <p:cNvSpPr/>
          <p:nvPr/>
        </p:nvSpPr>
        <p:spPr>
          <a:xfrm>
            <a:off x="3751920" y="1896840"/>
            <a:ext cx="334800" cy="334440"/>
          </a:xfrm>
          <a:custGeom>
            <a:avLst/>
            <a:gdLst/>
            <a:ahLst/>
            <a:cxnLst/>
            <a:rect l="0" t="0" r="r" b="b"/>
            <a:pathLst>
              <a:path w="930" h="929">
                <a:moveTo>
                  <a:pt x="0" y="464"/>
                </a:moveTo>
                <a:cubicBezTo>
                  <a:pt x="0" y="403"/>
                  <a:pt x="12" y="343"/>
                  <a:pt x="35" y="286"/>
                </a:cubicBezTo>
                <a:cubicBezTo>
                  <a:pt x="59" y="230"/>
                  <a:pt x="93" y="179"/>
                  <a:pt x="136" y="136"/>
                </a:cubicBezTo>
                <a:cubicBezTo>
                  <a:pt x="180" y="92"/>
                  <a:pt x="230" y="59"/>
                  <a:pt x="288" y="35"/>
                </a:cubicBezTo>
                <a:cubicBezTo>
                  <a:pt x="345" y="12"/>
                  <a:pt x="404" y="0"/>
                  <a:pt x="465" y="0"/>
                </a:cubicBezTo>
                <a:cubicBezTo>
                  <a:pt x="527" y="0"/>
                  <a:pt x="586" y="12"/>
                  <a:pt x="643" y="35"/>
                </a:cubicBezTo>
                <a:cubicBezTo>
                  <a:pt x="700" y="59"/>
                  <a:pt x="750" y="92"/>
                  <a:pt x="794" y="136"/>
                </a:cubicBezTo>
                <a:cubicBezTo>
                  <a:pt x="837" y="179"/>
                  <a:pt x="871" y="230"/>
                  <a:pt x="894" y="286"/>
                </a:cubicBezTo>
                <a:cubicBezTo>
                  <a:pt x="918" y="343"/>
                  <a:pt x="930" y="403"/>
                  <a:pt x="930" y="464"/>
                </a:cubicBezTo>
                <a:cubicBezTo>
                  <a:pt x="930" y="526"/>
                  <a:pt x="918" y="585"/>
                  <a:pt x="894" y="642"/>
                </a:cubicBezTo>
                <a:cubicBezTo>
                  <a:pt x="871" y="699"/>
                  <a:pt x="837" y="749"/>
                  <a:pt x="794" y="793"/>
                </a:cubicBezTo>
                <a:cubicBezTo>
                  <a:pt x="750" y="837"/>
                  <a:pt x="700" y="870"/>
                  <a:pt x="643" y="894"/>
                </a:cubicBezTo>
                <a:cubicBezTo>
                  <a:pt x="586" y="918"/>
                  <a:pt x="527" y="929"/>
                  <a:pt x="465" y="929"/>
                </a:cubicBezTo>
                <a:cubicBezTo>
                  <a:pt x="404" y="929"/>
                  <a:pt x="345" y="918"/>
                  <a:pt x="288" y="894"/>
                </a:cubicBezTo>
                <a:cubicBezTo>
                  <a:pt x="230" y="870"/>
                  <a:pt x="180" y="837"/>
                  <a:pt x="136" y="793"/>
                </a:cubicBezTo>
                <a:cubicBezTo>
                  <a:pt x="93" y="749"/>
                  <a:pt x="59" y="699"/>
                  <a:pt x="35" y="642"/>
                </a:cubicBezTo>
                <a:cubicBezTo>
                  <a:pt x="12" y="585"/>
                  <a:pt x="0" y="526"/>
                  <a:pt x="0" y="464"/>
                </a:cubicBezTo>
                <a:moveTo>
                  <a:pt x="465" y="46"/>
                </a:moveTo>
                <a:cubicBezTo>
                  <a:pt x="438" y="46"/>
                  <a:pt x="411" y="49"/>
                  <a:pt x="384" y="54"/>
                </a:cubicBezTo>
                <a:cubicBezTo>
                  <a:pt x="357" y="60"/>
                  <a:pt x="331" y="68"/>
                  <a:pt x="306" y="78"/>
                </a:cubicBezTo>
                <a:cubicBezTo>
                  <a:pt x="280" y="89"/>
                  <a:pt x="256" y="101"/>
                  <a:pt x="232" y="117"/>
                </a:cubicBezTo>
                <a:cubicBezTo>
                  <a:pt x="209" y="132"/>
                  <a:pt x="188" y="149"/>
                  <a:pt x="169" y="169"/>
                </a:cubicBezTo>
                <a:cubicBezTo>
                  <a:pt x="150" y="188"/>
                  <a:pt x="132" y="209"/>
                  <a:pt x="117" y="232"/>
                </a:cubicBezTo>
                <a:cubicBezTo>
                  <a:pt x="102" y="255"/>
                  <a:pt x="89" y="279"/>
                  <a:pt x="78" y="304"/>
                </a:cubicBezTo>
                <a:cubicBezTo>
                  <a:pt x="68" y="330"/>
                  <a:pt x="60" y="356"/>
                  <a:pt x="55" y="383"/>
                </a:cubicBezTo>
                <a:cubicBezTo>
                  <a:pt x="49" y="410"/>
                  <a:pt x="47" y="437"/>
                  <a:pt x="47" y="464"/>
                </a:cubicBezTo>
                <a:cubicBezTo>
                  <a:pt x="47" y="492"/>
                  <a:pt x="49" y="519"/>
                  <a:pt x="55" y="546"/>
                </a:cubicBezTo>
                <a:cubicBezTo>
                  <a:pt x="60" y="573"/>
                  <a:pt x="68" y="599"/>
                  <a:pt x="78" y="624"/>
                </a:cubicBezTo>
                <a:cubicBezTo>
                  <a:pt x="89" y="649"/>
                  <a:pt x="102" y="673"/>
                  <a:pt x="117" y="696"/>
                </a:cubicBezTo>
                <a:cubicBezTo>
                  <a:pt x="132" y="719"/>
                  <a:pt x="150" y="740"/>
                  <a:pt x="169" y="760"/>
                </a:cubicBezTo>
                <a:cubicBezTo>
                  <a:pt x="188" y="780"/>
                  <a:pt x="209" y="797"/>
                  <a:pt x="232" y="813"/>
                </a:cubicBezTo>
                <a:cubicBezTo>
                  <a:pt x="256" y="828"/>
                  <a:pt x="280" y="841"/>
                  <a:pt x="306" y="851"/>
                </a:cubicBezTo>
                <a:cubicBezTo>
                  <a:pt x="331" y="862"/>
                  <a:pt x="357" y="870"/>
                  <a:pt x="384" y="875"/>
                </a:cubicBezTo>
                <a:cubicBezTo>
                  <a:pt x="411" y="880"/>
                  <a:pt x="438" y="883"/>
                  <a:pt x="465" y="883"/>
                </a:cubicBezTo>
                <a:cubicBezTo>
                  <a:pt x="493" y="883"/>
                  <a:pt x="520" y="880"/>
                  <a:pt x="547" y="875"/>
                </a:cubicBezTo>
                <a:cubicBezTo>
                  <a:pt x="574" y="870"/>
                  <a:pt x="600" y="862"/>
                  <a:pt x="625" y="851"/>
                </a:cubicBezTo>
                <a:cubicBezTo>
                  <a:pt x="651" y="841"/>
                  <a:pt x="675" y="828"/>
                  <a:pt x="698" y="813"/>
                </a:cubicBezTo>
                <a:cubicBezTo>
                  <a:pt x="720" y="797"/>
                  <a:pt x="741" y="780"/>
                  <a:pt x="761" y="760"/>
                </a:cubicBezTo>
                <a:cubicBezTo>
                  <a:pt x="780" y="740"/>
                  <a:pt x="798" y="719"/>
                  <a:pt x="813" y="696"/>
                </a:cubicBezTo>
                <a:cubicBezTo>
                  <a:pt x="828" y="673"/>
                  <a:pt x="841" y="649"/>
                  <a:pt x="851" y="624"/>
                </a:cubicBezTo>
                <a:cubicBezTo>
                  <a:pt x="862" y="599"/>
                  <a:pt x="870" y="573"/>
                  <a:pt x="875" y="546"/>
                </a:cubicBezTo>
                <a:cubicBezTo>
                  <a:pt x="881" y="519"/>
                  <a:pt x="883" y="492"/>
                  <a:pt x="883" y="464"/>
                </a:cubicBezTo>
                <a:cubicBezTo>
                  <a:pt x="883" y="437"/>
                  <a:pt x="881" y="410"/>
                  <a:pt x="875" y="383"/>
                </a:cubicBezTo>
                <a:cubicBezTo>
                  <a:pt x="870" y="356"/>
                  <a:pt x="862" y="330"/>
                  <a:pt x="851" y="304"/>
                </a:cubicBezTo>
                <a:cubicBezTo>
                  <a:pt x="841" y="279"/>
                  <a:pt x="828" y="255"/>
                  <a:pt x="813" y="232"/>
                </a:cubicBezTo>
                <a:cubicBezTo>
                  <a:pt x="798" y="209"/>
                  <a:pt x="780" y="188"/>
                  <a:pt x="761" y="169"/>
                </a:cubicBezTo>
                <a:cubicBezTo>
                  <a:pt x="741" y="149"/>
                  <a:pt x="720" y="132"/>
                  <a:pt x="698" y="117"/>
                </a:cubicBezTo>
                <a:cubicBezTo>
                  <a:pt x="675" y="101"/>
                  <a:pt x="651" y="89"/>
                  <a:pt x="625" y="78"/>
                </a:cubicBezTo>
                <a:cubicBezTo>
                  <a:pt x="600" y="68"/>
                  <a:pt x="574" y="60"/>
                  <a:pt x="547" y="54"/>
                </a:cubicBezTo>
                <a:cubicBezTo>
                  <a:pt x="520" y="49"/>
                  <a:pt x="493" y="46"/>
                  <a:pt x="465" y="46"/>
                </a:cubicBezTo>
                <a:close/>
              </a:path>
            </a:pathLst>
          </a:custGeom>
          <a:solidFill>
            <a:srgbClr val="FF0000">
              <a:alpha val="30000"/>
            </a:srgbClr>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97" name="テキスト ボックス 196"/>
          <p:cNvSpPr txBox="1"/>
          <p:nvPr/>
        </p:nvSpPr>
        <p:spPr>
          <a:xfrm>
            <a:off x="777240" y="3326040"/>
            <a:ext cx="587520" cy="169560"/>
          </a:xfrm>
          <a:prstGeom prst="rect">
            <a:avLst/>
          </a:prstGeom>
          <a:noFill/>
          <a:ln w="0">
            <a:noFill/>
          </a:ln>
        </p:spPr>
        <p:txBody>
          <a:bodyPr wrap="none" lIns="0" tIns="0" rIns="0" bIns="0" anchor="t">
            <a:spAutoFit/>
          </a:bodyPr>
          <a:lstStyle/>
          <a:p>
            <a:r>
              <a:rPr lang="zh-CN" sz="920" b="0" u="none" strike="noStrike">
                <a:solidFill>
                  <a:srgbClr val="FFFFFF"/>
                </a:solidFill>
                <a:effectLst/>
                <a:uFillTx/>
                <a:latin typeface="NotoSansJP"/>
                <a:ea typeface="NotoSansJP"/>
              </a:rPr>
              <a:t>情報を取得</a:t>
            </a:r>
            <a:endParaRPr lang="en-US" sz="920" b="0" u="none" strike="noStrike">
              <a:solidFill>
                <a:srgbClr val="000000"/>
              </a:solidFill>
              <a:effectLst/>
              <a:uFillTx/>
              <a:latin typeface="Times New Roman"/>
            </a:endParaRPr>
          </a:p>
        </p:txBody>
      </p:sp>
      <p:sp>
        <p:nvSpPr>
          <p:cNvPr id="198" name="テキスト ボックス 197"/>
          <p:cNvSpPr txBox="1"/>
          <p:nvPr/>
        </p:nvSpPr>
        <p:spPr>
          <a:xfrm>
            <a:off x="3884400" y="1998360"/>
            <a:ext cx="133200" cy="15732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2</a:t>
            </a:r>
            <a:endParaRPr lang="en-US" sz="1050" b="0" u="none" strike="noStrike">
              <a:solidFill>
                <a:srgbClr val="000000"/>
              </a:solidFill>
              <a:effectLst/>
              <a:uFillTx/>
              <a:latin typeface="Times New Roman"/>
            </a:endParaRPr>
          </a:p>
        </p:txBody>
      </p:sp>
      <p:sp>
        <p:nvSpPr>
          <p:cNvPr id="199" name="フリーフォーム: 図形 198"/>
          <p:cNvSpPr/>
          <p:nvPr/>
        </p:nvSpPr>
        <p:spPr>
          <a:xfrm>
            <a:off x="3668400" y="2565360"/>
            <a:ext cx="501840" cy="501840"/>
          </a:xfrm>
          <a:custGeom>
            <a:avLst/>
            <a:gdLst/>
            <a:ahLst/>
            <a:cxnLst/>
            <a:rect l="0" t="0" r="r" b="b"/>
            <a:pathLst>
              <a:path w="1394" h="1394">
                <a:moveTo>
                  <a:pt x="1394" y="697"/>
                </a:moveTo>
                <a:cubicBezTo>
                  <a:pt x="1394" y="720"/>
                  <a:pt x="1393" y="743"/>
                  <a:pt x="1390" y="766"/>
                </a:cubicBezTo>
                <a:cubicBezTo>
                  <a:pt x="1388" y="788"/>
                  <a:pt x="1385" y="811"/>
                  <a:pt x="1380" y="833"/>
                </a:cubicBezTo>
                <a:cubicBezTo>
                  <a:pt x="1376" y="856"/>
                  <a:pt x="1370" y="878"/>
                  <a:pt x="1364" y="899"/>
                </a:cubicBezTo>
                <a:cubicBezTo>
                  <a:pt x="1357" y="921"/>
                  <a:pt x="1350" y="943"/>
                  <a:pt x="1341" y="964"/>
                </a:cubicBezTo>
                <a:cubicBezTo>
                  <a:pt x="1332" y="985"/>
                  <a:pt x="1322" y="1005"/>
                  <a:pt x="1312" y="1026"/>
                </a:cubicBezTo>
                <a:cubicBezTo>
                  <a:pt x="1301" y="1046"/>
                  <a:pt x="1289" y="1065"/>
                  <a:pt x="1276" y="1084"/>
                </a:cubicBezTo>
                <a:cubicBezTo>
                  <a:pt x="1264" y="1103"/>
                  <a:pt x="1250" y="1121"/>
                  <a:pt x="1236" y="1139"/>
                </a:cubicBezTo>
                <a:cubicBezTo>
                  <a:pt x="1221" y="1157"/>
                  <a:pt x="1206" y="1174"/>
                  <a:pt x="1190" y="1190"/>
                </a:cubicBezTo>
                <a:cubicBezTo>
                  <a:pt x="1174" y="1206"/>
                  <a:pt x="1157" y="1221"/>
                  <a:pt x="1139" y="1236"/>
                </a:cubicBezTo>
                <a:cubicBezTo>
                  <a:pt x="1122" y="1250"/>
                  <a:pt x="1103" y="1264"/>
                  <a:pt x="1084" y="1276"/>
                </a:cubicBezTo>
                <a:cubicBezTo>
                  <a:pt x="1065" y="1289"/>
                  <a:pt x="1046" y="1301"/>
                  <a:pt x="1026" y="1311"/>
                </a:cubicBezTo>
                <a:cubicBezTo>
                  <a:pt x="1006" y="1322"/>
                  <a:pt x="985" y="1332"/>
                  <a:pt x="964" y="1341"/>
                </a:cubicBezTo>
                <a:cubicBezTo>
                  <a:pt x="943" y="1349"/>
                  <a:pt x="921" y="1357"/>
                  <a:pt x="900" y="1364"/>
                </a:cubicBezTo>
                <a:cubicBezTo>
                  <a:pt x="878" y="1370"/>
                  <a:pt x="856" y="1376"/>
                  <a:pt x="833" y="1380"/>
                </a:cubicBezTo>
                <a:cubicBezTo>
                  <a:pt x="811" y="1385"/>
                  <a:pt x="788" y="1388"/>
                  <a:pt x="766" y="1390"/>
                </a:cubicBezTo>
                <a:cubicBezTo>
                  <a:pt x="743" y="1393"/>
                  <a:pt x="720" y="1394"/>
                  <a:pt x="697" y="1394"/>
                </a:cubicBezTo>
                <a:cubicBezTo>
                  <a:pt x="675" y="1394"/>
                  <a:pt x="652" y="1393"/>
                  <a:pt x="629" y="1390"/>
                </a:cubicBezTo>
                <a:cubicBezTo>
                  <a:pt x="606" y="1388"/>
                  <a:pt x="584" y="1385"/>
                  <a:pt x="562" y="1380"/>
                </a:cubicBezTo>
                <a:cubicBezTo>
                  <a:pt x="539" y="1376"/>
                  <a:pt x="517" y="1370"/>
                  <a:pt x="495" y="1364"/>
                </a:cubicBezTo>
                <a:cubicBezTo>
                  <a:pt x="473" y="1357"/>
                  <a:pt x="452" y="1349"/>
                  <a:pt x="431" y="1341"/>
                </a:cubicBezTo>
                <a:cubicBezTo>
                  <a:pt x="410" y="1332"/>
                  <a:pt x="389" y="1322"/>
                  <a:pt x="369" y="1311"/>
                </a:cubicBezTo>
                <a:cubicBezTo>
                  <a:pt x="349" y="1301"/>
                  <a:pt x="329" y="1289"/>
                  <a:pt x="311" y="1276"/>
                </a:cubicBezTo>
                <a:cubicBezTo>
                  <a:pt x="292" y="1264"/>
                  <a:pt x="273" y="1250"/>
                  <a:pt x="256" y="1236"/>
                </a:cubicBezTo>
                <a:cubicBezTo>
                  <a:pt x="237" y="1221"/>
                  <a:pt x="220" y="1206"/>
                  <a:pt x="204" y="1190"/>
                </a:cubicBezTo>
                <a:cubicBezTo>
                  <a:pt x="188" y="1174"/>
                  <a:pt x="173" y="1157"/>
                  <a:pt x="158" y="1139"/>
                </a:cubicBezTo>
                <a:cubicBezTo>
                  <a:pt x="144" y="1121"/>
                  <a:pt x="130" y="1103"/>
                  <a:pt x="117" y="1084"/>
                </a:cubicBezTo>
                <a:cubicBezTo>
                  <a:pt x="105" y="1065"/>
                  <a:pt x="93" y="1046"/>
                  <a:pt x="82" y="1026"/>
                </a:cubicBezTo>
                <a:cubicBezTo>
                  <a:pt x="72" y="1005"/>
                  <a:pt x="62" y="985"/>
                  <a:pt x="53" y="964"/>
                </a:cubicBezTo>
                <a:cubicBezTo>
                  <a:pt x="44" y="943"/>
                  <a:pt x="37" y="921"/>
                  <a:pt x="30" y="899"/>
                </a:cubicBezTo>
                <a:cubicBezTo>
                  <a:pt x="23" y="878"/>
                  <a:pt x="18" y="856"/>
                  <a:pt x="13" y="833"/>
                </a:cubicBezTo>
                <a:cubicBezTo>
                  <a:pt x="9" y="811"/>
                  <a:pt x="6" y="788"/>
                  <a:pt x="3" y="766"/>
                </a:cubicBezTo>
                <a:cubicBezTo>
                  <a:pt x="1" y="743"/>
                  <a:pt x="0" y="720"/>
                  <a:pt x="0" y="697"/>
                </a:cubicBezTo>
                <a:cubicBezTo>
                  <a:pt x="0" y="674"/>
                  <a:pt x="1" y="652"/>
                  <a:pt x="3" y="629"/>
                </a:cubicBezTo>
                <a:cubicBezTo>
                  <a:pt x="6" y="606"/>
                  <a:pt x="9" y="584"/>
                  <a:pt x="13" y="561"/>
                </a:cubicBezTo>
                <a:cubicBezTo>
                  <a:pt x="18" y="539"/>
                  <a:pt x="23" y="516"/>
                  <a:pt x="30" y="494"/>
                </a:cubicBezTo>
                <a:cubicBezTo>
                  <a:pt x="37" y="472"/>
                  <a:pt x="44" y="451"/>
                  <a:pt x="53" y="430"/>
                </a:cubicBezTo>
                <a:cubicBezTo>
                  <a:pt x="62" y="409"/>
                  <a:pt x="72" y="388"/>
                  <a:pt x="82" y="368"/>
                </a:cubicBezTo>
                <a:cubicBezTo>
                  <a:pt x="93" y="348"/>
                  <a:pt x="105" y="328"/>
                  <a:pt x="117" y="309"/>
                </a:cubicBezTo>
                <a:cubicBezTo>
                  <a:pt x="130" y="290"/>
                  <a:pt x="144" y="272"/>
                  <a:pt x="158" y="255"/>
                </a:cubicBezTo>
                <a:cubicBezTo>
                  <a:pt x="173" y="237"/>
                  <a:pt x="188" y="220"/>
                  <a:pt x="204" y="204"/>
                </a:cubicBezTo>
                <a:cubicBezTo>
                  <a:pt x="220" y="188"/>
                  <a:pt x="237" y="172"/>
                  <a:pt x="256" y="158"/>
                </a:cubicBezTo>
                <a:cubicBezTo>
                  <a:pt x="273" y="144"/>
                  <a:pt x="292" y="130"/>
                  <a:pt x="311" y="117"/>
                </a:cubicBezTo>
                <a:cubicBezTo>
                  <a:pt x="329" y="105"/>
                  <a:pt x="349" y="93"/>
                  <a:pt x="369" y="82"/>
                </a:cubicBezTo>
                <a:cubicBezTo>
                  <a:pt x="389" y="71"/>
                  <a:pt x="410" y="62"/>
                  <a:pt x="431" y="53"/>
                </a:cubicBezTo>
                <a:cubicBezTo>
                  <a:pt x="452" y="44"/>
                  <a:pt x="473" y="37"/>
                  <a:pt x="495" y="30"/>
                </a:cubicBezTo>
                <a:cubicBezTo>
                  <a:pt x="517" y="23"/>
                  <a:pt x="539" y="18"/>
                  <a:pt x="562" y="13"/>
                </a:cubicBezTo>
                <a:cubicBezTo>
                  <a:pt x="584" y="9"/>
                  <a:pt x="606" y="5"/>
                  <a:pt x="629" y="3"/>
                </a:cubicBezTo>
                <a:cubicBezTo>
                  <a:pt x="652" y="1"/>
                  <a:pt x="675" y="0"/>
                  <a:pt x="697" y="0"/>
                </a:cubicBezTo>
                <a:cubicBezTo>
                  <a:pt x="720" y="0"/>
                  <a:pt x="743" y="1"/>
                  <a:pt x="766" y="3"/>
                </a:cubicBezTo>
                <a:cubicBezTo>
                  <a:pt x="788" y="5"/>
                  <a:pt x="811" y="9"/>
                  <a:pt x="833" y="13"/>
                </a:cubicBezTo>
                <a:cubicBezTo>
                  <a:pt x="856" y="18"/>
                  <a:pt x="878" y="23"/>
                  <a:pt x="900" y="30"/>
                </a:cubicBezTo>
                <a:cubicBezTo>
                  <a:pt x="921" y="37"/>
                  <a:pt x="943" y="44"/>
                  <a:pt x="964" y="53"/>
                </a:cubicBezTo>
                <a:cubicBezTo>
                  <a:pt x="985" y="62"/>
                  <a:pt x="1006" y="71"/>
                  <a:pt x="1026" y="82"/>
                </a:cubicBezTo>
                <a:cubicBezTo>
                  <a:pt x="1046" y="93"/>
                  <a:pt x="1065" y="105"/>
                  <a:pt x="1084" y="117"/>
                </a:cubicBezTo>
                <a:cubicBezTo>
                  <a:pt x="1103" y="130"/>
                  <a:pt x="1122" y="144"/>
                  <a:pt x="1139" y="158"/>
                </a:cubicBezTo>
                <a:cubicBezTo>
                  <a:pt x="1157" y="172"/>
                  <a:pt x="1174" y="188"/>
                  <a:pt x="1190" y="204"/>
                </a:cubicBezTo>
                <a:cubicBezTo>
                  <a:pt x="1206" y="220"/>
                  <a:pt x="1221" y="237"/>
                  <a:pt x="1236" y="255"/>
                </a:cubicBezTo>
                <a:cubicBezTo>
                  <a:pt x="1250" y="272"/>
                  <a:pt x="1264" y="290"/>
                  <a:pt x="1276" y="309"/>
                </a:cubicBezTo>
                <a:cubicBezTo>
                  <a:pt x="1289" y="328"/>
                  <a:pt x="1301" y="348"/>
                  <a:pt x="1312" y="368"/>
                </a:cubicBezTo>
                <a:cubicBezTo>
                  <a:pt x="1322" y="388"/>
                  <a:pt x="1332" y="409"/>
                  <a:pt x="1341" y="430"/>
                </a:cubicBezTo>
                <a:cubicBezTo>
                  <a:pt x="1350" y="451"/>
                  <a:pt x="1357" y="472"/>
                  <a:pt x="1364" y="494"/>
                </a:cubicBezTo>
                <a:cubicBezTo>
                  <a:pt x="1370" y="516"/>
                  <a:pt x="1376" y="539"/>
                  <a:pt x="1380" y="561"/>
                </a:cubicBezTo>
                <a:cubicBezTo>
                  <a:pt x="1385" y="584"/>
                  <a:pt x="1388" y="606"/>
                  <a:pt x="1390" y="629"/>
                </a:cubicBezTo>
                <a:cubicBezTo>
                  <a:pt x="1393" y="652"/>
                  <a:pt x="1394" y="674"/>
                  <a:pt x="1394" y="697"/>
                </a:cubicBezTo>
                <a:close/>
              </a:path>
            </a:pathLst>
          </a:custGeom>
          <a:solidFill>
            <a:srgbClr val="C0C0C0">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200" name="図 199"/>
          <p:cNvPicPr/>
          <p:nvPr/>
        </p:nvPicPr>
        <p:blipFill>
          <a:blip r:embed="rId4"/>
          <a:stretch/>
        </p:blipFill>
        <p:spPr>
          <a:xfrm>
            <a:off x="3818880" y="2715840"/>
            <a:ext cx="200160" cy="200160"/>
          </a:xfrm>
          <a:prstGeom prst="rect">
            <a:avLst/>
          </a:prstGeom>
          <a:noFill/>
          <a:ln w="0">
            <a:noFill/>
          </a:ln>
        </p:spPr>
      </p:pic>
      <p:sp>
        <p:nvSpPr>
          <p:cNvPr id="201" name="テキスト ボックス 200"/>
          <p:cNvSpPr txBox="1"/>
          <p:nvPr/>
        </p:nvSpPr>
        <p:spPr>
          <a:xfrm>
            <a:off x="3387240" y="2332800"/>
            <a:ext cx="10735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リアルタイム解析</a:t>
            </a:r>
            <a:endParaRPr lang="en-US" sz="1050" b="0" u="none" strike="noStrike">
              <a:solidFill>
                <a:srgbClr val="000000"/>
              </a:solidFill>
              <a:effectLst/>
              <a:uFillTx/>
              <a:latin typeface="Times New Roman"/>
            </a:endParaRPr>
          </a:p>
        </p:txBody>
      </p:sp>
      <p:sp>
        <p:nvSpPr>
          <p:cNvPr id="202" name="テキスト ボックス 201"/>
          <p:cNvSpPr txBox="1"/>
          <p:nvPr/>
        </p:nvSpPr>
        <p:spPr>
          <a:xfrm>
            <a:off x="3575160" y="3159000"/>
            <a:ext cx="729360" cy="169560"/>
          </a:xfrm>
          <a:prstGeom prst="rect">
            <a:avLst/>
          </a:prstGeom>
          <a:noFill/>
          <a:ln w="0">
            <a:noFill/>
          </a:ln>
        </p:spPr>
        <p:txBody>
          <a:bodyPr wrap="none" lIns="0" tIns="0" rIns="0" bIns="0" anchor="t">
            <a:spAutoFit/>
          </a:bodyPr>
          <a:lstStyle/>
          <a:p>
            <a:r>
              <a:rPr lang="en-US" sz="920" b="0" u="none" strike="noStrike">
                <a:solidFill>
                  <a:srgbClr val="FFFFFF"/>
                </a:solidFill>
                <a:effectLst/>
                <a:uFillTx/>
                <a:latin typeface="NotoSansJP"/>
                <a:ea typeface="NotoSansJP"/>
              </a:rPr>
              <a:t>AI</a:t>
            </a:r>
            <a:r>
              <a:rPr lang="zh-CN" sz="920" b="0" u="none" strike="noStrike">
                <a:solidFill>
                  <a:srgbClr val="FFFFFF"/>
                </a:solidFill>
                <a:effectLst/>
                <a:uFillTx/>
                <a:latin typeface="NotoSansJP"/>
                <a:ea typeface="NotoSansJP"/>
              </a:rPr>
              <a:t>処理による</a:t>
            </a:r>
            <a:endParaRPr lang="en-US" sz="920" b="0" u="none" strike="noStrike">
              <a:solidFill>
                <a:srgbClr val="000000"/>
              </a:solidFill>
              <a:effectLst/>
              <a:uFillTx/>
              <a:latin typeface="Times New Roman"/>
            </a:endParaRPr>
          </a:p>
        </p:txBody>
      </p:sp>
      <p:sp>
        <p:nvSpPr>
          <p:cNvPr id="203" name="フリーフォーム: 図形 202"/>
          <p:cNvSpPr/>
          <p:nvPr/>
        </p:nvSpPr>
        <p:spPr>
          <a:xfrm>
            <a:off x="6609960" y="1813320"/>
            <a:ext cx="334800" cy="334440"/>
          </a:xfrm>
          <a:custGeom>
            <a:avLst/>
            <a:gdLst/>
            <a:ahLst/>
            <a:cxnLst/>
            <a:rect l="0" t="0" r="r" b="b"/>
            <a:pathLst>
              <a:path w="930" h="929">
                <a:moveTo>
                  <a:pt x="0" y="465"/>
                </a:moveTo>
                <a:cubicBezTo>
                  <a:pt x="0" y="403"/>
                  <a:pt x="12" y="344"/>
                  <a:pt x="35" y="287"/>
                </a:cubicBezTo>
                <a:cubicBezTo>
                  <a:pt x="59" y="230"/>
                  <a:pt x="92" y="180"/>
                  <a:pt x="136" y="137"/>
                </a:cubicBezTo>
                <a:cubicBezTo>
                  <a:pt x="180" y="93"/>
                  <a:pt x="230" y="59"/>
                  <a:pt x="287" y="35"/>
                </a:cubicBezTo>
                <a:cubicBezTo>
                  <a:pt x="344" y="12"/>
                  <a:pt x="403" y="0"/>
                  <a:pt x="464" y="0"/>
                </a:cubicBezTo>
                <a:cubicBezTo>
                  <a:pt x="526" y="0"/>
                  <a:pt x="585" y="12"/>
                  <a:pt x="642" y="35"/>
                </a:cubicBezTo>
                <a:cubicBezTo>
                  <a:pt x="700" y="59"/>
                  <a:pt x="750" y="93"/>
                  <a:pt x="794" y="137"/>
                </a:cubicBezTo>
                <a:cubicBezTo>
                  <a:pt x="837" y="180"/>
                  <a:pt x="871" y="230"/>
                  <a:pt x="894" y="287"/>
                </a:cubicBezTo>
                <a:cubicBezTo>
                  <a:pt x="918" y="344"/>
                  <a:pt x="930" y="403"/>
                  <a:pt x="930" y="465"/>
                </a:cubicBezTo>
                <a:cubicBezTo>
                  <a:pt x="930" y="527"/>
                  <a:pt x="918" y="586"/>
                  <a:pt x="894" y="643"/>
                </a:cubicBezTo>
                <a:cubicBezTo>
                  <a:pt x="871" y="700"/>
                  <a:pt x="837" y="750"/>
                  <a:pt x="794" y="793"/>
                </a:cubicBezTo>
                <a:cubicBezTo>
                  <a:pt x="750" y="837"/>
                  <a:pt x="700" y="870"/>
                  <a:pt x="642" y="894"/>
                </a:cubicBezTo>
                <a:cubicBezTo>
                  <a:pt x="585" y="917"/>
                  <a:pt x="526" y="929"/>
                  <a:pt x="464" y="929"/>
                </a:cubicBezTo>
                <a:cubicBezTo>
                  <a:pt x="403" y="929"/>
                  <a:pt x="343" y="917"/>
                  <a:pt x="287" y="894"/>
                </a:cubicBezTo>
                <a:cubicBezTo>
                  <a:pt x="230" y="870"/>
                  <a:pt x="180" y="837"/>
                  <a:pt x="136" y="793"/>
                </a:cubicBezTo>
                <a:cubicBezTo>
                  <a:pt x="92" y="750"/>
                  <a:pt x="59" y="700"/>
                  <a:pt x="35" y="643"/>
                </a:cubicBezTo>
                <a:cubicBezTo>
                  <a:pt x="12" y="586"/>
                  <a:pt x="0" y="527"/>
                  <a:pt x="0" y="465"/>
                </a:cubicBezTo>
                <a:close/>
              </a:path>
            </a:pathLst>
          </a:custGeom>
          <a:solidFill>
            <a:srgbClr val="FF0000">
              <a:alpha val="10000"/>
            </a:srgbClr>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04" name="フリーフォーム: 図形 203"/>
          <p:cNvSpPr/>
          <p:nvPr/>
        </p:nvSpPr>
        <p:spPr>
          <a:xfrm>
            <a:off x="6609960" y="1813320"/>
            <a:ext cx="334800" cy="334440"/>
          </a:xfrm>
          <a:custGeom>
            <a:avLst/>
            <a:gdLst/>
            <a:ahLst/>
            <a:cxnLst/>
            <a:rect l="0" t="0" r="r" b="b"/>
            <a:pathLst>
              <a:path w="930" h="929">
                <a:moveTo>
                  <a:pt x="0" y="465"/>
                </a:moveTo>
                <a:cubicBezTo>
                  <a:pt x="0" y="403"/>
                  <a:pt x="12" y="344"/>
                  <a:pt x="35" y="287"/>
                </a:cubicBezTo>
                <a:cubicBezTo>
                  <a:pt x="59" y="230"/>
                  <a:pt x="92" y="180"/>
                  <a:pt x="136" y="137"/>
                </a:cubicBezTo>
                <a:cubicBezTo>
                  <a:pt x="180" y="93"/>
                  <a:pt x="230" y="59"/>
                  <a:pt x="287" y="35"/>
                </a:cubicBezTo>
                <a:cubicBezTo>
                  <a:pt x="344" y="12"/>
                  <a:pt x="403" y="0"/>
                  <a:pt x="464" y="0"/>
                </a:cubicBezTo>
                <a:cubicBezTo>
                  <a:pt x="526" y="0"/>
                  <a:pt x="585" y="12"/>
                  <a:pt x="642" y="35"/>
                </a:cubicBezTo>
                <a:cubicBezTo>
                  <a:pt x="700" y="59"/>
                  <a:pt x="750" y="93"/>
                  <a:pt x="794" y="137"/>
                </a:cubicBezTo>
                <a:cubicBezTo>
                  <a:pt x="837" y="180"/>
                  <a:pt x="871" y="230"/>
                  <a:pt x="894" y="287"/>
                </a:cubicBezTo>
                <a:cubicBezTo>
                  <a:pt x="918" y="344"/>
                  <a:pt x="930" y="403"/>
                  <a:pt x="930" y="465"/>
                </a:cubicBezTo>
                <a:cubicBezTo>
                  <a:pt x="930" y="527"/>
                  <a:pt x="918" y="586"/>
                  <a:pt x="894" y="643"/>
                </a:cubicBezTo>
                <a:cubicBezTo>
                  <a:pt x="871" y="700"/>
                  <a:pt x="837" y="750"/>
                  <a:pt x="794" y="793"/>
                </a:cubicBezTo>
                <a:cubicBezTo>
                  <a:pt x="750" y="837"/>
                  <a:pt x="700" y="870"/>
                  <a:pt x="642" y="894"/>
                </a:cubicBezTo>
                <a:cubicBezTo>
                  <a:pt x="585" y="917"/>
                  <a:pt x="526" y="929"/>
                  <a:pt x="464" y="929"/>
                </a:cubicBezTo>
                <a:cubicBezTo>
                  <a:pt x="403" y="929"/>
                  <a:pt x="343" y="917"/>
                  <a:pt x="287" y="894"/>
                </a:cubicBezTo>
                <a:cubicBezTo>
                  <a:pt x="230" y="870"/>
                  <a:pt x="180" y="837"/>
                  <a:pt x="136" y="793"/>
                </a:cubicBezTo>
                <a:cubicBezTo>
                  <a:pt x="92" y="750"/>
                  <a:pt x="59" y="700"/>
                  <a:pt x="35" y="643"/>
                </a:cubicBezTo>
                <a:cubicBezTo>
                  <a:pt x="12" y="586"/>
                  <a:pt x="0" y="527"/>
                  <a:pt x="0" y="465"/>
                </a:cubicBezTo>
                <a:moveTo>
                  <a:pt x="464" y="46"/>
                </a:moveTo>
                <a:cubicBezTo>
                  <a:pt x="437" y="46"/>
                  <a:pt x="410" y="49"/>
                  <a:pt x="383" y="54"/>
                </a:cubicBezTo>
                <a:cubicBezTo>
                  <a:pt x="356" y="60"/>
                  <a:pt x="330" y="68"/>
                  <a:pt x="304" y="79"/>
                </a:cubicBezTo>
                <a:cubicBezTo>
                  <a:pt x="279" y="89"/>
                  <a:pt x="255" y="102"/>
                  <a:pt x="232" y="118"/>
                </a:cubicBezTo>
                <a:cubicBezTo>
                  <a:pt x="209" y="133"/>
                  <a:pt x="188" y="150"/>
                  <a:pt x="169" y="170"/>
                </a:cubicBezTo>
                <a:cubicBezTo>
                  <a:pt x="149" y="189"/>
                  <a:pt x="132" y="210"/>
                  <a:pt x="117" y="233"/>
                </a:cubicBezTo>
                <a:cubicBezTo>
                  <a:pt x="102" y="256"/>
                  <a:pt x="89" y="280"/>
                  <a:pt x="78" y="305"/>
                </a:cubicBezTo>
                <a:cubicBezTo>
                  <a:pt x="68" y="330"/>
                  <a:pt x="60" y="357"/>
                  <a:pt x="54" y="383"/>
                </a:cubicBezTo>
                <a:cubicBezTo>
                  <a:pt x="49" y="410"/>
                  <a:pt x="46" y="438"/>
                  <a:pt x="46" y="465"/>
                </a:cubicBezTo>
                <a:cubicBezTo>
                  <a:pt x="46" y="492"/>
                  <a:pt x="49" y="520"/>
                  <a:pt x="54" y="547"/>
                </a:cubicBezTo>
                <a:cubicBezTo>
                  <a:pt x="60" y="573"/>
                  <a:pt x="68" y="600"/>
                  <a:pt x="78" y="625"/>
                </a:cubicBezTo>
                <a:cubicBezTo>
                  <a:pt x="89" y="650"/>
                  <a:pt x="102" y="674"/>
                  <a:pt x="117" y="697"/>
                </a:cubicBezTo>
                <a:cubicBezTo>
                  <a:pt x="132" y="720"/>
                  <a:pt x="149" y="741"/>
                  <a:pt x="169" y="760"/>
                </a:cubicBezTo>
                <a:cubicBezTo>
                  <a:pt x="188" y="780"/>
                  <a:pt x="209" y="797"/>
                  <a:pt x="232" y="812"/>
                </a:cubicBezTo>
                <a:cubicBezTo>
                  <a:pt x="255" y="828"/>
                  <a:pt x="279" y="841"/>
                  <a:pt x="304" y="851"/>
                </a:cubicBezTo>
                <a:cubicBezTo>
                  <a:pt x="330" y="862"/>
                  <a:pt x="356" y="869"/>
                  <a:pt x="383" y="875"/>
                </a:cubicBezTo>
                <a:cubicBezTo>
                  <a:pt x="410" y="880"/>
                  <a:pt x="437" y="883"/>
                  <a:pt x="464" y="883"/>
                </a:cubicBezTo>
                <a:cubicBezTo>
                  <a:pt x="492" y="883"/>
                  <a:pt x="519" y="880"/>
                  <a:pt x="546" y="875"/>
                </a:cubicBezTo>
                <a:cubicBezTo>
                  <a:pt x="573" y="869"/>
                  <a:pt x="599" y="862"/>
                  <a:pt x="624" y="851"/>
                </a:cubicBezTo>
                <a:cubicBezTo>
                  <a:pt x="650" y="841"/>
                  <a:pt x="675" y="828"/>
                  <a:pt x="697" y="812"/>
                </a:cubicBezTo>
                <a:cubicBezTo>
                  <a:pt x="720" y="797"/>
                  <a:pt x="741" y="780"/>
                  <a:pt x="761" y="760"/>
                </a:cubicBezTo>
                <a:cubicBezTo>
                  <a:pt x="780" y="741"/>
                  <a:pt x="797" y="720"/>
                  <a:pt x="813" y="697"/>
                </a:cubicBezTo>
                <a:cubicBezTo>
                  <a:pt x="828" y="674"/>
                  <a:pt x="841" y="650"/>
                  <a:pt x="851" y="625"/>
                </a:cubicBezTo>
                <a:cubicBezTo>
                  <a:pt x="862" y="600"/>
                  <a:pt x="870" y="573"/>
                  <a:pt x="875" y="547"/>
                </a:cubicBezTo>
                <a:cubicBezTo>
                  <a:pt x="880" y="520"/>
                  <a:pt x="883" y="492"/>
                  <a:pt x="883" y="465"/>
                </a:cubicBezTo>
                <a:cubicBezTo>
                  <a:pt x="883" y="438"/>
                  <a:pt x="880" y="410"/>
                  <a:pt x="875" y="383"/>
                </a:cubicBezTo>
                <a:cubicBezTo>
                  <a:pt x="870" y="357"/>
                  <a:pt x="862" y="330"/>
                  <a:pt x="851" y="305"/>
                </a:cubicBezTo>
                <a:cubicBezTo>
                  <a:pt x="841" y="280"/>
                  <a:pt x="828" y="256"/>
                  <a:pt x="813" y="233"/>
                </a:cubicBezTo>
                <a:cubicBezTo>
                  <a:pt x="797" y="210"/>
                  <a:pt x="780" y="189"/>
                  <a:pt x="761" y="170"/>
                </a:cubicBezTo>
                <a:cubicBezTo>
                  <a:pt x="741" y="150"/>
                  <a:pt x="720" y="133"/>
                  <a:pt x="697" y="118"/>
                </a:cubicBezTo>
                <a:cubicBezTo>
                  <a:pt x="675" y="102"/>
                  <a:pt x="650" y="89"/>
                  <a:pt x="624" y="79"/>
                </a:cubicBezTo>
                <a:cubicBezTo>
                  <a:pt x="599" y="68"/>
                  <a:pt x="573" y="60"/>
                  <a:pt x="546" y="54"/>
                </a:cubicBezTo>
                <a:cubicBezTo>
                  <a:pt x="519" y="49"/>
                  <a:pt x="492" y="46"/>
                  <a:pt x="464" y="46"/>
                </a:cubicBezTo>
                <a:close/>
              </a:path>
            </a:pathLst>
          </a:custGeom>
          <a:solidFill>
            <a:srgbClr val="FF0000">
              <a:alpha val="30000"/>
            </a:srgbClr>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05" name="テキスト ボックス 204"/>
          <p:cNvSpPr txBox="1"/>
          <p:nvPr/>
        </p:nvSpPr>
        <p:spPr>
          <a:xfrm>
            <a:off x="3687840" y="3326040"/>
            <a:ext cx="470160" cy="169560"/>
          </a:xfrm>
          <a:prstGeom prst="rect">
            <a:avLst/>
          </a:prstGeom>
          <a:noFill/>
          <a:ln w="0">
            <a:noFill/>
          </a:ln>
        </p:spPr>
        <p:txBody>
          <a:bodyPr wrap="none" lIns="0" tIns="0" rIns="0" bIns="0" anchor="t">
            <a:spAutoFit/>
          </a:bodyPr>
          <a:lstStyle/>
          <a:p>
            <a:r>
              <a:rPr lang="zh-CN" sz="920" b="0" u="none" strike="noStrike">
                <a:solidFill>
                  <a:srgbClr val="FFFFFF"/>
                </a:solidFill>
                <a:effectLst/>
                <a:uFillTx/>
                <a:latin typeface="NotoSansJP"/>
                <a:ea typeface="NotoSansJP"/>
              </a:rPr>
              <a:t>即時判断</a:t>
            </a:r>
            <a:endParaRPr lang="en-US" sz="920" b="0" u="none" strike="noStrike">
              <a:solidFill>
                <a:srgbClr val="000000"/>
              </a:solidFill>
              <a:effectLst/>
              <a:uFillTx/>
              <a:latin typeface="Times New Roman"/>
            </a:endParaRPr>
          </a:p>
        </p:txBody>
      </p:sp>
      <p:sp>
        <p:nvSpPr>
          <p:cNvPr id="206" name="テキスト ボックス 205"/>
          <p:cNvSpPr txBox="1"/>
          <p:nvPr/>
        </p:nvSpPr>
        <p:spPr>
          <a:xfrm>
            <a:off x="6736680" y="1914840"/>
            <a:ext cx="133200" cy="15732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3</a:t>
            </a:r>
            <a:endParaRPr lang="en-US" sz="1050" b="0" u="none" strike="noStrike">
              <a:solidFill>
                <a:srgbClr val="000000"/>
              </a:solidFill>
              <a:effectLst/>
              <a:uFillTx/>
              <a:latin typeface="Times New Roman"/>
            </a:endParaRPr>
          </a:p>
        </p:txBody>
      </p:sp>
      <p:sp>
        <p:nvSpPr>
          <p:cNvPr id="207" name="フリーフォーム: 図形 206"/>
          <p:cNvSpPr/>
          <p:nvPr/>
        </p:nvSpPr>
        <p:spPr>
          <a:xfrm>
            <a:off x="6526440" y="2481840"/>
            <a:ext cx="501840" cy="501840"/>
          </a:xfrm>
          <a:custGeom>
            <a:avLst/>
            <a:gdLst/>
            <a:ahLst/>
            <a:cxnLst/>
            <a:rect l="0" t="0" r="r" b="b"/>
            <a:pathLst>
              <a:path w="1394" h="1394">
                <a:moveTo>
                  <a:pt x="1394" y="696"/>
                </a:moveTo>
                <a:cubicBezTo>
                  <a:pt x="1394" y="719"/>
                  <a:pt x="1393" y="742"/>
                  <a:pt x="1390" y="765"/>
                </a:cubicBezTo>
                <a:cubicBezTo>
                  <a:pt x="1388" y="788"/>
                  <a:pt x="1385" y="811"/>
                  <a:pt x="1380" y="833"/>
                </a:cubicBezTo>
                <a:cubicBezTo>
                  <a:pt x="1376" y="855"/>
                  <a:pt x="1370" y="877"/>
                  <a:pt x="1364" y="899"/>
                </a:cubicBezTo>
                <a:cubicBezTo>
                  <a:pt x="1357" y="921"/>
                  <a:pt x="1349" y="943"/>
                  <a:pt x="1341" y="964"/>
                </a:cubicBezTo>
                <a:cubicBezTo>
                  <a:pt x="1332" y="985"/>
                  <a:pt x="1322" y="1005"/>
                  <a:pt x="1311" y="1025"/>
                </a:cubicBezTo>
                <a:cubicBezTo>
                  <a:pt x="1301" y="1046"/>
                  <a:pt x="1289" y="1065"/>
                  <a:pt x="1276" y="1084"/>
                </a:cubicBezTo>
                <a:cubicBezTo>
                  <a:pt x="1264" y="1103"/>
                  <a:pt x="1250" y="1121"/>
                  <a:pt x="1236" y="1139"/>
                </a:cubicBezTo>
                <a:cubicBezTo>
                  <a:pt x="1221" y="1157"/>
                  <a:pt x="1206" y="1173"/>
                  <a:pt x="1190" y="1190"/>
                </a:cubicBezTo>
                <a:cubicBezTo>
                  <a:pt x="1174" y="1206"/>
                  <a:pt x="1157" y="1221"/>
                  <a:pt x="1139" y="1235"/>
                </a:cubicBezTo>
                <a:cubicBezTo>
                  <a:pt x="1121" y="1250"/>
                  <a:pt x="1103" y="1264"/>
                  <a:pt x="1084" y="1276"/>
                </a:cubicBezTo>
                <a:cubicBezTo>
                  <a:pt x="1065" y="1289"/>
                  <a:pt x="1046" y="1301"/>
                  <a:pt x="1026" y="1311"/>
                </a:cubicBezTo>
                <a:cubicBezTo>
                  <a:pt x="1005" y="1322"/>
                  <a:pt x="985" y="1332"/>
                  <a:pt x="964" y="1341"/>
                </a:cubicBezTo>
                <a:cubicBezTo>
                  <a:pt x="943" y="1349"/>
                  <a:pt x="921" y="1357"/>
                  <a:pt x="899" y="1364"/>
                </a:cubicBezTo>
                <a:cubicBezTo>
                  <a:pt x="878" y="1370"/>
                  <a:pt x="856" y="1376"/>
                  <a:pt x="833" y="1380"/>
                </a:cubicBezTo>
                <a:cubicBezTo>
                  <a:pt x="811" y="1385"/>
                  <a:pt x="788" y="1388"/>
                  <a:pt x="766" y="1390"/>
                </a:cubicBezTo>
                <a:cubicBezTo>
                  <a:pt x="743" y="1392"/>
                  <a:pt x="720" y="1394"/>
                  <a:pt x="697" y="1394"/>
                </a:cubicBezTo>
                <a:cubicBezTo>
                  <a:pt x="674" y="1394"/>
                  <a:pt x="651" y="1392"/>
                  <a:pt x="628" y="1390"/>
                </a:cubicBezTo>
                <a:cubicBezTo>
                  <a:pt x="605" y="1388"/>
                  <a:pt x="583" y="1385"/>
                  <a:pt x="560" y="1380"/>
                </a:cubicBezTo>
                <a:cubicBezTo>
                  <a:pt x="538" y="1376"/>
                  <a:pt x="516" y="1370"/>
                  <a:pt x="494" y="1364"/>
                </a:cubicBezTo>
                <a:cubicBezTo>
                  <a:pt x="472" y="1357"/>
                  <a:pt x="451" y="1349"/>
                  <a:pt x="430" y="1341"/>
                </a:cubicBezTo>
                <a:cubicBezTo>
                  <a:pt x="409" y="1332"/>
                  <a:pt x="388" y="1322"/>
                  <a:pt x="368" y="1311"/>
                </a:cubicBezTo>
                <a:cubicBezTo>
                  <a:pt x="348" y="1301"/>
                  <a:pt x="328" y="1289"/>
                  <a:pt x="309" y="1276"/>
                </a:cubicBezTo>
                <a:cubicBezTo>
                  <a:pt x="290" y="1264"/>
                  <a:pt x="272" y="1250"/>
                  <a:pt x="254" y="1235"/>
                </a:cubicBezTo>
                <a:cubicBezTo>
                  <a:pt x="237" y="1221"/>
                  <a:pt x="220" y="1206"/>
                  <a:pt x="204" y="1190"/>
                </a:cubicBezTo>
                <a:cubicBezTo>
                  <a:pt x="188" y="1173"/>
                  <a:pt x="172" y="1157"/>
                  <a:pt x="158" y="1139"/>
                </a:cubicBezTo>
                <a:cubicBezTo>
                  <a:pt x="143" y="1121"/>
                  <a:pt x="130" y="1103"/>
                  <a:pt x="117" y="1084"/>
                </a:cubicBezTo>
                <a:cubicBezTo>
                  <a:pt x="105" y="1065"/>
                  <a:pt x="93" y="1046"/>
                  <a:pt x="82" y="1025"/>
                </a:cubicBezTo>
                <a:cubicBezTo>
                  <a:pt x="71" y="1005"/>
                  <a:pt x="62" y="985"/>
                  <a:pt x="53" y="964"/>
                </a:cubicBezTo>
                <a:cubicBezTo>
                  <a:pt x="44" y="943"/>
                  <a:pt x="37" y="921"/>
                  <a:pt x="30" y="899"/>
                </a:cubicBezTo>
                <a:cubicBezTo>
                  <a:pt x="23" y="877"/>
                  <a:pt x="18" y="855"/>
                  <a:pt x="13" y="833"/>
                </a:cubicBezTo>
                <a:cubicBezTo>
                  <a:pt x="9" y="811"/>
                  <a:pt x="5" y="788"/>
                  <a:pt x="3" y="765"/>
                </a:cubicBezTo>
                <a:cubicBezTo>
                  <a:pt x="1" y="742"/>
                  <a:pt x="0" y="719"/>
                  <a:pt x="0" y="696"/>
                </a:cubicBezTo>
                <a:cubicBezTo>
                  <a:pt x="0" y="673"/>
                  <a:pt x="1" y="651"/>
                  <a:pt x="3" y="628"/>
                </a:cubicBezTo>
                <a:cubicBezTo>
                  <a:pt x="5" y="605"/>
                  <a:pt x="9" y="583"/>
                  <a:pt x="13" y="560"/>
                </a:cubicBezTo>
                <a:cubicBezTo>
                  <a:pt x="18" y="538"/>
                  <a:pt x="23" y="516"/>
                  <a:pt x="30" y="494"/>
                </a:cubicBezTo>
                <a:cubicBezTo>
                  <a:pt x="37" y="472"/>
                  <a:pt x="44" y="451"/>
                  <a:pt x="53" y="430"/>
                </a:cubicBezTo>
                <a:cubicBezTo>
                  <a:pt x="62" y="409"/>
                  <a:pt x="71" y="388"/>
                  <a:pt x="82" y="368"/>
                </a:cubicBezTo>
                <a:cubicBezTo>
                  <a:pt x="93" y="348"/>
                  <a:pt x="105" y="328"/>
                  <a:pt x="117" y="309"/>
                </a:cubicBezTo>
                <a:cubicBezTo>
                  <a:pt x="130" y="290"/>
                  <a:pt x="143" y="272"/>
                  <a:pt x="158" y="254"/>
                </a:cubicBezTo>
                <a:cubicBezTo>
                  <a:pt x="172" y="237"/>
                  <a:pt x="188" y="220"/>
                  <a:pt x="204" y="204"/>
                </a:cubicBezTo>
                <a:cubicBezTo>
                  <a:pt x="220" y="188"/>
                  <a:pt x="237" y="172"/>
                  <a:pt x="254" y="158"/>
                </a:cubicBezTo>
                <a:cubicBezTo>
                  <a:pt x="272" y="143"/>
                  <a:pt x="290" y="130"/>
                  <a:pt x="309" y="117"/>
                </a:cubicBezTo>
                <a:cubicBezTo>
                  <a:pt x="328" y="104"/>
                  <a:pt x="348" y="93"/>
                  <a:pt x="368" y="82"/>
                </a:cubicBezTo>
                <a:cubicBezTo>
                  <a:pt x="388" y="71"/>
                  <a:pt x="409" y="62"/>
                  <a:pt x="430" y="53"/>
                </a:cubicBezTo>
                <a:cubicBezTo>
                  <a:pt x="451" y="44"/>
                  <a:pt x="472" y="36"/>
                  <a:pt x="494" y="30"/>
                </a:cubicBezTo>
                <a:cubicBezTo>
                  <a:pt x="516" y="23"/>
                  <a:pt x="538" y="18"/>
                  <a:pt x="560" y="13"/>
                </a:cubicBezTo>
                <a:cubicBezTo>
                  <a:pt x="583" y="9"/>
                  <a:pt x="605" y="5"/>
                  <a:pt x="628" y="3"/>
                </a:cubicBezTo>
                <a:cubicBezTo>
                  <a:pt x="651" y="1"/>
                  <a:pt x="674" y="0"/>
                  <a:pt x="697" y="0"/>
                </a:cubicBezTo>
                <a:cubicBezTo>
                  <a:pt x="720" y="0"/>
                  <a:pt x="743" y="1"/>
                  <a:pt x="766" y="3"/>
                </a:cubicBezTo>
                <a:cubicBezTo>
                  <a:pt x="788" y="5"/>
                  <a:pt x="811" y="9"/>
                  <a:pt x="833" y="13"/>
                </a:cubicBezTo>
                <a:cubicBezTo>
                  <a:pt x="856" y="18"/>
                  <a:pt x="878" y="23"/>
                  <a:pt x="899" y="30"/>
                </a:cubicBezTo>
                <a:cubicBezTo>
                  <a:pt x="921" y="36"/>
                  <a:pt x="943" y="44"/>
                  <a:pt x="964" y="53"/>
                </a:cubicBezTo>
                <a:cubicBezTo>
                  <a:pt x="985" y="62"/>
                  <a:pt x="1005" y="71"/>
                  <a:pt x="1026" y="82"/>
                </a:cubicBezTo>
                <a:cubicBezTo>
                  <a:pt x="1046" y="93"/>
                  <a:pt x="1065" y="104"/>
                  <a:pt x="1084" y="117"/>
                </a:cubicBezTo>
                <a:cubicBezTo>
                  <a:pt x="1103" y="130"/>
                  <a:pt x="1121" y="143"/>
                  <a:pt x="1139" y="158"/>
                </a:cubicBezTo>
                <a:cubicBezTo>
                  <a:pt x="1157" y="172"/>
                  <a:pt x="1174" y="188"/>
                  <a:pt x="1190" y="204"/>
                </a:cubicBezTo>
                <a:cubicBezTo>
                  <a:pt x="1206" y="220"/>
                  <a:pt x="1221" y="237"/>
                  <a:pt x="1236" y="254"/>
                </a:cubicBezTo>
                <a:cubicBezTo>
                  <a:pt x="1250" y="272"/>
                  <a:pt x="1264" y="290"/>
                  <a:pt x="1276" y="309"/>
                </a:cubicBezTo>
                <a:cubicBezTo>
                  <a:pt x="1289" y="328"/>
                  <a:pt x="1301" y="348"/>
                  <a:pt x="1311" y="368"/>
                </a:cubicBezTo>
                <a:cubicBezTo>
                  <a:pt x="1322" y="388"/>
                  <a:pt x="1332" y="409"/>
                  <a:pt x="1341" y="430"/>
                </a:cubicBezTo>
                <a:cubicBezTo>
                  <a:pt x="1349" y="451"/>
                  <a:pt x="1357" y="472"/>
                  <a:pt x="1364" y="494"/>
                </a:cubicBezTo>
                <a:cubicBezTo>
                  <a:pt x="1370" y="516"/>
                  <a:pt x="1376" y="538"/>
                  <a:pt x="1380" y="560"/>
                </a:cubicBezTo>
                <a:cubicBezTo>
                  <a:pt x="1385" y="583"/>
                  <a:pt x="1388" y="605"/>
                  <a:pt x="1390" y="628"/>
                </a:cubicBezTo>
                <a:cubicBezTo>
                  <a:pt x="1393" y="651"/>
                  <a:pt x="1394" y="673"/>
                  <a:pt x="1394" y="696"/>
                </a:cubicBezTo>
                <a:close/>
              </a:path>
            </a:pathLst>
          </a:custGeom>
          <a:solidFill>
            <a:srgbClr val="C0C0C0">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208" name="図 207"/>
          <p:cNvPicPr/>
          <p:nvPr/>
        </p:nvPicPr>
        <p:blipFill>
          <a:blip r:embed="rId5"/>
          <a:stretch/>
        </p:blipFill>
        <p:spPr>
          <a:xfrm>
            <a:off x="6676920" y="2632320"/>
            <a:ext cx="200160" cy="200160"/>
          </a:xfrm>
          <a:prstGeom prst="rect">
            <a:avLst/>
          </a:prstGeom>
          <a:noFill/>
          <a:ln w="0">
            <a:noFill/>
          </a:ln>
        </p:spPr>
      </p:pic>
      <p:sp>
        <p:nvSpPr>
          <p:cNvPr id="209" name="テキスト ボックス 208"/>
          <p:cNvSpPr txBox="1"/>
          <p:nvPr/>
        </p:nvSpPr>
        <p:spPr>
          <a:xfrm>
            <a:off x="6306120" y="2249280"/>
            <a:ext cx="93960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物体検出‧識別</a:t>
            </a:r>
            <a:endParaRPr lang="en-US" sz="1050" b="0" u="none" strike="noStrike">
              <a:solidFill>
                <a:srgbClr val="000000"/>
              </a:solidFill>
              <a:effectLst/>
              <a:uFillTx/>
              <a:latin typeface="Times New Roman"/>
            </a:endParaRPr>
          </a:p>
        </p:txBody>
      </p:sp>
      <p:sp>
        <p:nvSpPr>
          <p:cNvPr id="210" name="テキスト ボックス 209"/>
          <p:cNvSpPr txBox="1"/>
          <p:nvPr/>
        </p:nvSpPr>
        <p:spPr>
          <a:xfrm>
            <a:off x="6130800" y="3075480"/>
            <a:ext cx="1291680" cy="169560"/>
          </a:xfrm>
          <a:prstGeom prst="rect">
            <a:avLst/>
          </a:prstGeom>
          <a:noFill/>
          <a:ln w="0">
            <a:noFill/>
          </a:ln>
        </p:spPr>
        <p:txBody>
          <a:bodyPr wrap="none" lIns="0" tIns="0" rIns="0" bIns="0" anchor="t">
            <a:spAutoFit/>
          </a:bodyPr>
          <a:lstStyle/>
          <a:p>
            <a:r>
              <a:rPr lang="zh-CN" sz="920" b="0" u="none" strike="noStrike">
                <a:solidFill>
                  <a:srgbClr val="FFFFFF"/>
                </a:solidFill>
                <a:effectLst/>
                <a:uFillTx/>
                <a:latin typeface="NotoSansJP"/>
                <a:ea typeface="NotoSansJP"/>
              </a:rPr>
              <a:t>歩行者、車両、標識など</a:t>
            </a:r>
            <a:endParaRPr lang="en-US" sz="920" b="0" u="none" strike="noStrike">
              <a:solidFill>
                <a:srgbClr val="000000"/>
              </a:solidFill>
              <a:effectLst/>
              <a:uFillTx/>
              <a:latin typeface="Times New Roman"/>
            </a:endParaRPr>
          </a:p>
        </p:txBody>
      </p:sp>
      <p:sp>
        <p:nvSpPr>
          <p:cNvPr id="211" name="テキスト ボックス 210"/>
          <p:cNvSpPr txBox="1"/>
          <p:nvPr/>
        </p:nvSpPr>
        <p:spPr>
          <a:xfrm>
            <a:off x="6715800" y="3242520"/>
            <a:ext cx="118080" cy="169560"/>
          </a:xfrm>
          <a:prstGeom prst="rect">
            <a:avLst/>
          </a:prstGeom>
          <a:noFill/>
          <a:ln w="0">
            <a:noFill/>
          </a:ln>
        </p:spPr>
        <p:txBody>
          <a:bodyPr wrap="none" lIns="0" tIns="0" rIns="0" bIns="0" anchor="t">
            <a:spAutoFit/>
          </a:bodyPr>
          <a:lstStyle/>
          <a:p>
            <a:r>
              <a:rPr lang="zh-CN" sz="920" b="0" u="none" strike="noStrike">
                <a:solidFill>
                  <a:srgbClr val="FFFFFF"/>
                </a:solidFill>
                <a:effectLst/>
                <a:uFillTx/>
                <a:latin typeface="NotoSansJP"/>
                <a:ea typeface="NotoSansJP"/>
              </a:rPr>
              <a:t>を</a:t>
            </a:r>
            <a:endParaRPr lang="en-US" sz="920" b="0" u="none" strike="noStrike">
              <a:solidFill>
                <a:srgbClr val="000000"/>
              </a:solidFill>
              <a:effectLst/>
              <a:uFillTx/>
              <a:latin typeface="Times New Roman"/>
            </a:endParaRPr>
          </a:p>
        </p:txBody>
      </p:sp>
      <p:sp>
        <p:nvSpPr>
          <p:cNvPr id="212" name="フリーフォーム: 図形 211"/>
          <p:cNvSpPr/>
          <p:nvPr/>
        </p:nvSpPr>
        <p:spPr>
          <a:xfrm>
            <a:off x="9459720" y="1896840"/>
            <a:ext cx="334440" cy="334440"/>
          </a:xfrm>
          <a:custGeom>
            <a:avLst/>
            <a:gdLst/>
            <a:ahLst/>
            <a:cxnLst/>
            <a:rect l="0" t="0" r="r" b="b"/>
            <a:pathLst>
              <a:path w="929" h="929">
                <a:moveTo>
                  <a:pt x="35" y="286"/>
                </a:moveTo>
                <a:cubicBezTo>
                  <a:pt x="59" y="230"/>
                  <a:pt x="92" y="179"/>
                  <a:pt x="136" y="136"/>
                </a:cubicBezTo>
                <a:cubicBezTo>
                  <a:pt x="180" y="92"/>
                  <a:pt x="230" y="59"/>
                  <a:pt x="287" y="35"/>
                </a:cubicBezTo>
                <a:cubicBezTo>
                  <a:pt x="344" y="12"/>
                  <a:pt x="403" y="0"/>
                  <a:pt x="465" y="0"/>
                </a:cubicBezTo>
                <a:cubicBezTo>
                  <a:pt x="527" y="0"/>
                  <a:pt x="586" y="12"/>
                  <a:pt x="643" y="35"/>
                </a:cubicBezTo>
                <a:cubicBezTo>
                  <a:pt x="699" y="59"/>
                  <a:pt x="750" y="92"/>
                  <a:pt x="793" y="136"/>
                </a:cubicBezTo>
                <a:cubicBezTo>
                  <a:pt x="837" y="179"/>
                  <a:pt x="870" y="230"/>
                  <a:pt x="894" y="286"/>
                </a:cubicBezTo>
                <a:cubicBezTo>
                  <a:pt x="917" y="343"/>
                  <a:pt x="929" y="403"/>
                  <a:pt x="929" y="464"/>
                </a:cubicBezTo>
                <a:cubicBezTo>
                  <a:pt x="929" y="526"/>
                  <a:pt x="917" y="585"/>
                  <a:pt x="894" y="642"/>
                </a:cubicBezTo>
                <a:cubicBezTo>
                  <a:pt x="870" y="699"/>
                  <a:pt x="837" y="749"/>
                  <a:pt x="793" y="793"/>
                </a:cubicBezTo>
                <a:cubicBezTo>
                  <a:pt x="750" y="837"/>
                  <a:pt x="699" y="870"/>
                  <a:pt x="643" y="894"/>
                </a:cubicBezTo>
                <a:cubicBezTo>
                  <a:pt x="586" y="918"/>
                  <a:pt x="527" y="929"/>
                  <a:pt x="465" y="929"/>
                </a:cubicBezTo>
                <a:cubicBezTo>
                  <a:pt x="403" y="929"/>
                  <a:pt x="344" y="918"/>
                  <a:pt x="287" y="894"/>
                </a:cubicBezTo>
                <a:cubicBezTo>
                  <a:pt x="230" y="870"/>
                  <a:pt x="180" y="837"/>
                  <a:pt x="136" y="793"/>
                </a:cubicBezTo>
                <a:cubicBezTo>
                  <a:pt x="92" y="749"/>
                  <a:pt x="59" y="699"/>
                  <a:pt x="35" y="642"/>
                </a:cubicBezTo>
                <a:cubicBezTo>
                  <a:pt x="11" y="585"/>
                  <a:pt x="0" y="526"/>
                  <a:pt x="0" y="464"/>
                </a:cubicBezTo>
                <a:cubicBezTo>
                  <a:pt x="0" y="403"/>
                  <a:pt x="11" y="343"/>
                  <a:pt x="35" y="286"/>
                </a:cubicBezTo>
                <a:close/>
              </a:path>
            </a:pathLst>
          </a:custGeom>
          <a:solidFill>
            <a:srgbClr val="FF0000">
              <a:alpha val="10000"/>
            </a:srgbClr>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13" name="フリーフォーム: 図形 212"/>
          <p:cNvSpPr/>
          <p:nvPr/>
        </p:nvSpPr>
        <p:spPr>
          <a:xfrm>
            <a:off x="9459720" y="1896840"/>
            <a:ext cx="334440" cy="334440"/>
          </a:xfrm>
          <a:custGeom>
            <a:avLst/>
            <a:gdLst/>
            <a:ahLst/>
            <a:cxnLst/>
            <a:rect l="0" t="0" r="r" b="b"/>
            <a:pathLst>
              <a:path w="929" h="929">
                <a:moveTo>
                  <a:pt x="0" y="464"/>
                </a:moveTo>
                <a:cubicBezTo>
                  <a:pt x="0" y="403"/>
                  <a:pt x="11" y="343"/>
                  <a:pt x="35" y="286"/>
                </a:cubicBezTo>
                <a:cubicBezTo>
                  <a:pt x="59" y="230"/>
                  <a:pt x="92" y="179"/>
                  <a:pt x="136" y="136"/>
                </a:cubicBezTo>
                <a:cubicBezTo>
                  <a:pt x="180" y="92"/>
                  <a:pt x="230" y="59"/>
                  <a:pt x="287" y="35"/>
                </a:cubicBezTo>
                <a:cubicBezTo>
                  <a:pt x="344" y="12"/>
                  <a:pt x="403" y="0"/>
                  <a:pt x="465" y="0"/>
                </a:cubicBezTo>
                <a:cubicBezTo>
                  <a:pt x="527" y="0"/>
                  <a:pt x="586" y="12"/>
                  <a:pt x="643" y="35"/>
                </a:cubicBezTo>
                <a:cubicBezTo>
                  <a:pt x="699" y="59"/>
                  <a:pt x="750" y="92"/>
                  <a:pt x="793" y="136"/>
                </a:cubicBezTo>
                <a:cubicBezTo>
                  <a:pt x="837" y="179"/>
                  <a:pt x="870" y="230"/>
                  <a:pt x="894" y="286"/>
                </a:cubicBezTo>
                <a:cubicBezTo>
                  <a:pt x="917" y="343"/>
                  <a:pt x="929" y="403"/>
                  <a:pt x="929" y="464"/>
                </a:cubicBezTo>
                <a:cubicBezTo>
                  <a:pt x="929" y="526"/>
                  <a:pt x="917" y="585"/>
                  <a:pt x="894" y="642"/>
                </a:cubicBezTo>
                <a:cubicBezTo>
                  <a:pt x="870" y="699"/>
                  <a:pt x="837" y="749"/>
                  <a:pt x="793" y="793"/>
                </a:cubicBezTo>
                <a:cubicBezTo>
                  <a:pt x="750" y="837"/>
                  <a:pt x="699" y="870"/>
                  <a:pt x="643" y="894"/>
                </a:cubicBezTo>
                <a:cubicBezTo>
                  <a:pt x="586" y="918"/>
                  <a:pt x="527" y="929"/>
                  <a:pt x="465" y="929"/>
                </a:cubicBezTo>
                <a:cubicBezTo>
                  <a:pt x="403" y="929"/>
                  <a:pt x="344" y="918"/>
                  <a:pt x="287" y="894"/>
                </a:cubicBezTo>
                <a:cubicBezTo>
                  <a:pt x="230" y="870"/>
                  <a:pt x="180" y="837"/>
                  <a:pt x="136" y="793"/>
                </a:cubicBezTo>
                <a:cubicBezTo>
                  <a:pt x="92" y="749"/>
                  <a:pt x="59" y="699"/>
                  <a:pt x="35" y="642"/>
                </a:cubicBezTo>
                <a:cubicBezTo>
                  <a:pt x="11" y="585"/>
                  <a:pt x="0" y="526"/>
                  <a:pt x="0" y="464"/>
                </a:cubicBezTo>
                <a:moveTo>
                  <a:pt x="465" y="46"/>
                </a:moveTo>
                <a:cubicBezTo>
                  <a:pt x="438" y="46"/>
                  <a:pt x="410" y="49"/>
                  <a:pt x="383" y="54"/>
                </a:cubicBezTo>
                <a:cubicBezTo>
                  <a:pt x="357" y="60"/>
                  <a:pt x="330" y="68"/>
                  <a:pt x="305" y="78"/>
                </a:cubicBezTo>
                <a:cubicBezTo>
                  <a:pt x="280" y="89"/>
                  <a:pt x="256" y="101"/>
                  <a:pt x="233" y="117"/>
                </a:cubicBezTo>
                <a:cubicBezTo>
                  <a:pt x="210" y="132"/>
                  <a:pt x="189" y="149"/>
                  <a:pt x="168" y="169"/>
                </a:cubicBezTo>
                <a:cubicBezTo>
                  <a:pt x="149" y="188"/>
                  <a:pt x="132" y="209"/>
                  <a:pt x="117" y="232"/>
                </a:cubicBezTo>
                <a:cubicBezTo>
                  <a:pt x="101" y="255"/>
                  <a:pt x="88" y="279"/>
                  <a:pt x="78" y="304"/>
                </a:cubicBezTo>
                <a:cubicBezTo>
                  <a:pt x="67" y="330"/>
                  <a:pt x="59" y="356"/>
                  <a:pt x="54" y="383"/>
                </a:cubicBezTo>
                <a:cubicBezTo>
                  <a:pt x="49" y="410"/>
                  <a:pt x="46" y="437"/>
                  <a:pt x="46" y="464"/>
                </a:cubicBezTo>
                <a:cubicBezTo>
                  <a:pt x="46" y="492"/>
                  <a:pt x="49" y="519"/>
                  <a:pt x="54" y="546"/>
                </a:cubicBezTo>
                <a:cubicBezTo>
                  <a:pt x="59" y="573"/>
                  <a:pt x="67" y="599"/>
                  <a:pt x="78" y="624"/>
                </a:cubicBezTo>
                <a:cubicBezTo>
                  <a:pt x="88" y="649"/>
                  <a:pt x="101" y="673"/>
                  <a:pt x="117" y="696"/>
                </a:cubicBezTo>
                <a:cubicBezTo>
                  <a:pt x="132" y="719"/>
                  <a:pt x="149" y="740"/>
                  <a:pt x="168" y="760"/>
                </a:cubicBezTo>
                <a:cubicBezTo>
                  <a:pt x="189" y="780"/>
                  <a:pt x="210" y="797"/>
                  <a:pt x="233" y="813"/>
                </a:cubicBezTo>
                <a:cubicBezTo>
                  <a:pt x="256" y="828"/>
                  <a:pt x="280" y="841"/>
                  <a:pt x="305" y="851"/>
                </a:cubicBezTo>
                <a:cubicBezTo>
                  <a:pt x="330" y="862"/>
                  <a:pt x="357" y="870"/>
                  <a:pt x="383" y="875"/>
                </a:cubicBezTo>
                <a:cubicBezTo>
                  <a:pt x="410" y="880"/>
                  <a:pt x="438" y="883"/>
                  <a:pt x="465" y="883"/>
                </a:cubicBezTo>
                <a:cubicBezTo>
                  <a:pt x="492" y="883"/>
                  <a:pt x="520" y="880"/>
                  <a:pt x="546" y="875"/>
                </a:cubicBezTo>
                <a:cubicBezTo>
                  <a:pt x="573" y="870"/>
                  <a:pt x="599" y="862"/>
                  <a:pt x="625" y="851"/>
                </a:cubicBezTo>
                <a:cubicBezTo>
                  <a:pt x="650" y="841"/>
                  <a:pt x="674" y="828"/>
                  <a:pt x="697" y="813"/>
                </a:cubicBezTo>
                <a:cubicBezTo>
                  <a:pt x="720" y="797"/>
                  <a:pt x="741" y="780"/>
                  <a:pt x="760" y="760"/>
                </a:cubicBezTo>
                <a:cubicBezTo>
                  <a:pt x="780" y="740"/>
                  <a:pt x="797" y="719"/>
                  <a:pt x="812" y="696"/>
                </a:cubicBezTo>
                <a:cubicBezTo>
                  <a:pt x="828" y="673"/>
                  <a:pt x="840" y="649"/>
                  <a:pt x="851" y="624"/>
                </a:cubicBezTo>
                <a:cubicBezTo>
                  <a:pt x="861" y="599"/>
                  <a:pt x="869" y="573"/>
                  <a:pt x="875" y="546"/>
                </a:cubicBezTo>
                <a:cubicBezTo>
                  <a:pt x="880" y="519"/>
                  <a:pt x="883" y="492"/>
                  <a:pt x="883" y="464"/>
                </a:cubicBezTo>
                <a:cubicBezTo>
                  <a:pt x="883" y="437"/>
                  <a:pt x="880" y="410"/>
                  <a:pt x="875" y="383"/>
                </a:cubicBezTo>
                <a:cubicBezTo>
                  <a:pt x="869" y="356"/>
                  <a:pt x="861" y="330"/>
                  <a:pt x="851" y="304"/>
                </a:cubicBezTo>
                <a:cubicBezTo>
                  <a:pt x="840" y="279"/>
                  <a:pt x="828" y="255"/>
                  <a:pt x="812" y="232"/>
                </a:cubicBezTo>
                <a:cubicBezTo>
                  <a:pt x="797" y="209"/>
                  <a:pt x="780" y="188"/>
                  <a:pt x="760" y="169"/>
                </a:cubicBezTo>
                <a:cubicBezTo>
                  <a:pt x="741" y="149"/>
                  <a:pt x="720" y="132"/>
                  <a:pt x="697" y="117"/>
                </a:cubicBezTo>
                <a:cubicBezTo>
                  <a:pt x="674" y="101"/>
                  <a:pt x="650" y="89"/>
                  <a:pt x="625" y="78"/>
                </a:cubicBezTo>
                <a:cubicBezTo>
                  <a:pt x="599" y="68"/>
                  <a:pt x="573" y="60"/>
                  <a:pt x="546" y="54"/>
                </a:cubicBezTo>
                <a:cubicBezTo>
                  <a:pt x="520" y="49"/>
                  <a:pt x="492" y="46"/>
                  <a:pt x="465" y="46"/>
                </a:cubicBezTo>
                <a:close/>
              </a:path>
            </a:pathLst>
          </a:custGeom>
          <a:solidFill>
            <a:srgbClr val="FF0000">
              <a:alpha val="30000"/>
            </a:srgbClr>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14" name="テキスト ボックス 213"/>
          <p:cNvSpPr txBox="1"/>
          <p:nvPr/>
        </p:nvSpPr>
        <p:spPr>
          <a:xfrm>
            <a:off x="6423120" y="3409560"/>
            <a:ext cx="704880" cy="169560"/>
          </a:xfrm>
          <a:prstGeom prst="rect">
            <a:avLst/>
          </a:prstGeom>
          <a:noFill/>
          <a:ln w="0">
            <a:noFill/>
          </a:ln>
        </p:spPr>
        <p:txBody>
          <a:bodyPr wrap="none" lIns="0" tIns="0" rIns="0" bIns="0" anchor="t">
            <a:spAutoFit/>
          </a:bodyPr>
          <a:lstStyle/>
          <a:p>
            <a:r>
              <a:rPr lang="zh-CN" sz="920" b="0" u="none" strike="noStrike">
                <a:solidFill>
                  <a:srgbClr val="FFFFFF"/>
                </a:solidFill>
                <a:effectLst/>
                <a:uFillTx/>
                <a:latin typeface="NotoSansJP"/>
                <a:ea typeface="NotoSansJP"/>
              </a:rPr>
              <a:t>高精度で検出</a:t>
            </a:r>
            <a:endParaRPr lang="en-US" sz="920" b="0" u="none" strike="noStrike">
              <a:solidFill>
                <a:srgbClr val="000000"/>
              </a:solidFill>
              <a:effectLst/>
              <a:uFillTx/>
              <a:latin typeface="Times New Roman"/>
            </a:endParaRPr>
          </a:p>
        </p:txBody>
      </p:sp>
      <p:sp>
        <p:nvSpPr>
          <p:cNvPr id="215" name="テキスト ボックス 214"/>
          <p:cNvSpPr txBox="1"/>
          <p:nvPr/>
        </p:nvSpPr>
        <p:spPr>
          <a:xfrm>
            <a:off x="9588960" y="1998360"/>
            <a:ext cx="133200" cy="15732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4</a:t>
            </a:r>
            <a:endParaRPr lang="en-US" sz="1050" b="0" u="none" strike="noStrike">
              <a:solidFill>
                <a:srgbClr val="000000"/>
              </a:solidFill>
              <a:effectLst/>
              <a:uFillTx/>
              <a:latin typeface="Times New Roman"/>
            </a:endParaRPr>
          </a:p>
        </p:txBody>
      </p:sp>
      <p:sp>
        <p:nvSpPr>
          <p:cNvPr id="216" name="フリーフォーム: 図形 215"/>
          <p:cNvSpPr/>
          <p:nvPr/>
        </p:nvSpPr>
        <p:spPr>
          <a:xfrm>
            <a:off x="9376200" y="2565360"/>
            <a:ext cx="501480" cy="501840"/>
          </a:xfrm>
          <a:custGeom>
            <a:avLst/>
            <a:gdLst/>
            <a:ahLst/>
            <a:cxnLst/>
            <a:rect l="0" t="0" r="r" b="b"/>
            <a:pathLst>
              <a:path w="1393" h="1394">
                <a:moveTo>
                  <a:pt x="1393" y="697"/>
                </a:moveTo>
                <a:cubicBezTo>
                  <a:pt x="1393" y="720"/>
                  <a:pt x="1392" y="743"/>
                  <a:pt x="1390" y="766"/>
                </a:cubicBezTo>
                <a:cubicBezTo>
                  <a:pt x="1388" y="788"/>
                  <a:pt x="1384" y="811"/>
                  <a:pt x="1380" y="833"/>
                </a:cubicBezTo>
                <a:cubicBezTo>
                  <a:pt x="1375" y="856"/>
                  <a:pt x="1370" y="878"/>
                  <a:pt x="1363" y="899"/>
                </a:cubicBezTo>
                <a:cubicBezTo>
                  <a:pt x="1357" y="921"/>
                  <a:pt x="1349" y="943"/>
                  <a:pt x="1340" y="964"/>
                </a:cubicBezTo>
                <a:cubicBezTo>
                  <a:pt x="1332" y="985"/>
                  <a:pt x="1322" y="1005"/>
                  <a:pt x="1311" y="1026"/>
                </a:cubicBezTo>
                <a:cubicBezTo>
                  <a:pt x="1300" y="1046"/>
                  <a:pt x="1289" y="1065"/>
                  <a:pt x="1276" y="1084"/>
                </a:cubicBezTo>
                <a:cubicBezTo>
                  <a:pt x="1263" y="1103"/>
                  <a:pt x="1250" y="1121"/>
                  <a:pt x="1235" y="1139"/>
                </a:cubicBezTo>
                <a:cubicBezTo>
                  <a:pt x="1221" y="1157"/>
                  <a:pt x="1205" y="1174"/>
                  <a:pt x="1189" y="1190"/>
                </a:cubicBezTo>
                <a:cubicBezTo>
                  <a:pt x="1173" y="1206"/>
                  <a:pt x="1156" y="1221"/>
                  <a:pt x="1139" y="1236"/>
                </a:cubicBezTo>
                <a:cubicBezTo>
                  <a:pt x="1121" y="1250"/>
                  <a:pt x="1103" y="1264"/>
                  <a:pt x="1083" y="1276"/>
                </a:cubicBezTo>
                <a:cubicBezTo>
                  <a:pt x="1064" y="1289"/>
                  <a:pt x="1044" y="1301"/>
                  <a:pt x="1024" y="1311"/>
                </a:cubicBezTo>
                <a:cubicBezTo>
                  <a:pt x="1004" y="1322"/>
                  <a:pt x="984" y="1332"/>
                  <a:pt x="962" y="1341"/>
                </a:cubicBezTo>
                <a:cubicBezTo>
                  <a:pt x="941" y="1349"/>
                  <a:pt x="920" y="1357"/>
                  <a:pt x="898" y="1364"/>
                </a:cubicBezTo>
                <a:cubicBezTo>
                  <a:pt x="876" y="1370"/>
                  <a:pt x="854" y="1376"/>
                  <a:pt x="832" y="1380"/>
                </a:cubicBezTo>
                <a:cubicBezTo>
                  <a:pt x="809" y="1385"/>
                  <a:pt x="787" y="1388"/>
                  <a:pt x="764" y="1390"/>
                </a:cubicBezTo>
                <a:cubicBezTo>
                  <a:pt x="742" y="1393"/>
                  <a:pt x="719" y="1394"/>
                  <a:pt x="696" y="1394"/>
                </a:cubicBezTo>
                <a:cubicBezTo>
                  <a:pt x="673" y="1394"/>
                  <a:pt x="650" y="1393"/>
                  <a:pt x="628" y="1390"/>
                </a:cubicBezTo>
                <a:cubicBezTo>
                  <a:pt x="605" y="1388"/>
                  <a:pt x="582" y="1385"/>
                  <a:pt x="560" y="1380"/>
                </a:cubicBezTo>
                <a:cubicBezTo>
                  <a:pt x="538" y="1376"/>
                  <a:pt x="516" y="1370"/>
                  <a:pt x="494" y="1364"/>
                </a:cubicBezTo>
                <a:cubicBezTo>
                  <a:pt x="472" y="1357"/>
                  <a:pt x="451" y="1349"/>
                  <a:pt x="429" y="1341"/>
                </a:cubicBezTo>
                <a:cubicBezTo>
                  <a:pt x="408" y="1332"/>
                  <a:pt x="388" y="1322"/>
                  <a:pt x="368" y="1311"/>
                </a:cubicBezTo>
                <a:cubicBezTo>
                  <a:pt x="348" y="1301"/>
                  <a:pt x="328" y="1289"/>
                  <a:pt x="309" y="1276"/>
                </a:cubicBezTo>
                <a:cubicBezTo>
                  <a:pt x="290" y="1264"/>
                  <a:pt x="272" y="1250"/>
                  <a:pt x="254" y="1236"/>
                </a:cubicBezTo>
                <a:cubicBezTo>
                  <a:pt x="237" y="1221"/>
                  <a:pt x="220" y="1206"/>
                  <a:pt x="204" y="1190"/>
                </a:cubicBezTo>
                <a:cubicBezTo>
                  <a:pt x="187" y="1174"/>
                  <a:pt x="172" y="1157"/>
                  <a:pt x="158" y="1139"/>
                </a:cubicBezTo>
                <a:cubicBezTo>
                  <a:pt x="143" y="1121"/>
                  <a:pt x="130" y="1103"/>
                  <a:pt x="117" y="1084"/>
                </a:cubicBezTo>
                <a:cubicBezTo>
                  <a:pt x="104" y="1065"/>
                  <a:pt x="93" y="1046"/>
                  <a:pt x="82" y="1026"/>
                </a:cubicBezTo>
                <a:cubicBezTo>
                  <a:pt x="71" y="1005"/>
                  <a:pt x="61" y="985"/>
                  <a:pt x="53" y="964"/>
                </a:cubicBezTo>
                <a:cubicBezTo>
                  <a:pt x="44" y="943"/>
                  <a:pt x="36" y="921"/>
                  <a:pt x="30" y="899"/>
                </a:cubicBezTo>
                <a:cubicBezTo>
                  <a:pt x="23" y="878"/>
                  <a:pt x="17" y="856"/>
                  <a:pt x="13" y="833"/>
                </a:cubicBezTo>
                <a:cubicBezTo>
                  <a:pt x="8" y="811"/>
                  <a:pt x="5" y="788"/>
                  <a:pt x="3" y="766"/>
                </a:cubicBezTo>
                <a:cubicBezTo>
                  <a:pt x="1" y="743"/>
                  <a:pt x="0" y="720"/>
                  <a:pt x="0" y="697"/>
                </a:cubicBezTo>
                <a:cubicBezTo>
                  <a:pt x="0" y="674"/>
                  <a:pt x="1" y="652"/>
                  <a:pt x="3" y="629"/>
                </a:cubicBezTo>
                <a:cubicBezTo>
                  <a:pt x="5" y="606"/>
                  <a:pt x="8" y="584"/>
                  <a:pt x="13" y="561"/>
                </a:cubicBezTo>
                <a:cubicBezTo>
                  <a:pt x="17" y="539"/>
                  <a:pt x="23" y="516"/>
                  <a:pt x="30" y="494"/>
                </a:cubicBezTo>
                <a:cubicBezTo>
                  <a:pt x="36" y="472"/>
                  <a:pt x="44" y="451"/>
                  <a:pt x="53" y="430"/>
                </a:cubicBezTo>
                <a:cubicBezTo>
                  <a:pt x="61" y="409"/>
                  <a:pt x="71" y="388"/>
                  <a:pt x="82" y="368"/>
                </a:cubicBezTo>
                <a:cubicBezTo>
                  <a:pt x="93" y="348"/>
                  <a:pt x="104" y="328"/>
                  <a:pt x="117" y="309"/>
                </a:cubicBezTo>
                <a:cubicBezTo>
                  <a:pt x="130" y="290"/>
                  <a:pt x="143" y="272"/>
                  <a:pt x="158" y="255"/>
                </a:cubicBezTo>
                <a:cubicBezTo>
                  <a:pt x="172" y="237"/>
                  <a:pt x="187" y="220"/>
                  <a:pt x="204" y="204"/>
                </a:cubicBezTo>
                <a:cubicBezTo>
                  <a:pt x="220" y="188"/>
                  <a:pt x="237" y="172"/>
                  <a:pt x="254" y="158"/>
                </a:cubicBezTo>
                <a:cubicBezTo>
                  <a:pt x="272" y="144"/>
                  <a:pt x="290" y="130"/>
                  <a:pt x="309" y="117"/>
                </a:cubicBezTo>
                <a:cubicBezTo>
                  <a:pt x="328" y="105"/>
                  <a:pt x="348" y="93"/>
                  <a:pt x="368" y="82"/>
                </a:cubicBezTo>
                <a:cubicBezTo>
                  <a:pt x="388" y="71"/>
                  <a:pt x="408" y="62"/>
                  <a:pt x="429" y="53"/>
                </a:cubicBezTo>
                <a:cubicBezTo>
                  <a:pt x="451" y="44"/>
                  <a:pt x="472" y="37"/>
                  <a:pt x="494" y="30"/>
                </a:cubicBezTo>
                <a:cubicBezTo>
                  <a:pt x="516" y="23"/>
                  <a:pt x="538" y="18"/>
                  <a:pt x="560" y="13"/>
                </a:cubicBezTo>
                <a:cubicBezTo>
                  <a:pt x="582" y="9"/>
                  <a:pt x="605" y="5"/>
                  <a:pt x="628" y="3"/>
                </a:cubicBezTo>
                <a:cubicBezTo>
                  <a:pt x="650" y="1"/>
                  <a:pt x="673" y="0"/>
                  <a:pt x="696" y="0"/>
                </a:cubicBezTo>
                <a:cubicBezTo>
                  <a:pt x="719" y="0"/>
                  <a:pt x="742" y="1"/>
                  <a:pt x="764" y="3"/>
                </a:cubicBezTo>
                <a:cubicBezTo>
                  <a:pt x="787" y="5"/>
                  <a:pt x="809" y="9"/>
                  <a:pt x="832" y="13"/>
                </a:cubicBezTo>
                <a:cubicBezTo>
                  <a:pt x="854" y="18"/>
                  <a:pt x="876" y="23"/>
                  <a:pt x="898" y="30"/>
                </a:cubicBezTo>
                <a:cubicBezTo>
                  <a:pt x="920" y="37"/>
                  <a:pt x="941" y="44"/>
                  <a:pt x="962" y="53"/>
                </a:cubicBezTo>
                <a:cubicBezTo>
                  <a:pt x="984" y="62"/>
                  <a:pt x="1004" y="71"/>
                  <a:pt x="1024" y="82"/>
                </a:cubicBezTo>
                <a:cubicBezTo>
                  <a:pt x="1044" y="93"/>
                  <a:pt x="1064" y="105"/>
                  <a:pt x="1083" y="117"/>
                </a:cubicBezTo>
                <a:cubicBezTo>
                  <a:pt x="1103" y="130"/>
                  <a:pt x="1121" y="144"/>
                  <a:pt x="1139" y="158"/>
                </a:cubicBezTo>
                <a:cubicBezTo>
                  <a:pt x="1156" y="172"/>
                  <a:pt x="1173" y="188"/>
                  <a:pt x="1189" y="204"/>
                </a:cubicBezTo>
                <a:cubicBezTo>
                  <a:pt x="1205" y="220"/>
                  <a:pt x="1221" y="237"/>
                  <a:pt x="1235" y="255"/>
                </a:cubicBezTo>
                <a:cubicBezTo>
                  <a:pt x="1250" y="272"/>
                  <a:pt x="1263" y="290"/>
                  <a:pt x="1276" y="309"/>
                </a:cubicBezTo>
                <a:cubicBezTo>
                  <a:pt x="1289" y="328"/>
                  <a:pt x="1300" y="348"/>
                  <a:pt x="1311" y="368"/>
                </a:cubicBezTo>
                <a:cubicBezTo>
                  <a:pt x="1322" y="388"/>
                  <a:pt x="1332" y="409"/>
                  <a:pt x="1340" y="430"/>
                </a:cubicBezTo>
                <a:cubicBezTo>
                  <a:pt x="1349" y="451"/>
                  <a:pt x="1357" y="472"/>
                  <a:pt x="1363" y="494"/>
                </a:cubicBezTo>
                <a:cubicBezTo>
                  <a:pt x="1370" y="516"/>
                  <a:pt x="1375" y="539"/>
                  <a:pt x="1380" y="561"/>
                </a:cubicBezTo>
                <a:cubicBezTo>
                  <a:pt x="1384" y="584"/>
                  <a:pt x="1388" y="606"/>
                  <a:pt x="1390" y="629"/>
                </a:cubicBezTo>
                <a:cubicBezTo>
                  <a:pt x="1392" y="652"/>
                  <a:pt x="1393" y="674"/>
                  <a:pt x="1393" y="697"/>
                </a:cubicBezTo>
                <a:close/>
              </a:path>
            </a:pathLst>
          </a:custGeom>
          <a:solidFill>
            <a:srgbClr val="C0C0C0">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217" name="図 216"/>
          <p:cNvPicPr/>
          <p:nvPr/>
        </p:nvPicPr>
        <p:blipFill>
          <a:blip r:embed="rId6"/>
          <a:stretch/>
        </p:blipFill>
        <p:spPr>
          <a:xfrm>
            <a:off x="9526680" y="2715840"/>
            <a:ext cx="200160" cy="200160"/>
          </a:xfrm>
          <a:prstGeom prst="rect">
            <a:avLst/>
          </a:prstGeom>
          <a:noFill/>
          <a:ln w="0">
            <a:noFill/>
          </a:ln>
        </p:spPr>
      </p:pic>
      <p:sp>
        <p:nvSpPr>
          <p:cNvPr id="218" name="テキスト ボックス 217"/>
          <p:cNvSpPr txBox="1"/>
          <p:nvPr/>
        </p:nvSpPr>
        <p:spPr>
          <a:xfrm>
            <a:off x="9358920" y="2332800"/>
            <a:ext cx="5371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安全対応</a:t>
            </a:r>
            <a:endParaRPr lang="en-US" sz="1050" b="0" u="none" strike="noStrike">
              <a:solidFill>
                <a:srgbClr val="000000"/>
              </a:solidFill>
              <a:effectLst/>
              <a:uFillTx/>
              <a:latin typeface="Times New Roman"/>
            </a:endParaRPr>
          </a:p>
        </p:txBody>
      </p:sp>
      <p:sp>
        <p:nvSpPr>
          <p:cNvPr id="219" name="テキスト ボックス 218"/>
          <p:cNvSpPr txBox="1"/>
          <p:nvPr/>
        </p:nvSpPr>
        <p:spPr>
          <a:xfrm>
            <a:off x="9334080" y="3159000"/>
            <a:ext cx="587520" cy="169560"/>
          </a:xfrm>
          <a:prstGeom prst="rect">
            <a:avLst/>
          </a:prstGeom>
          <a:noFill/>
          <a:ln w="0">
            <a:noFill/>
          </a:ln>
        </p:spPr>
        <p:txBody>
          <a:bodyPr wrap="none" lIns="0" tIns="0" rIns="0" bIns="0" anchor="t">
            <a:spAutoFit/>
          </a:bodyPr>
          <a:lstStyle/>
          <a:p>
            <a:r>
              <a:rPr lang="zh-CN" sz="920" b="0" u="none" strike="noStrike">
                <a:solidFill>
                  <a:srgbClr val="FFFFFF"/>
                </a:solidFill>
                <a:effectLst/>
                <a:uFillTx/>
                <a:latin typeface="NotoSansJP"/>
                <a:ea typeface="NotoSansJP"/>
              </a:rPr>
              <a:t>警告または</a:t>
            </a:r>
            <a:endParaRPr lang="en-US" sz="920" b="0" u="none" strike="noStrike">
              <a:solidFill>
                <a:srgbClr val="000000"/>
              </a:solidFill>
              <a:effectLst/>
              <a:uFillTx/>
              <a:latin typeface="Times New Roman"/>
            </a:endParaRPr>
          </a:p>
        </p:txBody>
      </p:sp>
      <p:pic>
        <p:nvPicPr>
          <p:cNvPr id="220" name="図 219"/>
          <p:cNvPicPr/>
          <p:nvPr/>
        </p:nvPicPr>
        <p:blipFill>
          <a:blip r:embed="rId7"/>
          <a:stretch/>
        </p:blipFill>
        <p:spPr>
          <a:xfrm>
            <a:off x="401040" y="5557320"/>
            <a:ext cx="116640" cy="116640"/>
          </a:xfrm>
          <a:prstGeom prst="rect">
            <a:avLst/>
          </a:prstGeom>
          <a:noFill/>
          <a:ln w="0">
            <a:noFill/>
          </a:ln>
        </p:spPr>
      </p:pic>
      <p:sp>
        <p:nvSpPr>
          <p:cNvPr id="221" name="テキスト ボックス 220"/>
          <p:cNvSpPr txBox="1"/>
          <p:nvPr/>
        </p:nvSpPr>
        <p:spPr>
          <a:xfrm>
            <a:off x="9100080" y="3326040"/>
            <a:ext cx="1056960" cy="169560"/>
          </a:xfrm>
          <a:prstGeom prst="rect">
            <a:avLst/>
          </a:prstGeom>
          <a:noFill/>
          <a:ln w="0">
            <a:noFill/>
          </a:ln>
        </p:spPr>
        <p:txBody>
          <a:bodyPr wrap="none" lIns="0" tIns="0" rIns="0" bIns="0" anchor="t">
            <a:spAutoFit/>
          </a:bodyPr>
          <a:lstStyle/>
          <a:p>
            <a:r>
              <a:rPr lang="zh-CN" sz="920" b="0" u="none" strike="noStrike">
                <a:solidFill>
                  <a:srgbClr val="FFFFFF"/>
                </a:solidFill>
                <a:effectLst/>
                <a:uFillTx/>
                <a:latin typeface="NotoSansJP"/>
                <a:ea typeface="NotoSansJP"/>
              </a:rPr>
              <a:t>自動制御による対応</a:t>
            </a:r>
            <a:endParaRPr lang="en-US" sz="920" b="0" u="none" strike="noStrike">
              <a:solidFill>
                <a:srgbClr val="000000"/>
              </a:solidFill>
              <a:effectLst/>
              <a:uFillTx/>
              <a:latin typeface="Times New Roman"/>
            </a:endParaRPr>
          </a:p>
        </p:txBody>
      </p:sp>
      <p:pic>
        <p:nvPicPr>
          <p:cNvPr id="222" name="図 221"/>
          <p:cNvPicPr/>
          <p:nvPr/>
        </p:nvPicPr>
        <p:blipFill>
          <a:blip r:embed="rId8"/>
          <a:stretch/>
        </p:blipFill>
        <p:spPr>
          <a:xfrm>
            <a:off x="2373480" y="2557080"/>
            <a:ext cx="250200" cy="250200"/>
          </a:xfrm>
          <a:prstGeom prst="rect">
            <a:avLst/>
          </a:prstGeom>
          <a:noFill/>
          <a:ln w="0">
            <a:noFill/>
          </a:ln>
        </p:spPr>
      </p:pic>
      <p:pic>
        <p:nvPicPr>
          <p:cNvPr id="223" name="図 222"/>
          <p:cNvPicPr/>
          <p:nvPr/>
        </p:nvPicPr>
        <p:blipFill>
          <a:blip r:embed="rId8"/>
          <a:stretch/>
        </p:blipFill>
        <p:spPr>
          <a:xfrm>
            <a:off x="5222880" y="2557080"/>
            <a:ext cx="250200" cy="250200"/>
          </a:xfrm>
          <a:prstGeom prst="rect">
            <a:avLst/>
          </a:prstGeom>
          <a:noFill/>
          <a:ln w="0">
            <a:noFill/>
          </a:ln>
        </p:spPr>
      </p:pic>
      <p:pic>
        <p:nvPicPr>
          <p:cNvPr id="224" name="図 223"/>
          <p:cNvPicPr/>
          <p:nvPr/>
        </p:nvPicPr>
        <p:blipFill>
          <a:blip r:embed="rId9"/>
          <a:stretch/>
        </p:blipFill>
        <p:spPr>
          <a:xfrm>
            <a:off x="8072640" y="2557080"/>
            <a:ext cx="250200" cy="250200"/>
          </a:xfrm>
          <a:prstGeom prst="rect">
            <a:avLst/>
          </a:prstGeom>
          <a:noFill/>
          <a:ln w="0">
            <a:noFill/>
          </a:ln>
        </p:spPr>
      </p:pic>
      <p:sp>
        <p:nvSpPr>
          <p:cNvPr id="225" name="フリーフォーム: 図形 224"/>
          <p:cNvSpPr/>
          <p:nvPr/>
        </p:nvSpPr>
        <p:spPr>
          <a:xfrm>
            <a:off x="401040" y="4019400"/>
            <a:ext cx="3167280" cy="1370880"/>
          </a:xfrm>
          <a:custGeom>
            <a:avLst/>
            <a:gdLst/>
            <a:ahLst/>
            <a:cxnLst/>
            <a:rect l="0" t="0" r="r" b="b"/>
            <a:pathLst>
              <a:path w="8798" h="3808">
                <a:moveTo>
                  <a:pt x="0" y="3529"/>
                </a:moveTo>
                <a:lnTo>
                  <a:pt x="0" y="279"/>
                </a:lnTo>
                <a:cubicBezTo>
                  <a:pt x="0" y="260"/>
                  <a:pt x="2" y="242"/>
                  <a:pt x="5" y="224"/>
                </a:cubicBezTo>
                <a:cubicBezTo>
                  <a:pt x="9" y="206"/>
                  <a:pt x="14" y="189"/>
                  <a:pt x="21" y="172"/>
                </a:cubicBezTo>
                <a:cubicBezTo>
                  <a:pt x="28" y="155"/>
                  <a:pt x="37" y="139"/>
                  <a:pt x="47" y="124"/>
                </a:cubicBezTo>
                <a:cubicBezTo>
                  <a:pt x="57" y="109"/>
                  <a:pt x="68" y="94"/>
                  <a:pt x="81" y="82"/>
                </a:cubicBezTo>
                <a:cubicBezTo>
                  <a:pt x="94" y="69"/>
                  <a:pt x="108" y="57"/>
                  <a:pt x="124" y="47"/>
                </a:cubicBezTo>
                <a:cubicBezTo>
                  <a:pt x="139" y="37"/>
                  <a:pt x="155" y="28"/>
                  <a:pt x="172" y="21"/>
                </a:cubicBezTo>
                <a:cubicBezTo>
                  <a:pt x="189" y="14"/>
                  <a:pt x="206" y="9"/>
                  <a:pt x="224" y="5"/>
                </a:cubicBezTo>
                <a:cubicBezTo>
                  <a:pt x="242" y="2"/>
                  <a:pt x="260" y="0"/>
                  <a:pt x="278" y="0"/>
                </a:cubicBezTo>
                <a:lnTo>
                  <a:pt x="8520" y="0"/>
                </a:lnTo>
                <a:cubicBezTo>
                  <a:pt x="8538" y="0"/>
                  <a:pt x="8556" y="2"/>
                  <a:pt x="8574" y="5"/>
                </a:cubicBezTo>
                <a:cubicBezTo>
                  <a:pt x="8592" y="9"/>
                  <a:pt x="8610" y="14"/>
                  <a:pt x="8627" y="21"/>
                </a:cubicBezTo>
                <a:cubicBezTo>
                  <a:pt x="8643" y="28"/>
                  <a:pt x="8659" y="37"/>
                  <a:pt x="8675" y="47"/>
                </a:cubicBezTo>
                <a:cubicBezTo>
                  <a:pt x="8690" y="57"/>
                  <a:pt x="8704" y="69"/>
                  <a:pt x="8717" y="82"/>
                </a:cubicBezTo>
                <a:cubicBezTo>
                  <a:pt x="8730" y="94"/>
                  <a:pt x="8741" y="109"/>
                  <a:pt x="8752" y="124"/>
                </a:cubicBezTo>
                <a:cubicBezTo>
                  <a:pt x="8762" y="139"/>
                  <a:pt x="8770" y="155"/>
                  <a:pt x="8777" y="172"/>
                </a:cubicBezTo>
                <a:cubicBezTo>
                  <a:pt x="8784" y="189"/>
                  <a:pt x="8790" y="206"/>
                  <a:pt x="8793" y="224"/>
                </a:cubicBezTo>
                <a:cubicBezTo>
                  <a:pt x="8797" y="242"/>
                  <a:pt x="8798" y="260"/>
                  <a:pt x="8798" y="279"/>
                </a:cubicBezTo>
                <a:lnTo>
                  <a:pt x="8798" y="3529"/>
                </a:lnTo>
                <a:cubicBezTo>
                  <a:pt x="8798" y="3548"/>
                  <a:pt x="8797" y="3566"/>
                  <a:pt x="8793" y="3584"/>
                </a:cubicBezTo>
                <a:cubicBezTo>
                  <a:pt x="8790" y="3602"/>
                  <a:pt x="8784" y="3619"/>
                  <a:pt x="8777" y="3636"/>
                </a:cubicBezTo>
                <a:cubicBezTo>
                  <a:pt x="8770" y="3653"/>
                  <a:pt x="8762" y="3669"/>
                  <a:pt x="8752" y="3684"/>
                </a:cubicBezTo>
                <a:cubicBezTo>
                  <a:pt x="8741" y="3699"/>
                  <a:pt x="8730" y="3713"/>
                  <a:pt x="8717" y="3726"/>
                </a:cubicBezTo>
                <a:cubicBezTo>
                  <a:pt x="8704" y="3739"/>
                  <a:pt x="8690" y="3751"/>
                  <a:pt x="8675" y="3761"/>
                </a:cubicBezTo>
                <a:cubicBezTo>
                  <a:pt x="8659" y="3771"/>
                  <a:pt x="8643" y="3780"/>
                  <a:pt x="8627" y="3787"/>
                </a:cubicBezTo>
                <a:cubicBezTo>
                  <a:pt x="8610" y="3794"/>
                  <a:pt x="8592" y="3799"/>
                  <a:pt x="8574" y="3803"/>
                </a:cubicBezTo>
                <a:cubicBezTo>
                  <a:pt x="8556" y="3806"/>
                  <a:pt x="8538" y="3808"/>
                  <a:pt x="8520" y="3808"/>
                </a:cubicBezTo>
                <a:lnTo>
                  <a:pt x="278" y="3808"/>
                </a:lnTo>
                <a:cubicBezTo>
                  <a:pt x="260" y="3808"/>
                  <a:pt x="242" y="3806"/>
                  <a:pt x="224" y="3803"/>
                </a:cubicBezTo>
                <a:cubicBezTo>
                  <a:pt x="206" y="3799"/>
                  <a:pt x="189" y="3794"/>
                  <a:pt x="172" y="3787"/>
                </a:cubicBezTo>
                <a:cubicBezTo>
                  <a:pt x="155" y="3780"/>
                  <a:pt x="139" y="3771"/>
                  <a:pt x="124" y="3761"/>
                </a:cubicBezTo>
                <a:cubicBezTo>
                  <a:pt x="108" y="3751"/>
                  <a:pt x="94" y="3739"/>
                  <a:pt x="81" y="3726"/>
                </a:cubicBezTo>
                <a:cubicBezTo>
                  <a:pt x="68" y="3713"/>
                  <a:pt x="57" y="3699"/>
                  <a:pt x="47" y="3684"/>
                </a:cubicBezTo>
                <a:cubicBezTo>
                  <a:pt x="37" y="3669"/>
                  <a:pt x="28" y="3653"/>
                  <a:pt x="21" y="3636"/>
                </a:cubicBezTo>
                <a:cubicBezTo>
                  <a:pt x="14" y="3619"/>
                  <a:pt x="9" y="3602"/>
                  <a:pt x="5" y="3584"/>
                </a:cubicBezTo>
                <a:cubicBezTo>
                  <a:pt x="2" y="3566"/>
                  <a:pt x="0" y="3548"/>
                  <a:pt x="0" y="3529"/>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226" name="図 225"/>
          <p:cNvPicPr/>
          <p:nvPr/>
        </p:nvPicPr>
        <p:blipFill>
          <a:blip r:embed="rId10"/>
          <a:stretch/>
        </p:blipFill>
        <p:spPr>
          <a:xfrm>
            <a:off x="601560" y="4262040"/>
            <a:ext cx="283680" cy="250200"/>
          </a:xfrm>
          <a:prstGeom prst="rect">
            <a:avLst/>
          </a:prstGeom>
          <a:noFill/>
          <a:ln w="0">
            <a:noFill/>
          </a:ln>
        </p:spPr>
      </p:pic>
      <p:sp>
        <p:nvSpPr>
          <p:cNvPr id="227" name="テキスト ボックス 226"/>
          <p:cNvSpPr txBox="1"/>
          <p:nvPr/>
        </p:nvSpPr>
        <p:spPr>
          <a:xfrm>
            <a:off x="612000" y="5549040"/>
            <a:ext cx="7480440" cy="175680"/>
          </a:xfrm>
          <a:prstGeom prst="rect">
            <a:avLst/>
          </a:prstGeom>
          <a:noFill/>
          <a:ln w="0">
            <a:noFill/>
          </a:ln>
        </p:spPr>
        <p:txBody>
          <a:bodyPr wrap="none" lIns="0" tIns="0" rIns="0" bIns="0" anchor="t">
            <a:spAutoFit/>
          </a:bodyPr>
          <a:lstStyle/>
          <a:p>
            <a:r>
              <a:rPr lang="en-US" sz="950" b="0" u="none" strike="noStrike">
                <a:solidFill>
                  <a:srgbClr val="99A1AF"/>
                </a:solidFill>
                <a:effectLst/>
                <a:uFillTx/>
                <a:latin typeface="NotoSansJP"/>
                <a:ea typeface="NotoSansJP"/>
              </a:rPr>
              <a:t> NEC</a:t>
            </a:r>
            <a:r>
              <a:rPr lang="zh-CN" sz="950" b="0" u="none" strike="noStrike">
                <a:solidFill>
                  <a:srgbClr val="99A1AF"/>
                </a:solidFill>
                <a:effectLst/>
                <a:uFillTx/>
                <a:latin typeface="NotoSansJP"/>
                <a:ea typeface="NotoSansJP"/>
              </a:rPr>
              <a:t>ソリューションイノベータの車両周辺監視ソフトウェアなどは、</a:t>
            </a:r>
            <a:r>
              <a:rPr lang="en-US" sz="950" b="0" u="none" strike="noStrike">
                <a:solidFill>
                  <a:srgbClr val="99A1AF"/>
                </a:solidFill>
                <a:effectLst/>
                <a:uFillTx/>
                <a:latin typeface="NotoSansJP"/>
                <a:ea typeface="NotoSansJP"/>
              </a:rPr>
              <a:t>AI</a:t>
            </a:r>
            <a:r>
              <a:rPr lang="zh-CN" sz="950" b="0" u="none" strike="noStrike">
                <a:solidFill>
                  <a:srgbClr val="99A1AF"/>
                </a:solidFill>
                <a:effectLst/>
                <a:uFillTx/>
                <a:latin typeface="NotoSansJP"/>
                <a:ea typeface="NotoSansJP"/>
              </a:rPr>
              <a:t>が周辺の移動体を正確に認識し、安全運転を支援する好例です。</a:t>
            </a:r>
            <a:endParaRPr lang="en-US" sz="950" b="0" u="none" strike="noStrike">
              <a:solidFill>
                <a:srgbClr val="000000"/>
              </a:solidFill>
              <a:effectLst/>
              <a:uFillTx/>
              <a:latin typeface="Times New Roman"/>
            </a:endParaRPr>
          </a:p>
        </p:txBody>
      </p:sp>
      <p:sp>
        <p:nvSpPr>
          <p:cNvPr id="228" name="テキスト ボックス 227"/>
          <p:cNvSpPr txBox="1"/>
          <p:nvPr/>
        </p:nvSpPr>
        <p:spPr>
          <a:xfrm>
            <a:off x="1019520" y="4248720"/>
            <a:ext cx="218016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周辺環境のリアルタイム認識</a:t>
            </a:r>
            <a:endParaRPr lang="en-US" sz="1320" b="0" u="none" strike="noStrike">
              <a:solidFill>
                <a:srgbClr val="000000"/>
              </a:solidFill>
              <a:effectLst/>
              <a:uFillTx/>
              <a:latin typeface="Times New Roman"/>
            </a:endParaRPr>
          </a:p>
        </p:txBody>
      </p:sp>
      <p:sp>
        <p:nvSpPr>
          <p:cNvPr id="229" name="テキスト ボックス 228"/>
          <p:cNvSpPr txBox="1"/>
          <p:nvPr/>
        </p:nvSpPr>
        <p:spPr>
          <a:xfrm>
            <a:off x="1019520" y="4546080"/>
            <a:ext cx="2372040" cy="169560"/>
          </a:xfrm>
          <a:prstGeom prst="rect">
            <a:avLst/>
          </a:prstGeom>
          <a:noFill/>
          <a:ln w="0">
            <a:noFill/>
          </a:ln>
        </p:spPr>
        <p:txBody>
          <a:bodyPr wrap="none" lIns="0" tIns="0" rIns="0" bIns="0" anchor="t">
            <a:spAutoFit/>
          </a:bodyPr>
          <a:lstStyle/>
          <a:p>
            <a:r>
              <a:rPr lang="en-US" sz="920" b="0" u="none" strike="noStrike">
                <a:solidFill>
                  <a:srgbClr val="D1D5DC"/>
                </a:solidFill>
                <a:effectLst/>
                <a:uFillTx/>
                <a:latin typeface="NotoSansJP"/>
                <a:ea typeface="NotoSansJP"/>
              </a:rPr>
              <a:t>AI</a:t>
            </a:r>
            <a:r>
              <a:rPr lang="zh-CN" sz="920" b="0" u="none" strike="noStrike">
                <a:solidFill>
                  <a:srgbClr val="D1D5DC"/>
                </a:solidFill>
                <a:effectLst/>
                <a:uFillTx/>
                <a:latin typeface="NotoSansJP"/>
                <a:ea typeface="NotoSansJP"/>
              </a:rPr>
              <a:t>は歩行者、自転車、他の車両、交通標識、</a:t>
            </a:r>
            <a:endParaRPr lang="en-US" sz="920" b="0" u="none" strike="noStrike">
              <a:solidFill>
                <a:srgbClr val="000000"/>
              </a:solidFill>
              <a:effectLst/>
              <a:uFillTx/>
              <a:latin typeface="Times New Roman"/>
            </a:endParaRPr>
          </a:p>
        </p:txBody>
      </p:sp>
      <p:sp>
        <p:nvSpPr>
          <p:cNvPr id="230" name="テキスト ボックス 229"/>
          <p:cNvSpPr txBox="1"/>
          <p:nvPr/>
        </p:nvSpPr>
        <p:spPr>
          <a:xfrm>
            <a:off x="1019520" y="4713120"/>
            <a:ext cx="234756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白線などを高精度で検出‧識別。衝突の危険</a:t>
            </a:r>
            <a:endParaRPr lang="en-US" sz="920" b="0" u="none" strike="noStrike">
              <a:solidFill>
                <a:srgbClr val="000000"/>
              </a:solidFill>
              <a:effectLst/>
              <a:uFillTx/>
              <a:latin typeface="Times New Roman"/>
            </a:endParaRPr>
          </a:p>
        </p:txBody>
      </p:sp>
      <p:sp>
        <p:nvSpPr>
          <p:cNvPr id="231" name="テキスト ボックス 230"/>
          <p:cNvSpPr txBox="1"/>
          <p:nvPr/>
        </p:nvSpPr>
        <p:spPr>
          <a:xfrm>
            <a:off x="1019520" y="4880520"/>
            <a:ext cx="234756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を予測し、運転支援システムの精度を高めま</a:t>
            </a:r>
            <a:endParaRPr lang="en-US" sz="920" b="0" u="none" strike="noStrike">
              <a:solidFill>
                <a:srgbClr val="000000"/>
              </a:solidFill>
              <a:effectLst/>
              <a:uFillTx/>
              <a:latin typeface="Times New Roman"/>
            </a:endParaRPr>
          </a:p>
        </p:txBody>
      </p:sp>
      <p:sp>
        <p:nvSpPr>
          <p:cNvPr id="232" name="フリーフォーム: 図形 231"/>
          <p:cNvSpPr/>
          <p:nvPr/>
        </p:nvSpPr>
        <p:spPr>
          <a:xfrm>
            <a:off x="3768840" y="4019400"/>
            <a:ext cx="3159000" cy="1370880"/>
          </a:xfrm>
          <a:custGeom>
            <a:avLst/>
            <a:gdLst/>
            <a:ahLst/>
            <a:cxnLst/>
            <a:rect l="0" t="0" r="r" b="b"/>
            <a:pathLst>
              <a:path w="8775" h="3808">
                <a:moveTo>
                  <a:pt x="0" y="3529"/>
                </a:moveTo>
                <a:lnTo>
                  <a:pt x="0" y="279"/>
                </a:lnTo>
                <a:cubicBezTo>
                  <a:pt x="0" y="260"/>
                  <a:pt x="1" y="242"/>
                  <a:pt x="5" y="224"/>
                </a:cubicBezTo>
                <a:cubicBezTo>
                  <a:pt x="9" y="206"/>
                  <a:pt x="14" y="189"/>
                  <a:pt x="21" y="172"/>
                </a:cubicBezTo>
                <a:cubicBezTo>
                  <a:pt x="28" y="155"/>
                  <a:pt x="36" y="139"/>
                  <a:pt x="47" y="124"/>
                </a:cubicBezTo>
                <a:cubicBezTo>
                  <a:pt x="57" y="109"/>
                  <a:pt x="68" y="94"/>
                  <a:pt x="81" y="82"/>
                </a:cubicBezTo>
                <a:cubicBezTo>
                  <a:pt x="94" y="69"/>
                  <a:pt x="108" y="57"/>
                  <a:pt x="123" y="47"/>
                </a:cubicBezTo>
                <a:cubicBezTo>
                  <a:pt x="139" y="37"/>
                  <a:pt x="155" y="28"/>
                  <a:pt x="172" y="21"/>
                </a:cubicBezTo>
                <a:cubicBezTo>
                  <a:pt x="188" y="14"/>
                  <a:pt x="206" y="9"/>
                  <a:pt x="224" y="5"/>
                </a:cubicBezTo>
                <a:cubicBezTo>
                  <a:pt x="242" y="2"/>
                  <a:pt x="260" y="0"/>
                  <a:pt x="278" y="0"/>
                </a:cubicBezTo>
                <a:lnTo>
                  <a:pt x="8497" y="0"/>
                </a:lnTo>
                <a:cubicBezTo>
                  <a:pt x="8515" y="0"/>
                  <a:pt x="8533" y="2"/>
                  <a:pt x="8551" y="5"/>
                </a:cubicBezTo>
                <a:cubicBezTo>
                  <a:pt x="8569" y="9"/>
                  <a:pt x="8586" y="14"/>
                  <a:pt x="8603" y="21"/>
                </a:cubicBezTo>
                <a:cubicBezTo>
                  <a:pt x="8620" y="28"/>
                  <a:pt x="8636" y="37"/>
                  <a:pt x="8651" y="47"/>
                </a:cubicBezTo>
                <a:cubicBezTo>
                  <a:pt x="8667" y="57"/>
                  <a:pt x="8681" y="69"/>
                  <a:pt x="8694" y="82"/>
                </a:cubicBezTo>
                <a:cubicBezTo>
                  <a:pt x="8706" y="94"/>
                  <a:pt x="8718" y="109"/>
                  <a:pt x="8728" y="124"/>
                </a:cubicBezTo>
                <a:cubicBezTo>
                  <a:pt x="8738" y="139"/>
                  <a:pt x="8747" y="155"/>
                  <a:pt x="8754" y="172"/>
                </a:cubicBezTo>
                <a:cubicBezTo>
                  <a:pt x="8761" y="189"/>
                  <a:pt x="8766" y="206"/>
                  <a:pt x="8770" y="224"/>
                </a:cubicBezTo>
                <a:cubicBezTo>
                  <a:pt x="8773" y="242"/>
                  <a:pt x="8775" y="260"/>
                  <a:pt x="8775" y="279"/>
                </a:cubicBezTo>
                <a:lnTo>
                  <a:pt x="8775" y="3529"/>
                </a:lnTo>
                <a:cubicBezTo>
                  <a:pt x="8775" y="3548"/>
                  <a:pt x="8773" y="3566"/>
                  <a:pt x="8770" y="3584"/>
                </a:cubicBezTo>
                <a:cubicBezTo>
                  <a:pt x="8766" y="3602"/>
                  <a:pt x="8761" y="3619"/>
                  <a:pt x="8754" y="3636"/>
                </a:cubicBezTo>
                <a:cubicBezTo>
                  <a:pt x="8747" y="3653"/>
                  <a:pt x="8738" y="3669"/>
                  <a:pt x="8728" y="3684"/>
                </a:cubicBezTo>
                <a:cubicBezTo>
                  <a:pt x="8718" y="3699"/>
                  <a:pt x="8706" y="3713"/>
                  <a:pt x="8694" y="3726"/>
                </a:cubicBezTo>
                <a:cubicBezTo>
                  <a:pt x="8681" y="3739"/>
                  <a:pt x="8667" y="3751"/>
                  <a:pt x="8651" y="3761"/>
                </a:cubicBezTo>
                <a:cubicBezTo>
                  <a:pt x="8636" y="3771"/>
                  <a:pt x="8620" y="3780"/>
                  <a:pt x="8603" y="3787"/>
                </a:cubicBezTo>
                <a:cubicBezTo>
                  <a:pt x="8586" y="3794"/>
                  <a:pt x="8569" y="3799"/>
                  <a:pt x="8551" y="3803"/>
                </a:cubicBezTo>
                <a:cubicBezTo>
                  <a:pt x="8533" y="3806"/>
                  <a:pt x="8515" y="3808"/>
                  <a:pt x="8497" y="3808"/>
                </a:cubicBezTo>
                <a:lnTo>
                  <a:pt x="278" y="3808"/>
                </a:lnTo>
                <a:cubicBezTo>
                  <a:pt x="260" y="3808"/>
                  <a:pt x="242" y="3806"/>
                  <a:pt x="224" y="3803"/>
                </a:cubicBezTo>
                <a:cubicBezTo>
                  <a:pt x="206" y="3799"/>
                  <a:pt x="188" y="3794"/>
                  <a:pt x="172" y="3787"/>
                </a:cubicBezTo>
                <a:cubicBezTo>
                  <a:pt x="155" y="3780"/>
                  <a:pt x="139" y="3771"/>
                  <a:pt x="123" y="3761"/>
                </a:cubicBezTo>
                <a:cubicBezTo>
                  <a:pt x="108" y="3751"/>
                  <a:pt x="94" y="3739"/>
                  <a:pt x="81" y="3726"/>
                </a:cubicBezTo>
                <a:cubicBezTo>
                  <a:pt x="68" y="3713"/>
                  <a:pt x="57" y="3699"/>
                  <a:pt x="47" y="3684"/>
                </a:cubicBezTo>
                <a:cubicBezTo>
                  <a:pt x="36" y="3669"/>
                  <a:pt x="28" y="3653"/>
                  <a:pt x="21" y="3636"/>
                </a:cubicBezTo>
                <a:cubicBezTo>
                  <a:pt x="14" y="3619"/>
                  <a:pt x="9" y="3602"/>
                  <a:pt x="5" y="3584"/>
                </a:cubicBezTo>
                <a:cubicBezTo>
                  <a:pt x="1" y="3566"/>
                  <a:pt x="0" y="3548"/>
                  <a:pt x="0" y="3529"/>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233" name="図 232"/>
          <p:cNvPicPr/>
          <p:nvPr/>
        </p:nvPicPr>
        <p:blipFill>
          <a:blip r:embed="rId11"/>
          <a:stretch/>
        </p:blipFill>
        <p:spPr>
          <a:xfrm>
            <a:off x="3969360" y="4262040"/>
            <a:ext cx="250200" cy="250200"/>
          </a:xfrm>
          <a:prstGeom prst="rect">
            <a:avLst/>
          </a:prstGeom>
          <a:noFill/>
          <a:ln w="0">
            <a:noFill/>
          </a:ln>
        </p:spPr>
      </p:pic>
      <p:sp>
        <p:nvSpPr>
          <p:cNvPr id="234" name="テキスト ボックス 233"/>
          <p:cNvSpPr txBox="1"/>
          <p:nvPr/>
        </p:nvSpPr>
        <p:spPr>
          <a:xfrm>
            <a:off x="1019520" y="5047560"/>
            <a:ext cx="23544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す。</a:t>
            </a:r>
            <a:endParaRPr lang="en-US" sz="920" b="0" u="none" strike="noStrike">
              <a:solidFill>
                <a:srgbClr val="000000"/>
              </a:solidFill>
              <a:effectLst/>
              <a:uFillTx/>
              <a:latin typeface="Times New Roman"/>
            </a:endParaRPr>
          </a:p>
        </p:txBody>
      </p:sp>
      <p:sp>
        <p:nvSpPr>
          <p:cNvPr id="235" name="テキスト ボックス 234"/>
          <p:cNvSpPr txBox="1"/>
          <p:nvPr/>
        </p:nvSpPr>
        <p:spPr>
          <a:xfrm>
            <a:off x="4350960" y="4248720"/>
            <a:ext cx="167724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悪条件下での性能維持</a:t>
            </a:r>
            <a:endParaRPr lang="en-US" sz="1320" b="0" u="none" strike="noStrike">
              <a:solidFill>
                <a:srgbClr val="000000"/>
              </a:solidFill>
              <a:effectLst/>
              <a:uFillTx/>
              <a:latin typeface="Times New Roman"/>
            </a:endParaRPr>
          </a:p>
        </p:txBody>
      </p:sp>
      <p:sp>
        <p:nvSpPr>
          <p:cNvPr id="236" name="テキスト ボックス 235"/>
          <p:cNvSpPr txBox="1"/>
          <p:nvPr/>
        </p:nvSpPr>
        <p:spPr>
          <a:xfrm>
            <a:off x="4350960" y="4546080"/>
            <a:ext cx="234756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雨や霧、夜間といった人間の視界が悪化する</a:t>
            </a:r>
            <a:endParaRPr lang="en-US" sz="920" b="0" u="none" strike="noStrike">
              <a:solidFill>
                <a:srgbClr val="000000"/>
              </a:solidFill>
              <a:effectLst/>
              <a:uFillTx/>
              <a:latin typeface="Times New Roman"/>
            </a:endParaRPr>
          </a:p>
        </p:txBody>
      </p:sp>
      <p:sp>
        <p:nvSpPr>
          <p:cNvPr id="237" name="テキスト ボックス 236"/>
          <p:cNvSpPr txBox="1"/>
          <p:nvPr/>
        </p:nvSpPr>
        <p:spPr>
          <a:xfrm>
            <a:off x="4350960" y="4713120"/>
            <a:ext cx="240624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状況でも、</a:t>
            </a:r>
            <a:r>
              <a:rPr lang="en-US" sz="920" b="0" u="none" strike="noStrike">
                <a:solidFill>
                  <a:srgbClr val="D1D5DC"/>
                </a:solidFill>
                <a:effectLst/>
                <a:uFillTx/>
                <a:latin typeface="NotoSansJP"/>
                <a:ea typeface="NotoSansJP"/>
              </a:rPr>
              <a:t>AI</a:t>
            </a:r>
            <a:r>
              <a:rPr lang="zh-CN" sz="920" b="0" u="none" strike="noStrike">
                <a:solidFill>
                  <a:srgbClr val="D1D5DC"/>
                </a:solidFill>
                <a:effectLst/>
                <a:uFillTx/>
                <a:latin typeface="NotoSansJP"/>
                <a:ea typeface="NotoSansJP"/>
              </a:rPr>
              <a:t>は複数のセンサー情報を組み合</a:t>
            </a:r>
            <a:endParaRPr lang="en-US" sz="920" b="0" u="none" strike="noStrike">
              <a:solidFill>
                <a:srgbClr val="000000"/>
              </a:solidFill>
              <a:effectLst/>
              <a:uFillTx/>
              <a:latin typeface="Times New Roman"/>
            </a:endParaRPr>
          </a:p>
        </p:txBody>
      </p:sp>
      <p:sp>
        <p:nvSpPr>
          <p:cNvPr id="238" name="フリーフォーム: 図形 237"/>
          <p:cNvSpPr/>
          <p:nvPr/>
        </p:nvSpPr>
        <p:spPr>
          <a:xfrm>
            <a:off x="7128000" y="4019400"/>
            <a:ext cx="3167640" cy="1370880"/>
          </a:xfrm>
          <a:custGeom>
            <a:avLst/>
            <a:gdLst/>
            <a:ahLst/>
            <a:cxnLst/>
            <a:rect l="0" t="0" r="r" b="b"/>
            <a:pathLst>
              <a:path w="8799" h="3808">
                <a:moveTo>
                  <a:pt x="0" y="3529"/>
                </a:moveTo>
                <a:lnTo>
                  <a:pt x="0" y="279"/>
                </a:lnTo>
                <a:cubicBezTo>
                  <a:pt x="0" y="260"/>
                  <a:pt x="2" y="242"/>
                  <a:pt x="6" y="224"/>
                </a:cubicBezTo>
                <a:cubicBezTo>
                  <a:pt x="9" y="206"/>
                  <a:pt x="14" y="189"/>
                  <a:pt x="21" y="172"/>
                </a:cubicBezTo>
                <a:cubicBezTo>
                  <a:pt x="28" y="155"/>
                  <a:pt x="37" y="139"/>
                  <a:pt x="47" y="124"/>
                </a:cubicBezTo>
                <a:cubicBezTo>
                  <a:pt x="57" y="109"/>
                  <a:pt x="69" y="94"/>
                  <a:pt x="82" y="82"/>
                </a:cubicBezTo>
                <a:cubicBezTo>
                  <a:pt x="95" y="69"/>
                  <a:pt x="109" y="57"/>
                  <a:pt x="124" y="47"/>
                </a:cubicBezTo>
                <a:cubicBezTo>
                  <a:pt x="139" y="37"/>
                  <a:pt x="155" y="28"/>
                  <a:pt x="172" y="21"/>
                </a:cubicBezTo>
                <a:cubicBezTo>
                  <a:pt x="189" y="14"/>
                  <a:pt x="207" y="9"/>
                  <a:pt x="224" y="5"/>
                </a:cubicBezTo>
                <a:cubicBezTo>
                  <a:pt x="242" y="2"/>
                  <a:pt x="261" y="0"/>
                  <a:pt x="279" y="0"/>
                </a:cubicBezTo>
                <a:lnTo>
                  <a:pt x="8520" y="0"/>
                </a:lnTo>
                <a:cubicBezTo>
                  <a:pt x="8539" y="0"/>
                  <a:pt x="8557" y="2"/>
                  <a:pt x="8575" y="5"/>
                </a:cubicBezTo>
                <a:cubicBezTo>
                  <a:pt x="8593" y="9"/>
                  <a:pt x="8610" y="14"/>
                  <a:pt x="8627" y="21"/>
                </a:cubicBezTo>
                <a:cubicBezTo>
                  <a:pt x="8644" y="28"/>
                  <a:pt x="8660" y="37"/>
                  <a:pt x="8675" y="47"/>
                </a:cubicBezTo>
                <a:cubicBezTo>
                  <a:pt x="8690" y="57"/>
                  <a:pt x="8704" y="69"/>
                  <a:pt x="8717" y="82"/>
                </a:cubicBezTo>
                <a:cubicBezTo>
                  <a:pt x="8730" y="94"/>
                  <a:pt x="8742" y="109"/>
                  <a:pt x="8752" y="124"/>
                </a:cubicBezTo>
                <a:cubicBezTo>
                  <a:pt x="8762" y="139"/>
                  <a:pt x="8771" y="155"/>
                  <a:pt x="8778" y="172"/>
                </a:cubicBezTo>
                <a:cubicBezTo>
                  <a:pt x="8785" y="189"/>
                  <a:pt x="8790" y="206"/>
                  <a:pt x="8794" y="224"/>
                </a:cubicBezTo>
                <a:cubicBezTo>
                  <a:pt x="8797" y="242"/>
                  <a:pt x="8799" y="260"/>
                  <a:pt x="8799" y="279"/>
                </a:cubicBezTo>
                <a:lnTo>
                  <a:pt x="8799" y="3529"/>
                </a:lnTo>
                <a:cubicBezTo>
                  <a:pt x="8799" y="3548"/>
                  <a:pt x="8797" y="3566"/>
                  <a:pt x="8794" y="3584"/>
                </a:cubicBezTo>
                <a:cubicBezTo>
                  <a:pt x="8790" y="3602"/>
                  <a:pt x="8785" y="3619"/>
                  <a:pt x="8778" y="3636"/>
                </a:cubicBezTo>
                <a:cubicBezTo>
                  <a:pt x="8771" y="3653"/>
                  <a:pt x="8762" y="3669"/>
                  <a:pt x="8752" y="3684"/>
                </a:cubicBezTo>
                <a:cubicBezTo>
                  <a:pt x="8742" y="3699"/>
                  <a:pt x="8730" y="3713"/>
                  <a:pt x="8717" y="3726"/>
                </a:cubicBezTo>
                <a:cubicBezTo>
                  <a:pt x="8704" y="3739"/>
                  <a:pt x="8690" y="3751"/>
                  <a:pt x="8675" y="3761"/>
                </a:cubicBezTo>
                <a:cubicBezTo>
                  <a:pt x="8660" y="3771"/>
                  <a:pt x="8644" y="3780"/>
                  <a:pt x="8627" y="3787"/>
                </a:cubicBezTo>
                <a:cubicBezTo>
                  <a:pt x="8610" y="3794"/>
                  <a:pt x="8593" y="3799"/>
                  <a:pt x="8575" y="3803"/>
                </a:cubicBezTo>
                <a:cubicBezTo>
                  <a:pt x="8557" y="3806"/>
                  <a:pt x="8539" y="3808"/>
                  <a:pt x="8520" y="3808"/>
                </a:cubicBezTo>
                <a:lnTo>
                  <a:pt x="279" y="3808"/>
                </a:lnTo>
                <a:cubicBezTo>
                  <a:pt x="261" y="3808"/>
                  <a:pt x="242" y="3806"/>
                  <a:pt x="224" y="3803"/>
                </a:cubicBezTo>
                <a:cubicBezTo>
                  <a:pt x="207" y="3799"/>
                  <a:pt x="189" y="3794"/>
                  <a:pt x="172" y="3787"/>
                </a:cubicBezTo>
                <a:cubicBezTo>
                  <a:pt x="155" y="3780"/>
                  <a:pt x="139" y="3771"/>
                  <a:pt x="124" y="3761"/>
                </a:cubicBezTo>
                <a:cubicBezTo>
                  <a:pt x="109" y="3751"/>
                  <a:pt x="95" y="3739"/>
                  <a:pt x="82" y="3726"/>
                </a:cubicBezTo>
                <a:cubicBezTo>
                  <a:pt x="69" y="3713"/>
                  <a:pt x="57" y="3699"/>
                  <a:pt x="47" y="3684"/>
                </a:cubicBezTo>
                <a:cubicBezTo>
                  <a:pt x="37" y="3669"/>
                  <a:pt x="28" y="3653"/>
                  <a:pt x="21" y="3636"/>
                </a:cubicBezTo>
                <a:cubicBezTo>
                  <a:pt x="14" y="3619"/>
                  <a:pt x="9" y="3602"/>
                  <a:pt x="6" y="3584"/>
                </a:cubicBezTo>
                <a:cubicBezTo>
                  <a:pt x="2" y="3566"/>
                  <a:pt x="0" y="3548"/>
                  <a:pt x="0" y="3529"/>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239" name="図 238"/>
          <p:cNvPicPr/>
          <p:nvPr/>
        </p:nvPicPr>
        <p:blipFill>
          <a:blip r:embed="rId12"/>
          <a:stretch/>
        </p:blipFill>
        <p:spPr>
          <a:xfrm>
            <a:off x="7328880" y="4262040"/>
            <a:ext cx="283680" cy="250200"/>
          </a:xfrm>
          <a:prstGeom prst="rect">
            <a:avLst/>
          </a:prstGeom>
          <a:noFill/>
          <a:ln w="0">
            <a:noFill/>
          </a:ln>
        </p:spPr>
      </p:pic>
      <p:sp>
        <p:nvSpPr>
          <p:cNvPr id="240" name="テキスト ボックス 239"/>
          <p:cNvSpPr txBox="1"/>
          <p:nvPr/>
        </p:nvSpPr>
        <p:spPr>
          <a:xfrm>
            <a:off x="4350960" y="4880520"/>
            <a:ext cx="211284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わせ、安定した認識性能を維持します。</a:t>
            </a:r>
            <a:endParaRPr lang="en-US" sz="920" b="0" u="none" strike="noStrike">
              <a:solidFill>
                <a:srgbClr val="000000"/>
              </a:solidFill>
              <a:effectLst/>
              <a:uFillTx/>
              <a:latin typeface="Times New Roman"/>
            </a:endParaRPr>
          </a:p>
        </p:txBody>
      </p:sp>
      <p:sp>
        <p:nvSpPr>
          <p:cNvPr id="241" name="テキスト ボックス 240"/>
          <p:cNvSpPr txBox="1"/>
          <p:nvPr/>
        </p:nvSpPr>
        <p:spPr>
          <a:xfrm>
            <a:off x="7749360" y="4248720"/>
            <a:ext cx="117432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製造品質の向上</a:t>
            </a:r>
            <a:endParaRPr lang="en-US" sz="1320" b="0" u="none" strike="noStrike">
              <a:solidFill>
                <a:srgbClr val="000000"/>
              </a:solidFill>
              <a:effectLst/>
              <a:uFillTx/>
              <a:latin typeface="Times New Roman"/>
            </a:endParaRPr>
          </a:p>
        </p:txBody>
      </p:sp>
      <p:sp>
        <p:nvSpPr>
          <p:cNvPr id="242" name="テキスト ボックス 241"/>
          <p:cNvSpPr txBox="1"/>
          <p:nvPr/>
        </p:nvSpPr>
        <p:spPr>
          <a:xfrm>
            <a:off x="7749360" y="4546080"/>
            <a:ext cx="240624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製造段階でも</a:t>
            </a:r>
            <a:r>
              <a:rPr lang="en-US" sz="920" b="0" u="none" strike="noStrike">
                <a:solidFill>
                  <a:srgbClr val="D1D5DC"/>
                </a:solidFill>
                <a:effectLst/>
                <a:uFillTx/>
                <a:latin typeface="NotoSansJP"/>
                <a:ea typeface="NotoSansJP"/>
              </a:rPr>
              <a:t>AI</a:t>
            </a:r>
            <a:r>
              <a:rPr lang="zh-CN" sz="920" b="0" u="none" strike="noStrike">
                <a:solidFill>
                  <a:srgbClr val="D1D5DC"/>
                </a:solidFill>
                <a:effectLst/>
                <a:uFillTx/>
                <a:latin typeface="NotoSansJP"/>
                <a:ea typeface="NotoSansJP"/>
              </a:rPr>
              <a:t>の認識技術を活用。人間の目</a:t>
            </a:r>
            <a:endParaRPr lang="en-US" sz="920" b="0" u="none" strike="noStrike">
              <a:solidFill>
                <a:srgbClr val="000000"/>
              </a:solidFill>
              <a:effectLst/>
              <a:uFillTx/>
              <a:latin typeface="Times New Roman"/>
            </a:endParaRPr>
          </a:p>
        </p:txBody>
      </p:sp>
      <p:sp>
        <p:nvSpPr>
          <p:cNvPr id="243" name="テキスト ボックス 242"/>
          <p:cNvSpPr txBox="1"/>
          <p:nvPr/>
        </p:nvSpPr>
        <p:spPr>
          <a:xfrm>
            <a:off x="7749360" y="4713120"/>
            <a:ext cx="234756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では見逃してしまうような微細な傷や欠陥を</a:t>
            </a:r>
            <a:endParaRPr lang="en-US" sz="920" b="0" u="none" strike="noStrike">
              <a:solidFill>
                <a:srgbClr val="000000"/>
              </a:solidFill>
              <a:effectLst/>
              <a:uFillTx/>
              <a:latin typeface="Times New Roman"/>
            </a:endParaRPr>
          </a:p>
        </p:txBody>
      </p:sp>
      <p:sp>
        <p:nvSpPr>
          <p:cNvPr id="244" name="テキスト ボックス 243"/>
          <p:cNvSpPr txBox="1"/>
          <p:nvPr/>
        </p:nvSpPr>
        <p:spPr>
          <a:xfrm>
            <a:off x="7749360" y="4880520"/>
            <a:ext cx="234756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画像から発見し、品質と信頼性を向上させま</a:t>
            </a:r>
            <a:endParaRPr lang="en-US" sz="920" b="0" u="none" strike="noStrike">
              <a:solidFill>
                <a:srgbClr val="000000"/>
              </a:solidFill>
              <a:effectLst/>
              <a:uFillTx/>
              <a:latin typeface="Times New Roman"/>
            </a:endParaRPr>
          </a:p>
        </p:txBody>
      </p:sp>
      <p:pic>
        <p:nvPicPr>
          <p:cNvPr id="245" name="図 244"/>
          <p:cNvPicPr/>
          <p:nvPr/>
        </p:nvPicPr>
        <p:blipFill>
          <a:blip r:embed="rId13"/>
          <a:stretch/>
        </p:blipFill>
        <p:spPr>
          <a:xfrm>
            <a:off x="0" y="6058440"/>
            <a:ext cx="7133400" cy="33120"/>
          </a:xfrm>
          <a:prstGeom prst="rect">
            <a:avLst/>
          </a:prstGeom>
          <a:noFill/>
          <a:ln w="0">
            <a:noFill/>
          </a:ln>
        </p:spPr>
      </p:pic>
      <p:pic>
        <p:nvPicPr>
          <p:cNvPr id="246" name="図 245"/>
          <p:cNvPicPr/>
          <p:nvPr/>
        </p:nvPicPr>
        <p:blipFill>
          <a:blip r:embed="rId14"/>
          <a:stretch/>
        </p:blipFill>
        <p:spPr>
          <a:xfrm>
            <a:off x="9760680" y="1337040"/>
            <a:ext cx="534600" cy="534600"/>
          </a:xfrm>
          <a:prstGeom prst="rect">
            <a:avLst/>
          </a:prstGeom>
          <a:noFill/>
          <a:ln w="0">
            <a:noFill/>
          </a:ln>
        </p:spPr>
      </p:pic>
      <p:pic>
        <p:nvPicPr>
          <p:cNvPr id="247" name="図 246"/>
          <p:cNvPicPr/>
          <p:nvPr/>
        </p:nvPicPr>
        <p:blipFill>
          <a:blip r:embed="rId15"/>
          <a:stretch/>
        </p:blipFill>
        <p:spPr>
          <a:xfrm>
            <a:off x="1604520" y="4688280"/>
            <a:ext cx="334080" cy="334080"/>
          </a:xfrm>
          <a:prstGeom prst="rect">
            <a:avLst/>
          </a:prstGeom>
          <a:noFill/>
          <a:ln w="0">
            <a:noFill/>
          </a:ln>
        </p:spPr>
      </p:pic>
      <p:sp>
        <p:nvSpPr>
          <p:cNvPr id="248" name="テキスト ボックス 247"/>
          <p:cNvSpPr txBox="1"/>
          <p:nvPr/>
        </p:nvSpPr>
        <p:spPr>
          <a:xfrm>
            <a:off x="7749360" y="5047560"/>
            <a:ext cx="23544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す。</a:t>
            </a:r>
            <a:endParaRPr lang="en-US" sz="920" b="0" u="none" strike="noStrike">
              <a:solidFill>
                <a:srgbClr val="000000"/>
              </a:solidFill>
              <a:effectLst/>
              <a:uFillTx/>
              <a:latin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9" name="図 248"/>
          <p:cNvPicPr/>
          <p:nvPr/>
        </p:nvPicPr>
        <p:blipFill>
          <a:blip r:embed="rId2"/>
          <a:stretch/>
        </p:blipFill>
        <p:spPr>
          <a:xfrm>
            <a:off x="0" y="0"/>
            <a:ext cx="10696320" cy="6075000"/>
          </a:xfrm>
          <a:prstGeom prst="rect">
            <a:avLst/>
          </a:prstGeom>
          <a:noFill/>
          <a:ln w="0">
            <a:noFill/>
          </a:ln>
        </p:spPr>
      </p:pic>
      <p:sp>
        <p:nvSpPr>
          <p:cNvPr id="250" name="テキスト ボックス 249"/>
          <p:cNvSpPr txBox="1"/>
          <p:nvPr/>
        </p:nvSpPr>
        <p:spPr>
          <a:xfrm>
            <a:off x="401040" y="389520"/>
            <a:ext cx="270288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予測分析と異常検知</a:t>
            </a:r>
            <a:endParaRPr lang="en-US" sz="2370" b="0" u="none" strike="noStrike">
              <a:solidFill>
                <a:srgbClr val="000000"/>
              </a:solidFill>
              <a:effectLst/>
              <a:uFillTx/>
              <a:latin typeface="Times New Roman"/>
            </a:endParaRPr>
          </a:p>
        </p:txBody>
      </p:sp>
      <p:sp>
        <p:nvSpPr>
          <p:cNvPr id="251" name="テキスト ボックス 250"/>
          <p:cNvSpPr txBox="1"/>
          <p:nvPr/>
        </p:nvSpPr>
        <p:spPr>
          <a:xfrm>
            <a:off x="10002960" y="509760"/>
            <a:ext cx="338760" cy="13608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6 / 17</a:t>
            </a:r>
            <a:endParaRPr lang="en-US" sz="920" b="0" u="none" strike="noStrike">
              <a:solidFill>
                <a:srgbClr val="000000"/>
              </a:solidFill>
              <a:effectLst/>
              <a:uFillTx/>
              <a:latin typeface="Times New Roman"/>
            </a:endParaRPr>
          </a:p>
        </p:txBody>
      </p:sp>
      <p:sp>
        <p:nvSpPr>
          <p:cNvPr id="252" name="テキスト ボックス 251"/>
          <p:cNvSpPr txBox="1"/>
          <p:nvPr/>
        </p:nvSpPr>
        <p:spPr>
          <a:xfrm>
            <a:off x="401040" y="964800"/>
            <a:ext cx="9927000" cy="244080"/>
          </a:xfrm>
          <a:prstGeom prst="rect">
            <a:avLst/>
          </a:prstGeom>
          <a:noFill/>
          <a:ln w="0">
            <a:noFill/>
          </a:ln>
        </p:spPr>
        <p:txBody>
          <a:bodyPr wrap="none" lIns="0" tIns="0" rIns="0" bIns="0" anchor="t">
            <a:spAutoFit/>
          </a:bodyPr>
          <a:lstStyle/>
          <a:p>
            <a:r>
              <a:rPr lang="en-US" sz="1320" b="0" u="none" strike="noStrike">
                <a:solidFill>
                  <a:srgbClr val="D1D5DC"/>
                </a:solidFill>
                <a:effectLst/>
                <a:uFillTx/>
                <a:latin typeface="NotoSansJP"/>
                <a:ea typeface="NotoSansJP"/>
              </a:rPr>
              <a:t>AI</a:t>
            </a:r>
            <a:r>
              <a:rPr lang="zh-CN" sz="1320" b="0" u="none" strike="noStrike">
                <a:solidFill>
                  <a:srgbClr val="D1D5DC"/>
                </a:solidFill>
                <a:effectLst/>
                <a:uFillTx/>
                <a:latin typeface="NotoSansJP"/>
                <a:ea typeface="NotoSansJP"/>
              </a:rPr>
              <a:t>は膨大なデータを分析して将来を予測したり、正常な状態からの逸脱を検知したりする能力に長けています。この能力は、事故を</a:t>
            </a:r>
            <a:endParaRPr lang="en-US" sz="1320" b="0" u="none" strike="noStrike">
              <a:solidFill>
                <a:srgbClr val="000000"/>
              </a:solidFill>
              <a:effectLst/>
              <a:uFillTx/>
              <a:latin typeface="Times New Roman"/>
            </a:endParaRPr>
          </a:p>
        </p:txBody>
      </p:sp>
      <p:sp>
        <p:nvSpPr>
          <p:cNvPr id="253" name="テキスト ボックス 252"/>
          <p:cNvSpPr txBox="1"/>
          <p:nvPr/>
        </p:nvSpPr>
        <p:spPr>
          <a:xfrm>
            <a:off x="401040" y="1198800"/>
            <a:ext cx="570060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未然に防ぐ「予知保全」やサイバーセキュリティ対策に応用されています。</a:t>
            </a:r>
            <a:endParaRPr lang="en-US" sz="1320" b="0" u="none" strike="noStrike">
              <a:solidFill>
                <a:srgbClr val="000000"/>
              </a:solidFill>
              <a:effectLst/>
              <a:uFillTx/>
              <a:latin typeface="Times New Roman"/>
            </a:endParaRPr>
          </a:p>
        </p:txBody>
      </p:sp>
      <p:sp>
        <p:nvSpPr>
          <p:cNvPr id="254" name="テキスト ボックス 253"/>
          <p:cNvSpPr txBox="1"/>
          <p:nvPr/>
        </p:nvSpPr>
        <p:spPr>
          <a:xfrm>
            <a:off x="401040" y="5532120"/>
            <a:ext cx="949320" cy="16956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2025</a:t>
            </a:r>
            <a:r>
              <a:rPr lang="zh-CN" sz="920" b="0" u="none" strike="noStrike">
                <a:solidFill>
                  <a:srgbClr val="99A1AF"/>
                </a:solidFill>
                <a:effectLst/>
                <a:uFillTx/>
                <a:latin typeface="NotoSansJP"/>
                <a:ea typeface="NotoSansJP"/>
              </a:rPr>
              <a:t>年</a:t>
            </a:r>
            <a:r>
              <a:rPr lang="en-US" sz="920" b="0" u="none" strike="noStrike">
                <a:solidFill>
                  <a:srgbClr val="99A1AF"/>
                </a:solidFill>
                <a:effectLst/>
                <a:uFillTx/>
                <a:latin typeface="NotoSansJP"/>
                <a:ea typeface="NotoSansJP"/>
              </a:rPr>
              <a:t>7</a:t>
            </a:r>
            <a:r>
              <a:rPr lang="zh-CN" sz="920" b="0" u="none" strike="noStrike">
                <a:solidFill>
                  <a:srgbClr val="99A1AF"/>
                </a:solidFill>
                <a:effectLst/>
                <a:uFillTx/>
                <a:latin typeface="NotoSansJP"/>
                <a:ea typeface="NotoSansJP"/>
              </a:rPr>
              <a:t>月</a:t>
            </a:r>
            <a:r>
              <a:rPr lang="en-US" sz="920" b="0" u="none" strike="noStrike">
                <a:solidFill>
                  <a:srgbClr val="99A1AF"/>
                </a:solidFill>
                <a:effectLst/>
                <a:uFillTx/>
                <a:latin typeface="NotoSansJP"/>
                <a:ea typeface="NotoSansJP"/>
              </a:rPr>
              <a:t>1</a:t>
            </a:r>
            <a:r>
              <a:rPr lang="zh-CN" sz="920" b="0" u="none" strike="noStrike">
                <a:solidFill>
                  <a:srgbClr val="99A1AF"/>
                </a:solidFill>
                <a:effectLst/>
                <a:uFillTx/>
                <a:latin typeface="NotoSansJP"/>
                <a:ea typeface="NotoSansJP"/>
              </a:rPr>
              <a:t>日</a:t>
            </a:r>
            <a:endParaRPr lang="en-US" sz="920" b="0" u="none" strike="noStrike">
              <a:solidFill>
                <a:srgbClr val="000000"/>
              </a:solidFill>
              <a:effectLst/>
              <a:uFillTx/>
              <a:latin typeface="Times New Roman"/>
            </a:endParaRPr>
          </a:p>
        </p:txBody>
      </p:sp>
      <p:sp>
        <p:nvSpPr>
          <p:cNvPr id="255" name="フリーフォーム: 図形 254"/>
          <p:cNvSpPr/>
          <p:nvPr/>
        </p:nvSpPr>
        <p:spPr>
          <a:xfrm>
            <a:off x="417600" y="1604160"/>
            <a:ext cx="4797000" cy="3702600"/>
          </a:xfrm>
          <a:custGeom>
            <a:avLst/>
            <a:gdLst/>
            <a:ahLst/>
            <a:cxnLst/>
            <a:rect l="0" t="0" r="r" b="b"/>
            <a:pathLst>
              <a:path w="13325" h="10285">
                <a:moveTo>
                  <a:pt x="0" y="10099"/>
                </a:moveTo>
                <a:lnTo>
                  <a:pt x="0" y="186"/>
                </a:lnTo>
                <a:cubicBezTo>
                  <a:pt x="0" y="174"/>
                  <a:pt x="1" y="162"/>
                  <a:pt x="3" y="150"/>
                </a:cubicBezTo>
                <a:cubicBezTo>
                  <a:pt x="5" y="138"/>
                  <a:pt x="7" y="126"/>
                  <a:pt x="11" y="115"/>
                </a:cubicBezTo>
                <a:cubicBezTo>
                  <a:pt x="14" y="104"/>
                  <a:pt x="19" y="93"/>
                  <a:pt x="24" y="83"/>
                </a:cubicBezTo>
                <a:cubicBezTo>
                  <a:pt x="29" y="73"/>
                  <a:pt x="34" y="63"/>
                  <a:pt x="41" y="55"/>
                </a:cubicBezTo>
                <a:cubicBezTo>
                  <a:pt x="47" y="46"/>
                  <a:pt x="54" y="38"/>
                  <a:pt x="62" y="32"/>
                </a:cubicBezTo>
                <a:cubicBezTo>
                  <a:pt x="70" y="25"/>
                  <a:pt x="78" y="19"/>
                  <a:pt x="86" y="15"/>
                </a:cubicBezTo>
                <a:cubicBezTo>
                  <a:pt x="95" y="10"/>
                  <a:pt x="103" y="6"/>
                  <a:pt x="112" y="4"/>
                </a:cubicBezTo>
                <a:cubicBezTo>
                  <a:pt x="121" y="2"/>
                  <a:pt x="130" y="0"/>
                  <a:pt x="139" y="0"/>
                </a:cubicBezTo>
                <a:lnTo>
                  <a:pt x="13140" y="0"/>
                </a:lnTo>
                <a:cubicBezTo>
                  <a:pt x="13152" y="0"/>
                  <a:pt x="13164" y="2"/>
                  <a:pt x="13176" y="4"/>
                </a:cubicBezTo>
                <a:cubicBezTo>
                  <a:pt x="13188" y="6"/>
                  <a:pt x="13200" y="10"/>
                  <a:pt x="13211" y="15"/>
                </a:cubicBezTo>
                <a:cubicBezTo>
                  <a:pt x="13222" y="19"/>
                  <a:pt x="13233" y="25"/>
                  <a:pt x="13243" y="32"/>
                </a:cubicBezTo>
                <a:cubicBezTo>
                  <a:pt x="13253" y="38"/>
                  <a:pt x="13262" y="46"/>
                  <a:pt x="13271" y="55"/>
                </a:cubicBezTo>
                <a:cubicBezTo>
                  <a:pt x="13280" y="63"/>
                  <a:pt x="13287" y="73"/>
                  <a:pt x="13294" y="83"/>
                </a:cubicBezTo>
                <a:cubicBezTo>
                  <a:pt x="13301" y="93"/>
                  <a:pt x="13307" y="104"/>
                  <a:pt x="13311" y="115"/>
                </a:cubicBezTo>
                <a:cubicBezTo>
                  <a:pt x="13316" y="126"/>
                  <a:pt x="13319" y="138"/>
                  <a:pt x="13322" y="150"/>
                </a:cubicBezTo>
                <a:cubicBezTo>
                  <a:pt x="13324" y="162"/>
                  <a:pt x="13325" y="174"/>
                  <a:pt x="13325" y="186"/>
                </a:cubicBezTo>
                <a:lnTo>
                  <a:pt x="13325" y="10099"/>
                </a:lnTo>
                <a:cubicBezTo>
                  <a:pt x="13325" y="10111"/>
                  <a:pt x="13324" y="10123"/>
                  <a:pt x="13322" y="10135"/>
                </a:cubicBezTo>
                <a:cubicBezTo>
                  <a:pt x="13319" y="10147"/>
                  <a:pt x="13316" y="10159"/>
                  <a:pt x="13311" y="10170"/>
                </a:cubicBezTo>
                <a:cubicBezTo>
                  <a:pt x="13307" y="10181"/>
                  <a:pt x="13301" y="10192"/>
                  <a:pt x="13294" y="10202"/>
                </a:cubicBezTo>
                <a:cubicBezTo>
                  <a:pt x="13287" y="10212"/>
                  <a:pt x="13280" y="10222"/>
                  <a:pt x="13271" y="10230"/>
                </a:cubicBezTo>
                <a:cubicBezTo>
                  <a:pt x="13262" y="10239"/>
                  <a:pt x="13253" y="10247"/>
                  <a:pt x="13243" y="10253"/>
                </a:cubicBezTo>
                <a:cubicBezTo>
                  <a:pt x="13233" y="10260"/>
                  <a:pt x="13222" y="10266"/>
                  <a:pt x="13211" y="10271"/>
                </a:cubicBezTo>
                <a:cubicBezTo>
                  <a:pt x="13200" y="10275"/>
                  <a:pt x="13188" y="10279"/>
                  <a:pt x="13176" y="10281"/>
                </a:cubicBezTo>
                <a:cubicBezTo>
                  <a:pt x="13164" y="10284"/>
                  <a:pt x="13152" y="10285"/>
                  <a:pt x="13140" y="10285"/>
                </a:cubicBezTo>
                <a:lnTo>
                  <a:pt x="139" y="10285"/>
                </a:lnTo>
                <a:cubicBezTo>
                  <a:pt x="130" y="10285"/>
                  <a:pt x="121" y="10284"/>
                  <a:pt x="112" y="10281"/>
                </a:cubicBezTo>
                <a:cubicBezTo>
                  <a:pt x="103" y="10279"/>
                  <a:pt x="95" y="10275"/>
                  <a:pt x="86" y="10271"/>
                </a:cubicBezTo>
                <a:cubicBezTo>
                  <a:pt x="78" y="10266"/>
                  <a:pt x="70" y="10260"/>
                  <a:pt x="62" y="10253"/>
                </a:cubicBezTo>
                <a:cubicBezTo>
                  <a:pt x="54" y="10247"/>
                  <a:pt x="47" y="10239"/>
                  <a:pt x="41" y="10230"/>
                </a:cubicBezTo>
                <a:cubicBezTo>
                  <a:pt x="34" y="10222"/>
                  <a:pt x="29" y="10212"/>
                  <a:pt x="24" y="10202"/>
                </a:cubicBezTo>
                <a:cubicBezTo>
                  <a:pt x="19" y="10192"/>
                  <a:pt x="14" y="10181"/>
                  <a:pt x="11" y="10170"/>
                </a:cubicBezTo>
                <a:cubicBezTo>
                  <a:pt x="7" y="10159"/>
                  <a:pt x="5" y="10147"/>
                  <a:pt x="3" y="10135"/>
                </a:cubicBezTo>
                <a:cubicBezTo>
                  <a:pt x="1" y="10123"/>
                  <a:pt x="0" y="10111"/>
                  <a:pt x="0" y="10099"/>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56" name="フリーフォーム: 図形 255"/>
          <p:cNvSpPr/>
          <p:nvPr/>
        </p:nvSpPr>
        <p:spPr>
          <a:xfrm>
            <a:off x="401040" y="1604160"/>
            <a:ext cx="66960" cy="3702600"/>
          </a:xfrm>
          <a:custGeom>
            <a:avLst/>
            <a:gdLst/>
            <a:ahLst/>
            <a:cxnLst/>
            <a:rect l="0" t="0" r="r" b="b"/>
            <a:pathLst>
              <a:path w="186" h="10285">
                <a:moveTo>
                  <a:pt x="151" y="15"/>
                </a:moveTo>
                <a:cubicBezTo>
                  <a:pt x="140" y="24"/>
                  <a:pt x="129" y="37"/>
                  <a:pt x="121" y="55"/>
                </a:cubicBezTo>
                <a:cubicBezTo>
                  <a:pt x="112" y="72"/>
                  <a:pt x="105" y="92"/>
                  <a:pt x="101" y="115"/>
                </a:cubicBezTo>
                <a:cubicBezTo>
                  <a:pt x="96" y="138"/>
                  <a:pt x="94" y="161"/>
                  <a:pt x="94" y="186"/>
                </a:cubicBezTo>
                <a:lnTo>
                  <a:pt x="94" y="10099"/>
                </a:lnTo>
                <a:cubicBezTo>
                  <a:pt x="94" y="10124"/>
                  <a:pt x="96" y="10147"/>
                  <a:pt x="101" y="10170"/>
                </a:cubicBezTo>
                <a:cubicBezTo>
                  <a:pt x="105" y="10193"/>
                  <a:pt x="112" y="10213"/>
                  <a:pt x="121" y="10230"/>
                </a:cubicBezTo>
                <a:cubicBezTo>
                  <a:pt x="129" y="10248"/>
                  <a:pt x="140" y="10261"/>
                  <a:pt x="151" y="10271"/>
                </a:cubicBezTo>
                <a:cubicBezTo>
                  <a:pt x="162" y="10280"/>
                  <a:pt x="174" y="10285"/>
                  <a:pt x="186" y="10285"/>
                </a:cubicBezTo>
                <a:cubicBezTo>
                  <a:pt x="162" y="10285"/>
                  <a:pt x="138" y="10280"/>
                  <a:pt x="115" y="10271"/>
                </a:cubicBezTo>
                <a:cubicBezTo>
                  <a:pt x="93" y="10261"/>
                  <a:pt x="72" y="10248"/>
                  <a:pt x="54" y="10230"/>
                </a:cubicBezTo>
                <a:cubicBezTo>
                  <a:pt x="37" y="10213"/>
                  <a:pt x="23" y="10193"/>
                  <a:pt x="14" y="10170"/>
                </a:cubicBezTo>
                <a:cubicBezTo>
                  <a:pt x="4" y="10147"/>
                  <a:pt x="0" y="10124"/>
                  <a:pt x="0" y="10099"/>
                </a:cubicBezTo>
                <a:lnTo>
                  <a:pt x="0" y="186"/>
                </a:lnTo>
                <a:cubicBezTo>
                  <a:pt x="0" y="161"/>
                  <a:pt x="4" y="138"/>
                  <a:pt x="14" y="115"/>
                </a:cubicBezTo>
                <a:cubicBezTo>
                  <a:pt x="23" y="92"/>
                  <a:pt x="37" y="72"/>
                  <a:pt x="54" y="55"/>
                </a:cubicBezTo>
                <a:cubicBezTo>
                  <a:pt x="72" y="37"/>
                  <a:pt x="93" y="24"/>
                  <a:pt x="115" y="15"/>
                </a:cubicBezTo>
                <a:cubicBezTo>
                  <a:pt x="138" y="5"/>
                  <a:pt x="162" y="0"/>
                  <a:pt x="186" y="0"/>
                </a:cubicBezTo>
                <a:cubicBezTo>
                  <a:pt x="174" y="0"/>
                  <a:pt x="162" y="5"/>
                  <a:pt x="151" y="15"/>
                </a:cubicBezTo>
                <a:close/>
              </a:path>
            </a:pathLst>
          </a:custGeom>
          <a:solidFill>
            <a:srgbClr val="4D94FF"/>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57" name="フリーフォーム: 図形 256"/>
          <p:cNvSpPr/>
          <p:nvPr/>
        </p:nvSpPr>
        <p:spPr>
          <a:xfrm>
            <a:off x="635040" y="1805040"/>
            <a:ext cx="451440" cy="417960"/>
          </a:xfrm>
          <a:custGeom>
            <a:avLst/>
            <a:gdLst/>
            <a:ahLst/>
            <a:cxnLst/>
            <a:rect l="0" t="0" r="r" b="b"/>
            <a:pathLst>
              <a:path w="1254" h="1161">
                <a:moveTo>
                  <a:pt x="0" y="581"/>
                </a:moveTo>
                <a:cubicBezTo>
                  <a:pt x="0" y="562"/>
                  <a:pt x="1" y="543"/>
                  <a:pt x="2" y="524"/>
                </a:cubicBezTo>
                <a:cubicBezTo>
                  <a:pt x="4" y="505"/>
                  <a:pt x="7" y="486"/>
                  <a:pt x="11" y="468"/>
                </a:cubicBezTo>
                <a:cubicBezTo>
                  <a:pt x="15" y="449"/>
                  <a:pt x="19" y="431"/>
                  <a:pt x="25" y="412"/>
                </a:cubicBezTo>
                <a:cubicBezTo>
                  <a:pt x="30" y="394"/>
                  <a:pt x="37" y="376"/>
                  <a:pt x="44" y="359"/>
                </a:cubicBezTo>
                <a:cubicBezTo>
                  <a:pt x="51" y="341"/>
                  <a:pt x="59" y="324"/>
                  <a:pt x="68" y="307"/>
                </a:cubicBezTo>
                <a:cubicBezTo>
                  <a:pt x="77" y="291"/>
                  <a:pt x="87" y="274"/>
                  <a:pt x="97" y="258"/>
                </a:cubicBezTo>
                <a:cubicBezTo>
                  <a:pt x="108" y="243"/>
                  <a:pt x="120" y="227"/>
                  <a:pt x="132" y="213"/>
                </a:cubicBezTo>
                <a:cubicBezTo>
                  <a:pt x="144" y="197"/>
                  <a:pt x="157" y="183"/>
                  <a:pt x="171" y="169"/>
                </a:cubicBezTo>
                <a:cubicBezTo>
                  <a:pt x="184" y="156"/>
                  <a:pt x="198" y="143"/>
                  <a:pt x="213" y="131"/>
                </a:cubicBezTo>
                <a:cubicBezTo>
                  <a:pt x="228" y="119"/>
                  <a:pt x="243" y="108"/>
                  <a:pt x="259" y="97"/>
                </a:cubicBezTo>
                <a:cubicBezTo>
                  <a:pt x="274" y="87"/>
                  <a:pt x="291" y="77"/>
                  <a:pt x="307" y="68"/>
                </a:cubicBezTo>
                <a:cubicBezTo>
                  <a:pt x="324" y="59"/>
                  <a:pt x="341" y="51"/>
                  <a:pt x="359" y="44"/>
                </a:cubicBezTo>
                <a:cubicBezTo>
                  <a:pt x="376" y="36"/>
                  <a:pt x="394" y="30"/>
                  <a:pt x="413" y="25"/>
                </a:cubicBezTo>
                <a:cubicBezTo>
                  <a:pt x="431" y="19"/>
                  <a:pt x="449" y="14"/>
                  <a:pt x="468" y="11"/>
                </a:cubicBezTo>
                <a:cubicBezTo>
                  <a:pt x="486" y="7"/>
                  <a:pt x="505" y="4"/>
                  <a:pt x="524" y="2"/>
                </a:cubicBezTo>
                <a:cubicBezTo>
                  <a:pt x="543" y="0"/>
                  <a:pt x="562" y="0"/>
                  <a:pt x="581" y="0"/>
                </a:cubicBezTo>
                <a:lnTo>
                  <a:pt x="674" y="0"/>
                </a:lnTo>
                <a:cubicBezTo>
                  <a:pt x="693" y="0"/>
                  <a:pt x="712" y="0"/>
                  <a:pt x="731" y="2"/>
                </a:cubicBezTo>
                <a:cubicBezTo>
                  <a:pt x="750" y="4"/>
                  <a:pt x="768" y="7"/>
                  <a:pt x="787" y="11"/>
                </a:cubicBezTo>
                <a:cubicBezTo>
                  <a:pt x="806" y="14"/>
                  <a:pt x="824" y="19"/>
                  <a:pt x="842" y="25"/>
                </a:cubicBezTo>
                <a:cubicBezTo>
                  <a:pt x="861" y="30"/>
                  <a:pt x="878" y="36"/>
                  <a:pt x="896" y="44"/>
                </a:cubicBezTo>
                <a:cubicBezTo>
                  <a:pt x="914" y="51"/>
                  <a:pt x="931" y="59"/>
                  <a:pt x="947" y="68"/>
                </a:cubicBezTo>
                <a:cubicBezTo>
                  <a:pt x="964" y="77"/>
                  <a:pt x="980" y="87"/>
                  <a:pt x="996" y="97"/>
                </a:cubicBezTo>
                <a:cubicBezTo>
                  <a:pt x="1012" y="108"/>
                  <a:pt x="1027" y="119"/>
                  <a:pt x="1042" y="131"/>
                </a:cubicBezTo>
                <a:cubicBezTo>
                  <a:pt x="1057" y="143"/>
                  <a:pt x="1071" y="156"/>
                  <a:pt x="1084" y="169"/>
                </a:cubicBezTo>
                <a:cubicBezTo>
                  <a:pt x="1098" y="183"/>
                  <a:pt x="1110" y="197"/>
                  <a:pt x="1122" y="213"/>
                </a:cubicBezTo>
                <a:cubicBezTo>
                  <a:pt x="1135" y="227"/>
                  <a:pt x="1146" y="243"/>
                  <a:pt x="1156" y="258"/>
                </a:cubicBezTo>
                <a:cubicBezTo>
                  <a:pt x="1167" y="274"/>
                  <a:pt x="1177" y="291"/>
                  <a:pt x="1186" y="307"/>
                </a:cubicBezTo>
                <a:cubicBezTo>
                  <a:pt x="1195" y="324"/>
                  <a:pt x="1203" y="341"/>
                  <a:pt x="1210" y="359"/>
                </a:cubicBezTo>
                <a:cubicBezTo>
                  <a:pt x="1217" y="376"/>
                  <a:pt x="1224" y="394"/>
                  <a:pt x="1229" y="412"/>
                </a:cubicBezTo>
                <a:cubicBezTo>
                  <a:pt x="1235" y="431"/>
                  <a:pt x="1239" y="449"/>
                  <a:pt x="1243" y="468"/>
                </a:cubicBezTo>
                <a:cubicBezTo>
                  <a:pt x="1247" y="486"/>
                  <a:pt x="1250" y="505"/>
                  <a:pt x="1251" y="524"/>
                </a:cubicBezTo>
                <a:cubicBezTo>
                  <a:pt x="1253" y="543"/>
                  <a:pt x="1254" y="562"/>
                  <a:pt x="1254" y="581"/>
                </a:cubicBezTo>
                <a:cubicBezTo>
                  <a:pt x="1254" y="600"/>
                  <a:pt x="1253" y="619"/>
                  <a:pt x="1251" y="638"/>
                </a:cubicBezTo>
                <a:cubicBezTo>
                  <a:pt x="1250" y="657"/>
                  <a:pt x="1247" y="675"/>
                  <a:pt x="1243" y="694"/>
                </a:cubicBezTo>
                <a:cubicBezTo>
                  <a:pt x="1239" y="713"/>
                  <a:pt x="1235" y="731"/>
                  <a:pt x="1229" y="749"/>
                </a:cubicBezTo>
                <a:cubicBezTo>
                  <a:pt x="1224" y="767"/>
                  <a:pt x="1217" y="785"/>
                  <a:pt x="1210" y="803"/>
                </a:cubicBezTo>
                <a:cubicBezTo>
                  <a:pt x="1203" y="820"/>
                  <a:pt x="1195" y="838"/>
                  <a:pt x="1186" y="854"/>
                </a:cubicBezTo>
                <a:cubicBezTo>
                  <a:pt x="1177" y="871"/>
                  <a:pt x="1167" y="887"/>
                  <a:pt x="1156" y="903"/>
                </a:cubicBezTo>
                <a:cubicBezTo>
                  <a:pt x="1146" y="919"/>
                  <a:pt x="1135" y="934"/>
                  <a:pt x="1122" y="949"/>
                </a:cubicBezTo>
                <a:cubicBezTo>
                  <a:pt x="1110" y="964"/>
                  <a:pt x="1098" y="978"/>
                  <a:pt x="1084" y="991"/>
                </a:cubicBezTo>
                <a:cubicBezTo>
                  <a:pt x="1071" y="1005"/>
                  <a:pt x="1057" y="1017"/>
                  <a:pt x="1042" y="1029"/>
                </a:cubicBezTo>
                <a:cubicBezTo>
                  <a:pt x="1027" y="1042"/>
                  <a:pt x="1012" y="1053"/>
                  <a:pt x="996" y="1063"/>
                </a:cubicBezTo>
                <a:cubicBezTo>
                  <a:pt x="980" y="1074"/>
                  <a:pt x="964" y="1084"/>
                  <a:pt x="947" y="1093"/>
                </a:cubicBezTo>
                <a:cubicBezTo>
                  <a:pt x="931" y="1102"/>
                  <a:pt x="914" y="1110"/>
                  <a:pt x="896" y="1117"/>
                </a:cubicBezTo>
                <a:cubicBezTo>
                  <a:pt x="878" y="1124"/>
                  <a:pt x="861" y="1131"/>
                  <a:pt x="842" y="1136"/>
                </a:cubicBezTo>
                <a:cubicBezTo>
                  <a:pt x="824" y="1142"/>
                  <a:pt x="806" y="1146"/>
                  <a:pt x="787" y="1150"/>
                </a:cubicBezTo>
                <a:cubicBezTo>
                  <a:pt x="768" y="1154"/>
                  <a:pt x="750" y="1157"/>
                  <a:pt x="731" y="1158"/>
                </a:cubicBezTo>
                <a:cubicBezTo>
                  <a:pt x="712" y="1160"/>
                  <a:pt x="693" y="1161"/>
                  <a:pt x="674" y="1161"/>
                </a:cubicBezTo>
                <a:lnTo>
                  <a:pt x="581" y="1161"/>
                </a:lnTo>
                <a:cubicBezTo>
                  <a:pt x="562" y="1161"/>
                  <a:pt x="543" y="1160"/>
                  <a:pt x="524" y="1158"/>
                </a:cubicBezTo>
                <a:cubicBezTo>
                  <a:pt x="505" y="1157"/>
                  <a:pt x="486" y="1154"/>
                  <a:pt x="468" y="1150"/>
                </a:cubicBezTo>
                <a:cubicBezTo>
                  <a:pt x="449" y="1146"/>
                  <a:pt x="431" y="1142"/>
                  <a:pt x="413" y="1136"/>
                </a:cubicBezTo>
                <a:cubicBezTo>
                  <a:pt x="394" y="1131"/>
                  <a:pt x="376" y="1124"/>
                  <a:pt x="359" y="1117"/>
                </a:cubicBezTo>
                <a:cubicBezTo>
                  <a:pt x="341" y="1110"/>
                  <a:pt x="324" y="1102"/>
                  <a:pt x="307" y="1093"/>
                </a:cubicBezTo>
                <a:cubicBezTo>
                  <a:pt x="291" y="1084"/>
                  <a:pt x="274" y="1074"/>
                  <a:pt x="259" y="1063"/>
                </a:cubicBezTo>
                <a:cubicBezTo>
                  <a:pt x="243" y="1053"/>
                  <a:pt x="228" y="1042"/>
                  <a:pt x="213" y="1029"/>
                </a:cubicBezTo>
                <a:cubicBezTo>
                  <a:pt x="198" y="1017"/>
                  <a:pt x="184" y="1005"/>
                  <a:pt x="171" y="991"/>
                </a:cubicBezTo>
                <a:cubicBezTo>
                  <a:pt x="157" y="978"/>
                  <a:pt x="144" y="964"/>
                  <a:pt x="132" y="949"/>
                </a:cubicBezTo>
                <a:cubicBezTo>
                  <a:pt x="120" y="934"/>
                  <a:pt x="108" y="919"/>
                  <a:pt x="97" y="903"/>
                </a:cubicBezTo>
                <a:cubicBezTo>
                  <a:pt x="87" y="887"/>
                  <a:pt x="77" y="871"/>
                  <a:pt x="68" y="854"/>
                </a:cubicBezTo>
                <a:cubicBezTo>
                  <a:pt x="59" y="838"/>
                  <a:pt x="51" y="820"/>
                  <a:pt x="44" y="803"/>
                </a:cubicBezTo>
                <a:cubicBezTo>
                  <a:pt x="37" y="785"/>
                  <a:pt x="30" y="767"/>
                  <a:pt x="25" y="749"/>
                </a:cubicBezTo>
                <a:cubicBezTo>
                  <a:pt x="19" y="731"/>
                  <a:pt x="15" y="713"/>
                  <a:pt x="11" y="694"/>
                </a:cubicBezTo>
                <a:cubicBezTo>
                  <a:pt x="7" y="675"/>
                  <a:pt x="4" y="657"/>
                  <a:pt x="2" y="638"/>
                </a:cubicBezTo>
                <a:cubicBezTo>
                  <a:pt x="1" y="619"/>
                  <a:pt x="0" y="600"/>
                  <a:pt x="0" y="581"/>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258" name="図 257"/>
          <p:cNvPicPr/>
          <p:nvPr/>
        </p:nvPicPr>
        <p:blipFill>
          <a:blip r:embed="rId3"/>
          <a:stretch/>
        </p:blipFill>
        <p:spPr>
          <a:xfrm>
            <a:off x="735480" y="1905480"/>
            <a:ext cx="250200" cy="200160"/>
          </a:xfrm>
          <a:prstGeom prst="rect">
            <a:avLst/>
          </a:prstGeom>
          <a:noFill/>
          <a:ln w="0">
            <a:noFill/>
          </a:ln>
        </p:spPr>
      </p:pic>
      <p:sp>
        <p:nvSpPr>
          <p:cNvPr id="259" name="テキスト ボックス 258"/>
          <p:cNvSpPr txBox="1"/>
          <p:nvPr/>
        </p:nvSpPr>
        <p:spPr>
          <a:xfrm>
            <a:off x="8080920" y="5532120"/>
            <a:ext cx="2288880" cy="169560"/>
          </a:xfrm>
          <a:prstGeom prst="rect">
            <a:avLst/>
          </a:prstGeom>
          <a:noFill/>
          <a:ln w="0">
            <a:noFill/>
          </a:ln>
        </p:spPr>
        <p:txBody>
          <a:bodyPr wrap="none" lIns="0" tIns="0" rIns="0" bIns="0" anchor="t">
            <a:spAutoFit/>
          </a:bodyPr>
          <a:lstStyle/>
          <a:p>
            <a:r>
              <a:rPr lang="zh-CN" sz="920" b="0" u="none" strike="noStrike">
                <a:solidFill>
                  <a:srgbClr val="99A1AF"/>
                </a:solidFill>
                <a:effectLst/>
                <a:uFillTx/>
                <a:latin typeface="NotoSansJP"/>
                <a:ea typeface="NotoSansJP"/>
              </a:rPr>
              <a:t>自動車システムにおける</a:t>
            </a:r>
            <a:r>
              <a:rPr lang="en-US" sz="920" b="0" u="none" strike="noStrike">
                <a:solidFill>
                  <a:srgbClr val="99A1AF"/>
                </a:solidFill>
                <a:effectLst/>
                <a:uFillTx/>
                <a:latin typeface="NotoSansJP"/>
                <a:ea typeface="NotoSansJP"/>
              </a:rPr>
              <a:t>AI</a:t>
            </a:r>
            <a:r>
              <a:rPr lang="zh-CN" sz="920" b="0" u="none" strike="noStrike">
                <a:solidFill>
                  <a:srgbClr val="99A1AF"/>
                </a:solidFill>
                <a:effectLst/>
                <a:uFillTx/>
                <a:latin typeface="NotoSansJP"/>
                <a:ea typeface="NotoSansJP"/>
              </a:rPr>
              <a:t>安全技術の現状</a:t>
            </a:r>
            <a:endParaRPr lang="en-US" sz="920" b="0" u="none" strike="noStrike">
              <a:solidFill>
                <a:srgbClr val="000000"/>
              </a:solidFill>
              <a:effectLst/>
              <a:uFillTx/>
              <a:latin typeface="Times New Roman"/>
            </a:endParaRPr>
          </a:p>
        </p:txBody>
      </p:sp>
      <p:pic>
        <p:nvPicPr>
          <p:cNvPr id="260" name="図 259"/>
          <p:cNvPicPr/>
          <p:nvPr/>
        </p:nvPicPr>
        <p:blipFill>
          <a:blip r:embed="rId4"/>
          <a:stretch/>
        </p:blipFill>
        <p:spPr>
          <a:xfrm>
            <a:off x="635040" y="2390040"/>
            <a:ext cx="133200" cy="133200"/>
          </a:xfrm>
          <a:prstGeom prst="rect">
            <a:avLst/>
          </a:prstGeom>
          <a:noFill/>
          <a:ln w="0">
            <a:noFill/>
          </a:ln>
        </p:spPr>
      </p:pic>
      <p:sp>
        <p:nvSpPr>
          <p:cNvPr id="261" name="テキスト ボックス 260"/>
          <p:cNvSpPr txBox="1"/>
          <p:nvPr/>
        </p:nvSpPr>
        <p:spPr>
          <a:xfrm>
            <a:off x="1186560" y="1911240"/>
            <a:ext cx="3424320" cy="291600"/>
          </a:xfrm>
          <a:prstGeom prst="rect">
            <a:avLst/>
          </a:prstGeom>
          <a:noFill/>
          <a:ln w="0">
            <a:noFill/>
          </a:ln>
        </p:spPr>
        <p:txBody>
          <a:bodyPr wrap="none" lIns="0" tIns="0" rIns="0" bIns="0" anchor="t">
            <a:spAutoFit/>
          </a:bodyPr>
          <a:lstStyle/>
          <a:p>
            <a:r>
              <a:rPr lang="zh-CN" sz="1580" b="0" u="none" strike="noStrike">
                <a:solidFill>
                  <a:srgbClr val="FFFFFF"/>
                </a:solidFill>
                <a:effectLst/>
                <a:uFillTx/>
                <a:latin typeface="NotoSansJP"/>
                <a:ea typeface="NotoSansJP"/>
              </a:rPr>
              <a:t>予知保全 </a:t>
            </a:r>
            <a:r>
              <a:rPr lang="en-US" sz="1580" b="0" u="none" strike="noStrike">
                <a:solidFill>
                  <a:srgbClr val="FFFFFF"/>
                </a:solidFill>
                <a:effectLst/>
                <a:uFillTx/>
                <a:latin typeface="NotoSansJP"/>
                <a:ea typeface="NotoSansJP"/>
              </a:rPr>
              <a:t>(Predictive Maintenance)</a:t>
            </a:r>
            <a:endParaRPr lang="en-US" sz="1580" b="0" u="none" strike="noStrike">
              <a:solidFill>
                <a:srgbClr val="000000"/>
              </a:solidFill>
              <a:effectLst/>
              <a:uFillTx/>
              <a:latin typeface="Times New Roman"/>
            </a:endParaRPr>
          </a:p>
        </p:txBody>
      </p:sp>
      <p:sp>
        <p:nvSpPr>
          <p:cNvPr id="262" name="テキスト ボックス 261"/>
          <p:cNvSpPr txBox="1"/>
          <p:nvPr/>
        </p:nvSpPr>
        <p:spPr>
          <a:xfrm>
            <a:off x="869040" y="2391120"/>
            <a:ext cx="42253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車両に搭載された</a:t>
            </a:r>
            <a:r>
              <a:rPr lang="zh-CN" sz="1050" b="0" u="none" strike="noStrike">
                <a:solidFill>
                  <a:srgbClr val="FF0000"/>
                </a:solidFill>
                <a:effectLst/>
                <a:uFillTx/>
                <a:latin typeface="NotoSansJP"/>
                <a:ea typeface="NotoSansJP"/>
              </a:rPr>
              <a:t>多数のセンサー</a:t>
            </a:r>
            <a:r>
              <a:rPr lang="zh-CN" sz="1050" b="0" u="none" strike="noStrike">
                <a:solidFill>
                  <a:srgbClr val="FFFFFF"/>
                </a:solidFill>
                <a:effectLst/>
                <a:uFillTx/>
                <a:latin typeface="NotoSansJP"/>
                <a:ea typeface="NotoSansJP"/>
              </a:rPr>
              <a:t>から収集されるデータを</a:t>
            </a:r>
            <a:r>
              <a:rPr lang="en-US" sz="1050" b="0" u="none" strike="noStrike">
                <a:solidFill>
                  <a:srgbClr val="FFFFFF"/>
                </a:solidFill>
                <a:effectLst/>
                <a:uFillTx/>
                <a:latin typeface="NotoSansJP"/>
                <a:ea typeface="NotoSansJP"/>
              </a:rPr>
              <a:t>AI</a:t>
            </a:r>
            <a:r>
              <a:rPr lang="zh-CN" sz="1050" b="0" u="none" strike="noStrike">
                <a:solidFill>
                  <a:srgbClr val="FFFFFF"/>
                </a:solidFill>
                <a:effectLst/>
                <a:uFillTx/>
                <a:latin typeface="NotoSansJP"/>
                <a:ea typeface="NotoSansJP"/>
              </a:rPr>
              <a:t>が継続的</a:t>
            </a:r>
            <a:endParaRPr lang="en-US" sz="1050" b="0" u="none" strike="noStrike">
              <a:solidFill>
                <a:srgbClr val="000000"/>
              </a:solidFill>
              <a:effectLst/>
              <a:uFillTx/>
              <a:latin typeface="Times New Roman"/>
            </a:endParaRPr>
          </a:p>
        </p:txBody>
      </p:sp>
      <p:pic>
        <p:nvPicPr>
          <p:cNvPr id="263" name="図 262"/>
          <p:cNvPicPr/>
          <p:nvPr/>
        </p:nvPicPr>
        <p:blipFill>
          <a:blip r:embed="rId4"/>
          <a:stretch/>
        </p:blipFill>
        <p:spPr>
          <a:xfrm>
            <a:off x="635040" y="2925000"/>
            <a:ext cx="133200" cy="133200"/>
          </a:xfrm>
          <a:prstGeom prst="rect">
            <a:avLst/>
          </a:prstGeom>
          <a:noFill/>
          <a:ln w="0">
            <a:noFill/>
          </a:ln>
        </p:spPr>
      </p:pic>
      <p:sp>
        <p:nvSpPr>
          <p:cNvPr id="264" name="テキスト ボックス 263"/>
          <p:cNvSpPr txBox="1"/>
          <p:nvPr/>
        </p:nvSpPr>
        <p:spPr>
          <a:xfrm>
            <a:off x="869040" y="2592000"/>
            <a:ext cx="295128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に分析し、部品の故障や劣化の兆候を早期に予測</a:t>
            </a:r>
            <a:endParaRPr lang="en-US" sz="1050" b="0" u="none" strike="noStrike">
              <a:solidFill>
                <a:srgbClr val="000000"/>
              </a:solidFill>
              <a:effectLst/>
              <a:uFillTx/>
              <a:latin typeface="Times New Roman"/>
            </a:endParaRPr>
          </a:p>
        </p:txBody>
      </p:sp>
      <p:sp>
        <p:nvSpPr>
          <p:cNvPr id="265" name="テキスト ボックス 264"/>
          <p:cNvSpPr txBox="1"/>
          <p:nvPr/>
        </p:nvSpPr>
        <p:spPr>
          <a:xfrm>
            <a:off x="869040" y="2926080"/>
            <a:ext cx="4019760" cy="19404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Ford</a:t>
            </a:r>
            <a:r>
              <a:rPr lang="zh-CN" sz="1050" b="0" u="none" strike="noStrike">
                <a:solidFill>
                  <a:srgbClr val="FFFFFF"/>
                </a:solidFill>
                <a:effectLst/>
                <a:uFillTx/>
                <a:latin typeface="NotoSansJP"/>
                <a:ea typeface="NotoSansJP"/>
              </a:rPr>
              <a:t>社の事例：コネクテッドカーから得られるデータを</a:t>
            </a:r>
            <a:r>
              <a:rPr lang="en-US" sz="1050" b="0" u="none" strike="noStrike">
                <a:solidFill>
                  <a:srgbClr val="FFFFFF"/>
                </a:solidFill>
                <a:effectLst/>
                <a:uFillTx/>
                <a:latin typeface="NotoSansJP"/>
                <a:ea typeface="NotoSansJP"/>
              </a:rPr>
              <a:t>AI</a:t>
            </a:r>
            <a:r>
              <a:rPr lang="zh-CN" sz="1050" b="0" u="none" strike="noStrike">
                <a:solidFill>
                  <a:srgbClr val="FFFFFF"/>
                </a:solidFill>
                <a:effectLst/>
                <a:uFillTx/>
                <a:latin typeface="NotoSansJP"/>
                <a:ea typeface="NotoSansJP"/>
              </a:rPr>
              <a:t>で分析</a:t>
            </a:r>
            <a:endParaRPr lang="en-US" sz="1050" b="0" u="none" strike="noStrike">
              <a:solidFill>
                <a:srgbClr val="000000"/>
              </a:solidFill>
              <a:effectLst/>
              <a:uFillTx/>
              <a:latin typeface="Times New Roman"/>
            </a:endParaRPr>
          </a:p>
        </p:txBody>
      </p:sp>
      <p:pic>
        <p:nvPicPr>
          <p:cNvPr id="266" name="図 265"/>
          <p:cNvPicPr/>
          <p:nvPr/>
        </p:nvPicPr>
        <p:blipFill>
          <a:blip r:embed="rId4"/>
          <a:stretch/>
        </p:blipFill>
        <p:spPr>
          <a:xfrm>
            <a:off x="635040" y="3459600"/>
            <a:ext cx="133200" cy="133200"/>
          </a:xfrm>
          <a:prstGeom prst="rect">
            <a:avLst/>
          </a:prstGeom>
          <a:noFill/>
          <a:ln w="0">
            <a:noFill/>
          </a:ln>
        </p:spPr>
      </p:pic>
      <p:sp>
        <p:nvSpPr>
          <p:cNvPr id="267" name="テキスト ボックス 266"/>
          <p:cNvSpPr txBox="1"/>
          <p:nvPr/>
        </p:nvSpPr>
        <p:spPr>
          <a:xfrm>
            <a:off x="869040" y="3126600"/>
            <a:ext cx="402408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し、特定の部品が故障する時期を高精度で予測する実証実験に成功</a:t>
            </a:r>
            <a:endParaRPr lang="en-US" sz="1050" b="0" u="none" strike="noStrike">
              <a:solidFill>
                <a:srgbClr val="000000"/>
              </a:solidFill>
              <a:effectLst/>
              <a:uFillTx/>
              <a:latin typeface="Times New Roman"/>
            </a:endParaRPr>
          </a:p>
        </p:txBody>
      </p:sp>
      <p:sp>
        <p:nvSpPr>
          <p:cNvPr id="268" name="テキスト ボックス 267"/>
          <p:cNvSpPr txBox="1"/>
          <p:nvPr/>
        </p:nvSpPr>
        <p:spPr>
          <a:xfrm>
            <a:off x="869040" y="3461040"/>
            <a:ext cx="402408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メリット：故障が発生する前にメンテナンスを行うことが可能とな</a:t>
            </a:r>
            <a:endParaRPr lang="en-US" sz="1050" b="0" u="none" strike="noStrike">
              <a:solidFill>
                <a:srgbClr val="000000"/>
              </a:solidFill>
              <a:effectLst/>
              <a:uFillTx/>
              <a:latin typeface="Times New Roman"/>
            </a:endParaRPr>
          </a:p>
        </p:txBody>
      </p:sp>
      <p:sp>
        <p:nvSpPr>
          <p:cNvPr id="269" name="テキスト ボックス 268"/>
          <p:cNvSpPr txBox="1"/>
          <p:nvPr/>
        </p:nvSpPr>
        <p:spPr>
          <a:xfrm>
            <a:off x="869040" y="3661560"/>
            <a:ext cx="415836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り、突然の車両トラブルによる事故を防止し、車両のダウンタイムを</a:t>
            </a:r>
            <a:endParaRPr lang="en-US" sz="1050" b="0" u="none" strike="noStrike">
              <a:solidFill>
                <a:srgbClr val="000000"/>
              </a:solidFill>
              <a:effectLst/>
              <a:uFillTx/>
              <a:latin typeface="Times New Roman"/>
            </a:endParaRPr>
          </a:p>
        </p:txBody>
      </p:sp>
      <p:sp>
        <p:nvSpPr>
          <p:cNvPr id="270" name="フリーフォーム: 図形 269"/>
          <p:cNvSpPr/>
          <p:nvPr/>
        </p:nvSpPr>
        <p:spPr>
          <a:xfrm>
            <a:off x="635040" y="4161600"/>
            <a:ext cx="4379040" cy="8640"/>
          </a:xfrm>
          <a:custGeom>
            <a:avLst/>
            <a:gdLst/>
            <a:ahLst/>
            <a:cxnLst/>
            <a:rect l="0" t="0" r="r" b="b"/>
            <a:pathLst>
              <a:path w="12164" h="24">
                <a:moveTo>
                  <a:pt x="0" y="0"/>
                </a:moveTo>
                <a:lnTo>
                  <a:pt x="12164" y="0"/>
                </a:lnTo>
                <a:lnTo>
                  <a:pt x="12164" y="24"/>
                </a:lnTo>
                <a:lnTo>
                  <a:pt x="0" y="24"/>
                </a:lnTo>
                <a:lnTo>
                  <a:pt x="0" y="0"/>
                </a:lnTo>
                <a:close/>
              </a:path>
            </a:pathLst>
          </a:custGeom>
          <a:solidFill>
            <a:srgbClr val="364153"/>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271" name="図 270"/>
          <p:cNvPicPr/>
          <p:nvPr/>
        </p:nvPicPr>
        <p:blipFill>
          <a:blip r:embed="rId5"/>
          <a:stretch/>
        </p:blipFill>
        <p:spPr>
          <a:xfrm>
            <a:off x="1203480" y="4479120"/>
            <a:ext cx="317160" cy="250200"/>
          </a:xfrm>
          <a:prstGeom prst="rect">
            <a:avLst/>
          </a:prstGeom>
          <a:noFill/>
          <a:ln w="0">
            <a:noFill/>
          </a:ln>
        </p:spPr>
      </p:pic>
      <p:sp>
        <p:nvSpPr>
          <p:cNvPr id="272" name="テキスト ボックス 271"/>
          <p:cNvSpPr txBox="1"/>
          <p:nvPr/>
        </p:nvSpPr>
        <p:spPr>
          <a:xfrm>
            <a:off x="869040" y="3862080"/>
            <a:ext cx="67140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大幅に削減</a:t>
            </a:r>
            <a:endParaRPr lang="en-US" sz="1050" b="0" u="none" strike="noStrike">
              <a:solidFill>
                <a:srgbClr val="000000"/>
              </a:solidFill>
              <a:effectLst/>
              <a:uFillTx/>
              <a:latin typeface="Times New Roman"/>
            </a:endParaRPr>
          </a:p>
        </p:txBody>
      </p:sp>
      <p:pic>
        <p:nvPicPr>
          <p:cNvPr id="273" name="図 272"/>
          <p:cNvPicPr/>
          <p:nvPr/>
        </p:nvPicPr>
        <p:blipFill>
          <a:blip r:embed="rId6"/>
          <a:stretch/>
        </p:blipFill>
        <p:spPr>
          <a:xfrm>
            <a:off x="4195080" y="4479120"/>
            <a:ext cx="250200" cy="250200"/>
          </a:xfrm>
          <a:prstGeom prst="rect">
            <a:avLst/>
          </a:prstGeom>
          <a:noFill/>
          <a:ln w="0">
            <a:noFill/>
          </a:ln>
        </p:spPr>
      </p:pic>
      <p:sp>
        <p:nvSpPr>
          <p:cNvPr id="274" name="テキスト ボックス 273"/>
          <p:cNvSpPr txBox="1"/>
          <p:nvPr/>
        </p:nvSpPr>
        <p:spPr>
          <a:xfrm>
            <a:off x="1245240" y="4796640"/>
            <a:ext cx="235440" cy="169560"/>
          </a:xfrm>
          <a:prstGeom prst="rect">
            <a:avLst/>
          </a:prstGeom>
          <a:noFill/>
          <a:ln w="0">
            <a:noFill/>
          </a:ln>
        </p:spPr>
        <p:txBody>
          <a:bodyPr wrap="none" lIns="0" tIns="0" rIns="0" bIns="0" anchor="t">
            <a:spAutoFit/>
          </a:bodyPr>
          <a:lstStyle/>
          <a:p>
            <a:r>
              <a:rPr lang="zh-CN" sz="920" b="0" u="none" strike="noStrike">
                <a:solidFill>
                  <a:srgbClr val="FFFFFF"/>
                </a:solidFill>
                <a:effectLst/>
                <a:uFillTx/>
                <a:latin typeface="NotoSansJP"/>
                <a:ea typeface="NotoSansJP"/>
              </a:rPr>
              <a:t>故障</a:t>
            </a:r>
            <a:endParaRPr lang="en-US" sz="920" b="0" u="none" strike="noStrike">
              <a:solidFill>
                <a:srgbClr val="000000"/>
              </a:solidFill>
              <a:effectLst/>
              <a:uFillTx/>
              <a:latin typeface="Times New Roman"/>
            </a:endParaRPr>
          </a:p>
        </p:txBody>
      </p:sp>
      <p:sp>
        <p:nvSpPr>
          <p:cNvPr id="275" name="フリーフォーム: 図形 274"/>
          <p:cNvSpPr/>
          <p:nvPr/>
        </p:nvSpPr>
        <p:spPr>
          <a:xfrm>
            <a:off x="1788120" y="4671360"/>
            <a:ext cx="2139840" cy="66960"/>
          </a:xfrm>
          <a:custGeom>
            <a:avLst/>
            <a:gdLst/>
            <a:ahLst/>
            <a:cxnLst/>
            <a:rect l="0" t="0" r="r" b="b"/>
            <a:pathLst>
              <a:path w="5944" h="186">
                <a:moveTo>
                  <a:pt x="0" y="93"/>
                </a:moveTo>
                <a:cubicBezTo>
                  <a:pt x="0" y="81"/>
                  <a:pt x="2" y="69"/>
                  <a:pt x="7" y="57"/>
                </a:cubicBezTo>
                <a:cubicBezTo>
                  <a:pt x="12" y="46"/>
                  <a:pt x="19" y="35"/>
                  <a:pt x="27" y="27"/>
                </a:cubicBezTo>
                <a:cubicBezTo>
                  <a:pt x="36" y="18"/>
                  <a:pt x="46" y="11"/>
                  <a:pt x="57" y="7"/>
                </a:cubicBezTo>
                <a:cubicBezTo>
                  <a:pt x="69" y="2"/>
                  <a:pt x="81" y="0"/>
                  <a:pt x="93" y="0"/>
                </a:cubicBezTo>
                <a:lnTo>
                  <a:pt x="5851" y="0"/>
                </a:lnTo>
                <a:cubicBezTo>
                  <a:pt x="5863" y="0"/>
                  <a:pt x="5875" y="2"/>
                  <a:pt x="5886" y="7"/>
                </a:cubicBezTo>
                <a:cubicBezTo>
                  <a:pt x="5898" y="11"/>
                  <a:pt x="5908" y="18"/>
                  <a:pt x="5916" y="27"/>
                </a:cubicBezTo>
                <a:cubicBezTo>
                  <a:pt x="5925" y="35"/>
                  <a:pt x="5932" y="46"/>
                  <a:pt x="5937" y="57"/>
                </a:cubicBezTo>
                <a:cubicBezTo>
                  <a:pt x="5941" y="69"/>
                  <a:pt x="5944" y="81"/>
                  <a:pt x="5944" y="93"/>
                </a:cubicBezTo>
                <a:cubicBezTo>
                  <a:pt x="5944" y="106"/>
                  <a:pt x="5941" y="118"/>
                  <a:pt x="5937" y="129"/>
                </a:cubicBezTo>
                <a:cubicBezTo>
                  <a:pt x="5932" y="140"/>
                  <a:pt x="5925" y="150"/>
                  <a:pt x="5916" y="159"/>
                </a:cubicBezTo>
                <a:cubicBezTo>
                  <a:pt x="5908" y="168"/>
                  <a:pt x="5898" y="175"/>
                  <a:pt x="5886" y="179"/>
                </a:cubicBezTo>
                <a:cubicBezTo>
                  <a:pt x="5875" y="184"/>
                  <a:pt x="5863" y="186"/>
                  <a:pt x="5851" y="186"/>
                </a:cubicBezTo>
                <a:lnTo>
                  <a:pt x="93" y="186"/>
                </a:lnTo>
                <a:cubicBezTo>
                  <a:pt x="81" y="186"/>
                  <a:pt x="69" y="184"/>
                  <a:pt x="57" y="179"/>
                </a:cubicBezTo>
                <a:cubicBezTo>
                  <a:pt x="46" y="175"/>
                  <a:pt x="36" y="168"/>
                  <a:pt x="27" y="159"/>
                </a:cubicBezTo>
                <a:cubicBezTo>
                  <a:pt x="19" y="150"/>
                  <a:pt x="12" y="140"/>
                  <a:pt x="7" y="129"/>
                </a:cubicBezTo>
                <a:cubicBezTo>
                  <a:pt x="2" y="118"/>
                  <a:pt x="0" y="106"/>
                  <a:pt x="0" y="93"/>
                </a:cubicBezTo>
                <a:close/>
              </a:path>
            </a:pathLst>
          </a:custGeom>
          <a:solidFill>
            <a:srgbClr val="364153"/>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276" name="図 275"/>
          <p:cNvPicPr/>
          <p:nvPr/>
        </p:nvPicPr>
        <p:blipFill>
          <a:blip r:embed="rId7"/>
          <a:stretch/>
        </p:blipFill>
        <p:spPr>
          <a:xfrm>
            <a:off x="1788480" y="4671360"/>
            <a:ext cx="1069200" cy="66600"/>
          </a:xfrm>
          <a:prstGeom prst="rect">
            <a:avLst/>
          </a:prstGeom>
          <a:noFill/>
          <a:ln w="0">
            <a:noFill/>
          </a:ln>
        </p:spPr>
      </p:pic>
      <p:pic>
        <p:nvPicPr>
          <p:cNvPr id="277" name="図 276"/>
          <p:cNvPicPr/>
          <p:nvPr/>
        </p:nvPicPr>
        <p:blipFill>
          <a:blip r:embed="rId8"/>
          <a:stretch/>
        </p:blipFill>
        <p:spPr>
          <a:xfrm>
            <a:off x="2858040" y="4671360"/>
            <a:ext cx="1069200" cy="66600"/>
          </a:xfrm>
          <a:prstGeom prst="rect">
            <a:avLst/>
          </a:prstGeom>
          <a:noFill/>
          <a:ln w="0">
            <a:noFill/>
          </a:ln>
        </p:spPr>
      </p:pic>
      <p:pic>
        <p:nvPicPr>
          <p:cNvPr id="278" name="図 277"/>
          <p:cNvPicPr/>
          <p:nvPr/>
        </p:nvPicPr>
        <p:blipFill>
          <a:blip r:embed="rId9"/>
          <a:stretch/>
        </p:blipFill>
        <p:spPr>
          <a:xfrm>
            <a:off x="2498760" y="4805280"/>
            <a:ext cx="100080" cy="133200"/>
          </a:xfrm>
          <a:prstGeom prst="rect">
            <a:avLst/>
          </a:prstGeom>
          <a:noFill/>
          <a:ln w="0">
            <a:noFill/>
          </a:ln>
        </p:spPr>
      </p:pic>
      <p:sp>
        <p:nvSpPr>
          <p:cNvPr id="279" name="テキスト ボックス 278"/>
          <p:cNvSpPr txBox="1"/>
          <p:nvPr/>
        </p:nvSpPr>
        <p:spPr>
          <a:xfrm>
            <a:off x="4203360" y="4796640"/>
            <a:ext cx="235440" cy="169560"/>
          </a:xfrm>
          <a:prstGeom prst="rect">
            <a:avLst/>
          </a:prstGeom>
          <a:noFill/>
          <a:ln w="0">
            <a:noFill/>
          </a:ln>
        </p:spPr>
        <p:txBody>
          <a:bodyPr wrap="none" lIns="0" tIns="0" rIns="0" bIns="0" anchor="t">
            <a:spAutoFit/>
          </a:bodyPr>
          <a:lstStyle/>
          <a:p>
            <a:r>
              <a:rPr lang="zh-CN" sz="920" b="0" u="none" strike="noStrike">
                <a:solidFill>
                  <a:srgbClr val="FFFFFF"/>
                </a:solidFill>
                <a:effectLst/>
                <a:uFillTx/>
                <a:latin typeface="NotoSansJP"/>
                <a:ea typeface="NotoSansJP"/>
              </a:rPr>
              <a:t>修理</a:t>
            </a:r>
            <a:endParaRPr lang="en-US" sz="920" b="0" u="none" strike="noStrike">
              <a:solidFill>
                <a:srgbClr val="000000"/>
              </a:solidFill>
              <a:effectLst/>
              <a:uFillTx/>
              <a:latin typeface="Times New Roman"/>
            </a:endParaRPr>
          </a:p>
        </p:txBody>
      </p:sp>
      <p:sp>
        <p:nvSpPr>
          <p:cNvPr id="280" name="テキスト ボックス 279"/>
          <p:cNvSpPr txBox="1"/>
          <p:nvPr/>
        </p:nvSpPr>
        <p:spPr>
          <a:xfrm>
            <a:off x="2300760" y="4686840"/>
            <a:ext cx="424440" cy="146520"/>
          </a:xfrm>
          <a:prstGeom prst="rect">
            <a:avLst/>
          </a:prstGeom>
          <a:noFill/>
          <a:ln w="0">
            <a:noFill/>
          </a:ln>
        </p:spPr>
        <p:txBody>
          <a:bodyPr wrap="none" lIns="0" tIns="0" rIns="0" bIns="0" anchor="t">
            <a:spAutoFit/>
          </a:bodyPr>
          <a:lstStyle/>
          <a:p>
            <a:r>
              <a:rPr lang="en-US" sz="790" b="0" u="none" strike="noStrike">
                <a:solidFill>
                  <a:srgbClr val="FFFFFF"/>
                </a:solidFill>
                <a:effectLst/>
                <a:uFillTx/>
                <a:latin typeface="NotoSansJP"/>
                <a:ea typeface="NotoSansJP"/>
              </a:rPr>
              <a:t>AI</a:t>
            </a:r>
            <a:r>
              <a:rPr lang="zh-CN" sz="790" b="0" u="none" strike="noStrike">
                <a:solidFill>
                  <a:srgbClr val="FFFFFF"/>
                </a:solidFill>
                <a:effectLst/>
                <a:uFillTx/>
                <a:latin typeface="NotoSansJP"/>
                <a:ea typeface="NotoSansJP"/>
              </a:rPr>
              <a:t>による</a:t>
            </a:r>
            <a:endParaRPr lang="en-US" sz="790" b="0" u="none" strike="noStrike">
              <a:solidFill>
                <a:srgbClr val="000000"/>
              </a:solidFill>
              <a:effectLst/>
              <a:uFillTx/>
              <a:latin typeface="Times New Roman"/>
            </a:endParaRPr>
          </a:p>
        </p:txBody>
      </p:sp>
      <p:sp>
        <p:nvSpPr>
          <p:cNvPr id="281" name="フリーフォーム: 図形 280"/>
          <p:cNvSpPr/>
          <p:nvPr/>
        </p:nvSpPr>
        <p:spPr>
          <a:xfrm>
            <a:off x="5498640" y="1604160"/>
            <a:ext cx="4797000" cy="3702600"/>
          </a:xfrm>
          <a:custGeom>
            <a:avLst/>
            <a:gdLst/>
            <a:ahLst/>
            <a:cxnLst/>
            <a:rect l="0" t="0" r="r" b="b"/>
            <a:pathLst>
              <a:path w="13325" h="10285">
                <a:moveTo>
                  <a:pt x="0" y="10099"/>
                </a:moveTo>
                <a:lnTo>
                  <a:pt x="0" y="186"/>
                </a:lnTo>
                <a:cubicBezTo>
                  <a:pt x="0" y="174"/>
                  <a:pt x="1" y="162"/>
                  <a:pt x="2" y="150"/>
                </a:cubicBezTo>
                <a:cubicBezTo>
                  <a:pt x="4" y="138"/>
                  <a:pt x="7" y="126"/>
                  <a:pt x="10" y="115"/>
                </a:cubicBezTo>
                <a:cubicBezTo>
                  <a:pt x="14" y="104"/>
                  <a:pt x="18" y="93"/>
                  <a:pt x="23" y="83"/>
                </a:cubicBezTo>
                <a:cubicBezTo>
                  <a:pt x="28" y="73"/>
                  <a:pt x="34" y="63"/>
                  <a:pt x="40" y="55"/>
                </a:cubicBezTo>
                <a:cubicBezTo>
                  <a:pt x="47" y="46"/>
                  <a:pt x="54" y="38"/>
                  <a:pt x="62" y="32"/>
                </a:cubicBezTo>
                <a:cubicBezTo>
                  <a:pt x="69" y="25"/>
                  <a:pt x="77" y="19"/>
                  <a:pt x="86" y="15"/>
                </a:cubicBezTo>
                <a:cubicBezTo>
                  <a:pt x="94" y="10"/>
                  <a:pt x="103" y="6"/>
                  <a:pt x="112" y="4"/>
                </a:cubicBezTo>
                <a:cubicBezTo>
                  <a:pt x="121" y="2"/>
                  <a:pt x="130" y="0"/>
                  <a:pt x="139" y="0"/>
                </a:cubicBezTo>
                <a:lnTo>
                  <a:pt x="13139" y="0"/>
                </a:lnTo>
                <a:cubicBezTo>
                  <a:pt x="13151" y="0"/>
                  <a:pt x="13164" y="2"/>
                  <a:pt x="13176" y="4"/>
                </a:cubicBezTo>
                <a:cubicBezTo>
                  <a:pt x="13187" y="6"/>
                  <a:pt x="13199" y="10"/>
                  <a:pt x="13210" y="15"/>
                </a:cubicBezTo>
                <a:cubicBezTo>
                  <a:pt x="13222" y="19"/>
                  <a:pt x="13232" y="25"/>
                  <a:pt x="13242" y="32"/>
                </a:cubicBezTo>
                <a:cubicBezTo>
                  <a:pt x="13253" y="38"/>
                  <a:pt x="13262" y="46"/>
                  <a:pt x="13271" y="55"/>
                </a:cubicBezTo>
                <a:cubicBezTo>
                  <a:pt x="13279" y="63"/>
                  <a:pt x="13287" y="73"/>
                  <a:pt x="13294" y="83"/>
                </a:cubicBezTo>
                <a:cubicBezTo>
                  <a:pt x="13300" y="93"/>
                  <a:pt x="13306" y="104"/>
                  <a:pt x="13311" y="115"/>
                </a:cubicBezTo>
                <a:cubicBezTo>
                  <a:pt x="13316" y="126"/>
                  <a:pt x="13319" y="138"/>
                  <a:pt x="13321" y="150"/>
                </a:cubicBezTo>
                <a:cubicBezTo>
                  <a:pt x="13324" y="162"/>
                  <a:pt x="13325" y="174"/>
                  <a:pt x="13325" y="186"/>
                </a:cubicBezTo>
                <a:lnTo>
                  <a:pt x="13325" y="10099"/>
                </a:lnTo>
                <a:cubicBezTo>
                  <a:pt x="13325" y="10111"/>
                  <a:pt x="13324" y="10123"/>
                  <a:pt x="13321" y="10135"/>
                </a:cubicBezTo>
                <a:cubicBezTo>
                  <a:pt x="13319" y="10147"/>
                  <a:pt x="13316" y="10159"/>
                  <a:pt x="13311" y="10170"/>
                </a:cubicBezTo>
                <a:cubicBezTo>
                  <a:pt x="13306" y="10181"/>
                  <a:pt x="13300" y="10192"/>
                  <a:pt x="13294" y="10202"/>
                </a:cubicBezTo>
                <a:cubicBezTo>
                  <a:pt x="13287" y="10212"/>
                  <a:pt x="13279" y="10222"/>
                  <a:pt x="13271" y="10230"/>
                </a:cubicBezTo>
                <a:cubicBezTo>
                  <a:pt x="13262" y="10239"/>
                  <a:pt x="13253" y="10247"/>
                  <a:pt x="13242" y="10253"/>
                </a:cubicBezTo>
                <a:cubicBezTo>
                  <a:pt x="13232" y="10260"/>
                  <a:pt x="13222" y="10266"/>
                  <a:pt x="13210" y="10271"/>
                </a:cubicBezTo>
                <a:cubicBezTo>
                  <a:pt x="13199" y="10275"/>
                  <a:pt x="13187" y="10279"/>
                  <a:pt x="13176" y="10281"/>
                </a:cubicBezTo>
                <a:cubicBezTo>
                  <a:pt x="13164" y="10284"/>
                  <a:pt x="13151" y="10285"/>
                  <a:pt x="13139" y="10285"/>
                </a:cubicBezTo>
                <a:lnTo>
                  <a:pt x="139" y="10285"/>
                </a:lnTo>
                <a:cubicBezTo>
                  <a:pt x="130" y="10285"/>
                  <a:pt x="121" y="10284"/>
                  <a:pt x="112" y="10281"/>
                </a:cubicBezTo>
                <a:cubicBezTo>
                  <a:pt x="103" y="10279"/>
                  <a:pt x="94" y="10275"/>
                  <a:pt x="86" y="10271"/>
                </a:cubicBezTo>
                <a:cubicBezTo>
                  <a:pt x="77" y="10266"/>
                  <a:pt x="69" y="10260"/>
                  <a:pt x="62" y="10253"/>
                </a:cubicBezTo>
                <a:cubicBezTo>
                  <a:pt x="54" y="10247"/>
                  <a:pt x="47" y="10239"/>
                  <a:pt x="40" y="10230"/>
                </a:cubicBezTo>
                <a:cubicBezTo>
                  <a:pt x="34" y="10222"/>
                  <a:pt x="28" y="10212"/>
                  <a:pt x="23" y="10202"/>
                </a:cubicBezTo>
                <a:cubicBezTo>
                  <a:pt x="18" y="10192"/>
                  <a:pt x="14" y="10181"/>
                  <a:pt x="10" y="10170"/>
                </a:cubicBezTo>
                <a:cubicBezTo>
                  <a:pt x="7" y="10159"/>
                  <a:pt x="4" y="10147"/>
                  <a:pt x="2" y="10135"/>
                </a:cubicBezTo>
                <a:cubicBezTo>
                  <a:pt x="1" y="10123"/>
                  <a:pt x="0" y="10111"/>
                  <a:pt x="0" y="10099"/>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82" name="フリーフォーム: 図形 281"/>
          <p:cNvSpPr/>
          <p:nvPr/>
        </p:nvSpPr>
        <p:spPr>
          <a:xfrm>
            <a:off x="5481720" y="1604160"/>
            <a:ext cx="67320" cy="3702600"/>
          </a:xfrm>
          <a:custGeom>
            <a:avLst/>
            <a:gdLst/>
            <a:ahLst/>
            <a:cxnLst/>
            <a:rect l="0" t="0" r="r" b="b"/>
            <a:pathLst>
              <a:path w="187" h="10285">
                <a:moveTo>
                  <a:pt x="151" y="15"/>
                </a:moveTo>
                <a:cubicBezTo>
                  <a:pt x="140" y="24"/>
                  <a:pt x="130" y="37"/>
                  <a:pt x="121" y="55"/>
                </a:cubicBezTo>
                <a:cubicBezTo>
                  <a:pt x="113" y="72"/>
                  <a:pt x="106" y="92"/>
                  <a:pt x="101" y="115"/>
                </a:cubicBezTo>
                <a:cubicBezTo>
                  <a:pt x="96" y="138"/>
                  <a:pt x="94" y="161"/>
                  <a:pt x="94" y="186"/>
                </a:cubicBezTo>
                <a:lnTo>
                  <a:pt x="94" y="10099"/>
                </a:lnTo>
                <a:cubicBezTo>
                  <a:pt x="94" y="10124"/>
                  <a:pt x="96" y="10147"/>
                  <a:pt x="101" y="10170"/>
                </a:cubicBezTo>
                <a:cubicBezTo>
                  <a:pt x="106" y="10193"/>
                  <a:pt x="113" y="10213"/>
                  <a:pt x="121" y="10230"/>
                </a:cubicBezTo>
                <a:cubicBezTo>
                  <a:pt x="130" y="10248"/>
                  <a:pt x="140" y="10261"/>
                  <a:pt x="151" y="10271"/>
                </a:cubicBezTo>
                <a:cubicBezTo>
                  <a:pt x="163" y="10280"/>
                  <a:pt x="175" y="10285"/>
                  <a:pt x="187" y="10285"/>
                </a:cubicBezTo>
                <a:cubicBezTo>
                  <a:pt x="162" y="10285"/>
                  <a:pt x="139" y="10280"/>
                  <a:pt x="116" y="10271"/>
                </a:cubicBezTo>
                <a:cubicBezTo>
                  <a:pt x="93" y="10261"/>
                  <a:pt x="73" y="10248"/>
                  <a:pt x="56" y="10230"/>
                </a:cubicBezTo>
                <a:cubicBezTo>
                  <a:pt x="38" y="10213"/>
                  <a:pt x="24" y="10193"/>
                  <a:pt x="14" y="10170"/>
                </a:cubicBezTo>
                <a:cubicBezTo>
                  <a:pt x="5" y="10147"/>
                  <a:pt x="0" y="10124"/>
                  <a:pt x="0" y="10099"/>
                </a:cubicBezTo>
                <a:lnTo>
                  <a:pt x="0" y="186"/>
                </a:lnTo>
                <a:cubicBezTo>
                  <a:pt x="0" y="161"/>
                  <a:pt x="5" y="138"/>
                  <a:pt x="14" y="115"/>
                </a:cubicBezTo>
                <a:cubicBezTo>
                  <a:pt x="24" y="92"/>
                  <a:pt x="38" y="72"/>
                  <a:pt x="56" y="55"/>
                </a:cubicBezTo>
                <a:cubicBezTo>
                  <a:pt x="73" y="37"/>
                  <a:pt x="93" y="24"/>
                  <a:pt x="116" y="15"/>
                </a:cubicBezTo>
                <a:cubicBezTo>
                  <a:pt x="139" y="5"/>
                  <a:pt x="162" y="0"/>
                  <a:pt x="187" y="0"/>
                </a:cubicBezTo>
                <a:cubicBezTo>
                  <a:pt x="175" y="0"/>
                  <a:pt x="163" y="5"/>
                  <a:pt x="151" y="15"/>
                </a:cubicBez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83" name="フリーフォーム: 図形 282"/>
          <p:cNvSpPr/>
          <p:nvPr/>
        </p:nvSpPr>
        <p:spPr>
          <a:xfrm>
            <a:off x="5715720" y="1805040"/>
            <a:ext cx="401400" cy="417960"/>
          </a:xfrm>
          <a:custGeom>
            <a:avLst/>
            <a:gdLst/>
            <a:ahLst/>
            <a:cxnLst/>
            <a:rect l="0" t="0" r="r" b="b"/>
            <a:pathLst>
              <a:path w="1115" h="1161">
                <a:moveTo>
                  <a:pt x="0" y="604"/>
                </a:moveTo>
                <a:lnTo>
                  <a:pt x="0" y="558"/>
                </a:lnTo>
                <a:cubicBezTo>
                  <a:pt x="0" y="521"/>
                  <a:pt x="4" y="485"/>
                  <a:pt x="11" y="449"/>
                </a:cubicBezTo>
                <a:cubicBezTo>
                  <a:pt x="18" y="413"/>
                  <a:pt x="29" y="378"/>
                  <a:pt x="43" y="344"/>
                </a:cubicBezTo>
                <a:cubicBezTo>
                  <a:pt x="57" y="311"/>
                  <a:pt x="74" y="279"/>
                  <a:pt x="94" y="248"/>
                </a:cubicBezTo>
                <a:cubicBezTo>
                  <a:pt x="114" y="218"/>
                  <a:pt x="138" y="189"/>
                  <a:pt x="163" y="163"/>
                </a:cubicBezTo>
                <a:cubicBezTo>
                  <a:pt x="189" y="137"/>
                  <a:pt x="217" y="114"/>
                  <a:pt x="248" y="93"/>
                </a:cubicBezTo>
                <a:cubicBezTo>
                  <a:pt x="279" y="73"/>
                  <a:pt x="311" y="56"/>
                  <a:pt x="345" y="42"/>
                </a:cubicBezTo>
                <a:cubicBezTo>
                  <a:pt x="379" y="28"/>
                  <a:pt x="414" y="17"/>
                  <a:pt x="450" y="10"/>
                </a:cubicBezTo>
                <a:cubicBezTo>
                  <a:pt x="486" y="3"/>
                  <a:pt x="522" y="0"/>
                  <a:pt x="558" y="0"/>
                </a:cubicBezTo>
                <a:cubicBezTo>
                  <a:pt x="595" y="0"/>
                  <a:pt x="631" y="3"/>
                  <a:pt x="667" y="10"/>
                </a:cubicBezTo>
                <a:cubicBezTo>
                  <a:pt x="703" y="17"/>
                  <a:pt x="738" y="28"/>
                  <a:pt x="772" y="42"/>
                </a:cubicBezTo>
                <a:cubicBezTo>
                  <a:pt x="805" y="56"/>
                  <a:pt x="837" y="73"/>
                  <a:pt x="868" y="93"/>
                </a:cubicBezTo>
                <a:cubicBezTo>
                  <a:pt x="898" y="114"/>
                  <a:pt x="926" y="137"/>
                  <a:pt x="952" y="163"/>
                </a:cubicBezTo>
                <a:cubicBezTo>
                  <a:pt x="978" y="189"/>
                  <a:pt x="1001" y="218"/>
                  <a:pt x="1022" y="248"/>
                </a:cubicBezTo>
                <a:cubicBezTo>
                  <a:pt x="1042" y="279"/>
                  <a:pt x="1059" y="311"/>
                  <a:pt x="1073" y="344"/>
                </a:cubicBezTo>
                <a:cubicBezTo>
                  <a:pt x="1087" y="378"/>
                  <a:pt x="1098" y="413"/>
                  <a:pt x="1105" y="449"/>
                </a:cubicBezTo>
                <a:cubicBezTo>
                  <a:pt x="1112" y="485"/>
                  <a:pt x="1115" y="521"/>
                  <a:pt x="1115" y="558"/>
                </a:cubicBezTo>
                <a:lnTo>
                  <a:pt x="1115" y="604"/>
                </a:lnTo>
                <a:cubicBezTo>
                  <a:pt x="1115" y="641"/>
                  <a:pt x="1112" y="677"/>
                  <a:pt x="1105" y="713"/>
                </a:cubicBezTo>
                <a:cubicBezTo>
                  <a:pt x="1098" y="749"/>
                  <a:pt x="1087" y="783"/>
                  <a:pt x="1073" y="817"/>
                </a:cubicBezTo>
                <a:cubicBezTo>
                  <a:pt x="1059" y="851"/>
                  <a:pt x="1042" y="883"/>
                  <a:pt x="1022" y="914"/>
                </a:cubicBezTo>
                <a:cubicBezTo>
                  <a:pt x="1001" y="944"/>
                  <a:pt x="978" y="972"/>
                  <a:pt x="952" y="998"/>
                </a:cubicBezTo>
                <a:cubicBezTo>
                  <a:pt x="926" y="1024"/>
                  <a:pt x="898" y="1047"/>
                  <a:pt x="868" y="1067"/>
                </a:cubicBezTo>
                <a:cubicBezTo>
                  <a:pt x="837" y="1088"/>
                  <a:pt x="805" y="1105"/>
                  <a:pt x="772" y="1119"/>
                </a:cubicBezTo>
                <a:cubicBezTo>
                  <a:pt x="738" y="1133"/>
                  <a:pt x="703" y="1143"/>
                  <a:pt x="667" y="1150"/>
                </a:cubicBezTo>
                <a:cubicBezTo>
                  <a:pt x="631" y="1158"/>
                  <a:pt x="595" y="1161"/>
                  <a:pt x="558" y="1161"/>
                </a:cubicBezTo>
                <a:cubicBezTo>
                  <a:pt x="522" y="1161"/>
                  <a:pt x="486" y="1158"/>
                  <a:pt x="450" y="1150"/>
                </a:cubicBezTo>
                <a:cubicBezTo>
                  <a:pt x="414" y="1143"/>
                  <a:pt x="379" y="1133"/>
                  <a:pt x="345" y="1119"/>
                </a:cubicBezTo>
                <a:cubicBezTo>
                  <a:pt x="311" y="1105"/>
                  <a:pt x="279" y="1088"/>
                  <a:pt x="248" y="1067"/>
                </a:cubicBezTo>
                <a:cubicBezTo>
                  <a:pt x="217" y="1047"/>
                  <a:pt x="189" y="1024"/>
                  <a:pt x="163" y="998"/>
                </a:cubicBezTo>
                <a:cubicBezTo>
                  <a:pt x="138" y="972"/>
                  <a:pt x="114" y="944"/>
                  <a:pt x="94" y="914"/>
                </a:cubicBezTo>
                <a:cubicBezTo>
                  <a:pt x="74" y="883"/>
                  <a:pt x="57" y="851"/>
                  <a:pt x="43" y="817"/>
                </a:cubicBezTo>
                <a:cubicBezTo>
                  <a:pt x="29" y="783"/>
                  <a:pt x="18" y="749"/>
                  <a:pt x="11" y="713"/>
                </a:cubicBezTo>
                <a:cubicBezTo>
                  <a:pt x="4" y="677"/>
                  <a:pt x="0" y="641"/>
                  <a:pt x="0" y="604"/>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284" name="図 283"/>
          <p:cNvPicPr/>
          <p:nvPr/>
        </p:nvPicPr>
        <p:blipFill>
          <a:blip r:embed="rId10"/>
          <a:stretch/>
        </p:blipFill>
        <p:spPr>
          <a:xfrm>
            <a:off x="5816160" y="1905480"/>
            <a:ext cx="200160" cy="200160"/>
          </a:xfrm>
          <a:prstGeom prst="rect">
            <a:avLst/>
          </a:prstGeom>
          <a:noFill/>
          <a:ln w="0">
            <a:noFill/>
          </a:ln>
        </p:spPr>
      </p:pic>
      <p:sp>
        <p:nvSpPr>
          <p:cNvPr id="285" name="テキスト ボックス 284"/>
          <p:cNvSpPr txBox="1"/>
          <p:nvPr/>
        </p:nvSpPr>
        <p:spPr>
          <a:xfrm>
            <a:off x="2300760" y="4820760"/>
            <a:ext cx="403200" cy="146520"/>
          </a:xfrm>
          <a:prstGeom prst="rect">
            <a:avLst/>
          </a:prstGeom>
          <a:noFill/>
          <a:ln w="0">
            <a:noFill/>
          </a:ln>
        </p:spPr>
        <p:txBody>
          <a:bodyPr wrap="none" lIns="0" tIns="0" rIns="0" bIns="0" anchor="t">
            <a:spAutoFit/>
          </a:bodyPr>
          <a:lstStyle/>
          <a:p>
            <a:r>
              <a:rPr lang="zh-CN" sz="790" b="0" u="none" strike="noStrike">
                <a:solidFill>
                  <a:srgbClr val="FFFFFF"/>
                </a:solidFill>
                <a:effectLst/>
                <a:uFillTx/>
                <a:latin typeface="NotoSansJP"/>
                <a:ea typeface="NotoSansJP"/>
              </a:rPr>
              <a:t>早期検知</a:t>
            </a:r>
            <a:endParaRPr lang="en-US" sz="790" b="0" u="none" strike="noStrike">
              <a:solidFill>
                <a:srgbClr val="000000"/>
              </a:solidFill>
              <a:effectLst/>
              <a:uFillTx/>
              <a:latin typeface="Times New Roman"/>
            </a:endParaRPr>
          </a:p>
        </p:txBody>
      </p:sp>
      <p:pic>
        <p:nvPicPr>
          <p:cNvPr id="286" name="図 285"/>
          <p:cNvPicPr/>
          <p:nvPr/>
        </p:nvPicPr>
        <p:blipFill>
          <a:blip r:embed="rId11"/>
          <a:stretch/>
        </p:blipFill>
        <p:spPr>
          <a:xfrm>
            <a:off x="5716080" y="2390040"/>
            <a:ext cx="133200" cy="133200"/>
          </a:xfrm>
          <a:prstGeom prst="rect">
            <a:avLst/>
          </a:prstGeom>
          <a:noFill/>
          <a:ln w="0">
            <a:noFill/>
          </a:ln>
        </p:spPr>
      </p:pic>
      <p:sp>
        <p:nvSpPr>
          <p:cNvPr id="287" name="テキスト ボックス 286"/>
          <p:cNvSpPr txBox="1"/>
          <p:nvPr/>
        </p:nvSpPr>
        <p:spPr>
          <a:xfrm>
            <a:off x="6217560" y="1911240"/>
            <a:ext cx="3621600" cy="291600"/>
          </a:xfrm>
          <a:prstGeom prst="rect">
            <a:avLst/>
          </a:prstGeom>
          <a:noFill/>
          <a:ln w="0">
            <a:noFill/>
          </a:ln>
        </p:spPr>
        <p:txBody>
          <a:bodyPr wrap="none" lIns="0" tIns="0" rIns="0" bIns="0" anchor="t">
            <a:spAutoFit/>
          </a:bodyPr>
          <a:lstStyle/>
          <a:p>
            <a:r>
              <a:rPr lang="zh-CN" sz="1580" b="0" u="none" strike="noStrike">
                <a:solidFill>
                  <a:srgbClr val="FFFFFF"/>
                </a:solidFill>
                <a:effectLst/>
                <a:uFillTx/>
                <a:latin typeface="NotoSansJP"/>
                <a:ea typeface="NotoSansJP"/>
              </a:rPr>
              <a:t>サイバーセキュリティにおける異常検知</a:t>
            </a:r>
            <a:endParaRPr lang="en-US" sz="1580" b="0" u="none" strike="noStrike">
              <a:solidFill>
                <a:srgbClr val="000000"/>
              </a:solidFill>
              <a:effectLst/>
              <a:uFillTx/>
              <a:latin typeface="Times New Roman"/>
            </a:endParaRPr>
          </a:p>
        </p:txBody>
      </p:sp>
      <p:sp>
        <p:nvSpPr>
          <p:cNvPr id="288" name="テキスト ボックス 287"/>
          <p:cNvSpPr txBox="1"/>
          <p:nvPr/>
        </p:nvSpPr>
        <p:spPr>
          <a:xfrm>
            <a:off x="5950080" y="2391120"/>
            <a:ext cx="415836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現代の自動車は「走るコンピュータ」とも言われ、外部ネットワーク</a:t>
            </a:r>
            <a:endParaRPr lang="en-US" sz="1050" b="0" u="none" strike="noStrike">
              <a:solidFill>
                <a:srgbClr val="000000"/>
              </a:solidFill>
              <a:effectLst/>
              <a:uFillTx/>
              <a:latin typeface="Times New Roman"/>
            </a:endParaRPr>
          </a:p>
        </p:txBody>
      </p:sp>
      <p:pic>
        <p:nvPicPr>
          <p:cNvPr id="289" name="図 288"/>
          <p:cNvPicPr/>
          <p:nvPr/>
        </p:nvPicPr>
        <p:blipFill>
          <a:blip r:embed="rId11"/>
          <a:stretch/>
        </p:blipFill>
        <p:spPr>
          <a:xfrm>
            <a:off x="5716080" y="2925000"/>
            <a:ext cx="133200" cy="133200"/>
          </a:xfrm>
          <a:prstGeom prst="rect">
            <a:avLst/>
          </a:prstGeom>
          <a:noFill/>
          <a:ln w="0">
            <a:noFill/>
          </a:ln>
        </p:spPr>
      </p:pic>
      <p:sp>
        <p:nvSpPr>
          <p:cNvPr id="290" name="テキスト ボックス 289"/>
          <p:cNvSpPr txBox="1"/>
          <p:nvPr/>
        </p:nvSpPr>
        <p:spPr>
          <a:xfrm>
            <a:off x="5950080" y="2592000"/>
            <a:ext cx="40237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との接続が増えるにつれて</a:t>
            </a:r>
            <a:r>
              <a:rPr lang="zh-CN" sz="1050" b="0" u="none" strike="noStrike">
                <a:solidFill>
                  <a:srgbClr val="FF0000"/>
                </a:solidFill>
                <a:effectLst/>
                <a:uFillTx/>
                <a:latin typeface="NotoSansJP"/>
                <a:ea typeface="NotoSansJP"/>
              </a:rPr>
              <a:t>サイバー攻撃のリスク</a:t>
            </a:r>
            <a:r>
              <a:rPr lang="zh-CN" sz="1050" b="0" u="none" strike="noStrike">
                <a:solidFill>
                  <a:srgbClr val="FFFFFF"/>
                </a:solidFill>
                <a:effectLst/>
                <a:uFillTx/>
                <a:latin typeface="NotoSansJP"/>
                <a:ea typeface="NotoSansJP"/>
              </a:rPr>
              <a:t>も高まっています</a:t>
            </a:r>
            <a:endParaRPr lang="en-US" sz="1050" b="0" u="none" strike="noStrike">
              <a:solidFill>
                <a:srgbClr val="000000"/>
              </a:solidFill>
              <a:effectLst/>
              <a:uFillTx/>
              <a:latin typeface="Times New Roman"/>
            </a:endParaRPr>
          </a:p>
        </p:txBody>
      </p:sp>
      <p:sp>
        <p:nvSpPr>
          <p:cNvPr id="291" name="テキスト ボックス 290"/>
          <p:cNvSpPr txBox="1"/>
          <p:nvPr/>
        </p:nvSpPr>
        <p:spPr>
          <a:xfrm>
            <a:off x="5950080" y="2926080"/>
            <a:ext cx="4274280" cy="19404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AI</a:t>
            </a:r>
            <a:r>
              <a:rPr lang="zh-CN" sz="1050" b="0" u="none" strike="noStrike">
                <a:solidFill>
                  <a:srgbClr val="FFFFFF"/>
                </a:solidFill>
                <a:effectLst/>
                <a:uFillTx/>
                <a:latin typeface="NotoSansJP"/>
                <a:ea typeface="NotoSansJP"/>
              </a:rPr>
              <a:t>は、車両内の通信データ（</a:t>
            </a:r>
            <a:r>
              <a:rPr lang="en-US" sz="1050" b="0" u="none" strike="noStrike">
                <a:solidFill>
                  <a:srgbClr val="FFFFFF"/>
                </a:solidFill>
                <a:effectLst/>
                <a:uFillTx/>
                <a:latin typeface="NotoSansJP"/>
                <a:ea typeface="NotoSansJP"/>
              </a:rPr>
              <a:t>CAN</a:t>
            </a:r>
            <a:r>
              <a:rPr lang="zh-CN" sz="1050" b="0" u="none" strike="noStrike">
                <a:solidFill>
                  <a:srgbClr val="FFFFFF"/>
                </a:solidFill>
                <a:effectLst/>
                <a:uFillTx/>
                <a:latin typeface="NotoSansJP"/>
                <a:ea typeface="NotoSansJP"/>
              </a:rPr>
              <a:t>データなど）の正常なパターンを学</a:t>
            </a:r>
            <a:endParaRPr lang="en-US" sz="1050" b="0" u="none" strike="noStrike">
              <a:solidFill>
                <a:srgbClr val="000000"/>
              </a:solidFill>
              <a:effectLst/>
              <a:uFillTx/>
              <a:latin typeface="Times New Roman"/>
            </a:endParaRPr>
          </a:p>
        </p:txBody>
      </p:sp>
      <p:pic>
        <p:nvPicPr>
          <p:cNvPr id="292" name="図 291"/>
          <p:cNvPicPr/>
          <p:nvPr/>
        </p:nvPicPr>
        <p:blipFill>
          <a:blip r:embed="rId11"/>
          <a:stretch/>
        </p:blipFill>
        <p:spPr>
          <a:xfrm>
            <a:off x="5716080" y="3459600"/>
            <a:ext cx="133200" cy="133200"/>
          </a:xfrm>
          <a:prstGeom prst="rect">
            <a:avLst/>
          </a:prstGeom>
          <a:noFill/>
          <a:ln w="0">
            <a:noFill/>
          </a:ln>
        </p:spPr>
      </p:pic>
      <p:sp>
        <p:nvSpPr>
          <p:cNvPr id="293" name="テキスト ボックス 292"/>
          <p:cNvSpPr txBox="1"/>
          <p:nvPr/>
        </p:nvSpPr>
        <p:spPr>
          <a:xfrm>
            <a:off x="5950080" y="3126600"/>
            <a:ext cx="348768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習し、そこから逸脱する異常な通信をリアルタイムで検知</a:t>
            </a:r>
            <a:endParaRPr lang="en-US" sz="1050" b="0" u="none" strike="noStrike">
              <a:solidFill>
                <a:srgbClr val="000000"/>
              </a:solidFill>
              <a:effectLst/>
              <a:uFillTx/>
              <a:latin typeface="Times New Roman"/>
            </a:endParaRPr>
          </a:p>
        </p:txBody>
      </p:sp>
      <p:sp>
        <p:nvSpPr>
          <p:cNvPr id="294" name="テキスト ボックス 293"/>
          <p:cNvSpPr txBox="1"/>
          <p:nvPr/>
        </p:nvSpPr>
        <p:spPr>
          <a:xfrm>
            <a:off x="5950080" y="3461040"/>
            <a:ext cx="415836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メリット：外部からの不正な操作やマルウェアの侵入といった脅威を</a:t>
            </a:r>
            <a:endParaRPr lang="en-US" sz="1050" b="0" u="none" strike="noStrike">
              <a:solidFill>
                <a:srgbClr val="000000"/>
              </a:solidFill>
              <a:effectLst/>
              <a:uFillTx/>
              <a:latin typeface="Times New Roman"/>
            </a:endParaRPr>
          </a:p>
        </p:txBody>
      </p:sp>
      <p:sp>
        <p:nvSpPr>
          <p:cNvPr id="295" name="フリーフォーム: 図形 294"/>
          <p:cNvSpPr/>
          <p:nvPr/>
        </p:nvSpPr>
        <p:spPr>
          <a:xfrm>
            <a:off x="5715720" y="4161600"/>
            <a:ext cx="4379400" cy="8640"/>
          </a:xfrm>
          <a:custGeom>
            <a:avLst/>
            <a:gdLst/>
            <a:ahLst/>
            <a:cxnLst/>
            <a:rect l="0" t="0" r="r" b="b"/>
            <a:pathLst>
              <a:path w="12165" h="24">
                <a:moveTo>
                  <a:pt x="0" y="0"/>
                </a:moveTo>
                <a:lnTo>
                  <a:pt x="12165" y="0"/>
                </a:lnTo>
                <a:lnTo>
                  <a:pt x="12165" y="24"/>
                </a:lnTo>
                <a:lnTo>
                  <a:pt x="0" y="24"/>
                </a:lnTo>
                <a:lnTo>
                  <a:pt x="0" y="0"/>
                </a:lnTo>
                <a:close/>
              </a:path>
            </a:pathLst>
          </a:custGeom>
          <a:solidFill>
            <a:srgbClr val="364153"/>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96" name="テキスト ボックス 295"/>
          <p:cNvSpPr txBox="1"/>
          <p:nvPr/>
        </p:nvSpPr>
        <p:spPr>
          <a:xfrm>
            <a:off x="5950080" y="3661560"/>
            <a:ext cx="375588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早期に発見し、車両が乗っ取られるといった最悪の事態を防止</a:t>
            </a:r>
            <a:endParaRPr lang="en-US" sz="1050" b="0" u="none" strike="noStrike">
              <a:solidFill>
                <a:srgbClr val="000000"/>
              </a:solidFill>
              <a:effectLst/>
              <a:uFillTx/>
              <a:latin typeface="Times New Roman"/>
            </a:endParaRPr>
          </a:p>
        </p:txBody>
      </p:sp>
      <p:sp>
        <p:nvSpPr>
          <p:cNvPr id="297" name="テキスト ボックス 296"/>
          <p:cNvSpPr txBox="1"/>
          <p:nvPr/>
        </p:nvSpPr>
        <p:spPr>
          <a:xfrm>
            <a:off x="5716080" y="4352760"/>
            <a:ext cx="1172520" cy="146520"/>
          </a:xfrm>
          <a:prstGeom prst="rect">
            <a:avLst/>
          </a:prstGeom>
          <a:noFill/>
          <a:ln w="0">
            <a:noFill/>
          </a:ln>
        </p:spPr>
        <p:txBody>
          <a:bodyPr wrap="none" lIns="0" tIns="0" rIns="0" bIns="0" anchor="t">
            <a:spAutoFit/>
          </a:bodyPr>
          <a:lstStyle/>
          <a:p>
            <a:r>
              <a:rPr lang="zh-CN" sz="790" b="0" u="none" strike="noStrike">
                <a:solidFill>
                  <a:srgbClr val="99A1AF"/>
                </a:solidFill>
                <a:effectLst/>
                <a:uFillTx/>
                <a:latin typeface="NotoSansJP"/>
                <a:ea typeface="NotoSansJP"/>
              </a:rPr>
              <a:t>通常の</a:t>
            </a:r>
            <a:r>
              <a:rPr lang="en-US" sz="790" b="0" u="none" strike="noStrike">
                <a:solidFill>
                  <a:srgbClr val="99A1AF"/>
                </a:solidFill>
                <a:effectLst/>
                <a:uFillTx/>
                <a:latin typeface="NotoSansJP"/>
                <a:ea typeface="NotoSansJP"/>
              </a:rPr>
              <a:t>CAN</a:t>
            </a:r>
            <a:r>
              <a:rPr lang="zh-CN" sz="790" b="0" u="none" strike="noStrike">
                <a:solidFill>
                  <a:srgbClr val="99A1AF"/>
                </a:solidFill>
                <a:effectLst/>
                <a:uFillTx/>
                <a:latin typeface="NotoSansJP"/>
                <a:ea typeface="NotoSansJP"/>
              </a:rPr>
              <a:t>通信パターン</a:t>
            </a:r>
            <a:endParaRPr lang="en-US" sz="790" b="0" u="none" strike="noStrike">
              <a:solidFill>
                <a:srgbClr val="000000"/>
              </a:solidFill>
              <a:effectLst/>
              <a:uFillTx/>
              <a:latin typeface="Times New Roman"/>
            </a:endParaRPr>
          </a:p>
        </p:txBody>
      </p:sp>
      <p:sp>
        <p:nvSpPr>
          <p:cNvPr id="298" name="フリーフォーム: 図形 297"/>
          <p:cNvSpPr/>
          <p:nvPr/>
        </p:nvSpPr>
        <p:spPr>
          <a:xfrm>
            <a:off x="5715720" y="4537440"/>
            <a:ext cx="4379400" cy="535320"/>
          </a:xfrm>
          <a:custGeom>
            <a:avLst/>
            <a:gdLst/>
            <a:ahLst/>
            <a:cxnLst/>
            <a:rect l="0" t="0" r="r" b="b"/>
            <a:pathLst>
              <a:path w="12165" h="1487">
                <a:moveTo>
                  <a:pt x="0" y="1394"/>
                </a:moveTo>
                <a:lnTo>
                  <a:pt x="0" y="94"/>
                </a:lnTo>
                <a:cubicBezTo>
                  <a:pt x="0" y="82"/>
                  <a:pt x="3" y="70"/>
                  <a:pt x="7" y="59"/>
                </a:cubicBezTo>
                <a:cubicBezTo>
                  <a:pt x="12" y="47"/>
                  <a:pt x="19" y="37"/>
                  <a:pt x="27" y="28"/>
                </a:cubicBezTo>
                <a:cubicBezTo>
                  <a:pt x="36" y="20"/>
                  <a:pt x="46" y="12"/>
                  <a:pt x="58" y="7"/>
                </a:cubicBezTo>
                <a:cubicBezTo>
                  <a:pt x="69" y="3"/>
                  <a:pt x="81" y="0"/>
                  <a:pt x="93" y="0"/>
                </a:cubicBezTo>
                <a:lnTo>
                  <a:pt x="12072" y="0"/>
                </a:lnTo>
                <a:cubicBezTo>
                  <a:pt x="12084" y="0"/>
                  <a:pt x="12096" y="3"/>
                  <a:pt x="12108" y="7"/>
                </a:cubicBezTo>
                <a:cubicBezTo>
                  <a:pt x="12119" y="12"/>
                  <a:pt x="12129" y="20"/>
                  <a:pt x="12138" y="28"/>
                </a:cubicBezTo>
                <a:cubicBezTo>
                  <a:pt x="12146" y="37"/>
                  <a:pt x="12153" y="47"/>
                  <a:pt x="12158" y="59"/>
                </a:cubicBezTo>
                <a:cubicBezTo>
                  <a:pt x="12163" y="70"/>
                  <a:pt x="12165" y="82"/>
                  <a:pt x="12165" y="94"/>
                </a:cubicBezTo>
                <a:lnTo>
                  <a:pt x="12165" y="1394"/>
                </a:lnTo>
                <a:cubicBezTo>
                  <a:pt x="12165" y="1406"/>
                  <a:pt x="12163" y="1418"/>
                  <a:pt x="12158" y="1430"/>
                </a:cubicBezTo>
                <a:cubicBezTo>
                  <a:pt x="12153" y="1441"/>
                  <a:pt x="12146" y="1451"/>
                  <a:pt x="12138" y="1460"/>
                </a:cubicBezTo>
                <a:cubicBezTo>
                  <a:pt x="12129" y="1468"/>
                  <a:pt x="12119" y="1475"/>
                  <a:pt x="12108" y="1480"/>
                </a:cubicBezTo>
                <a:cubicBezTo>
                  <a:pt x="12096" y="1484"/>
                  <a:pt x="12084" y="1487"/>
                  <a:pt x="12072" y="1487"/>
                </a:cubicBezTo>
                <a:lnTo>
                  <a:pt x="93" y="1487"/>
                </a:lnTo>
                <a:cubicBezTo>
                  <a:pt x="81" y="1487"/>
                  <a:pt x="69" y="1484"/>
                  <a:pt x="58" y="1480"/>
                </a:cubicBezTo>
                <a:cubicBezTo>
                  <a:pt x="46" y="1475"/>
                  <a:pt x="36" y="1468"/>
                  <a:pt x="27" y="1460"/>
                </a:cubicBezTo>
                <a:cubicBezTo>
                  <a:pt x="19" y="1451"/>
                  <a:pt x="12" y="1441"/>
                  <a:pt x="7" y="1430"/>
                </a:cubicBezTo>
                <a:cubicBezTo>
                  <a:pt x="3" y="1418"/>
                  <a:pt x="0" y="1406"/>
                  <a:pt x="0" y="1394"/>
                </a:cubicBezTo>
                <a:close/>
              </a:path>
            </a:pathLst>
          </a:custGeom>
          <a:solidFill>
            <a:srgbClr val="1E2939"/>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99" name="フリーフォーム: 図形 298"/>
          <p:cNvSpPr/>
          <p:nvPr/>
        </p:nvSpPr>
        <p:spPr>
          <a:xfrm>
            <a:off x="5715720" y="4788360"/>
            <a:ext cx="368280" cy="33480"/>
          </a:xfrm>
          <a:custGeom>
            <a:avLst/>
            <a:gdLst/>
            <a:ahLst/>
            <a:cxnLst/>
            <a:rect l="0" t="0" r="r" b="b"/>
            <a:pathLst>
              <a:path w="1023" h="93">
                <a:moveTo>
                  <a:pt x="0" y="0"/>
                </a:moveTo>
                <a:lnTo>
                  <a:pt x="1023" y="0"/>
                </a:lnTo>
                <a:lnTo>
                  <a:pt x="1023" y="93"/>
                </a:lnTo>
                <a:lnTo>
                  <a:pt x="0" y="93"/>
                </a:lnTo>
                <a:lnTo>
                  <a:pt x="0" y="0"/>
                </a:lnTo>
                <a:close/>
              </a:path>
            </a:pathLst>
          </a:custGeom>
          <a:solidFill>
            <a:srgbClr val="00C951"/>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00" name="フリーフォーム: 図形 299"/>
          <p:cNvSpPr/>
          <p:nvPr/>
        </p:nvSpPr>
        <p:spPr>
          <a:xfrm>
            <a:off x="6083640" y="4771440"/>
            <a:ext cx="359640" cy="67320"/>
          </a:xfrm>
          <a:custGeom>
            <a:avLst/>
            <a:gdLst/>
            <a:ahLst/>
            <a:cxnLst/>
            <a:rect l="0" t="0" r="r" b="b"/>
            <a:pathLst>
              <a:path w="999" h="187">
                <a:moveTo>
                  <a:pt x="0" y="0"/>
                </a:moveTo>
                <a:lnTo>
                  <a:pt x="999" y="0"/>
                </a:lnTo>
                <a:lnTo>
                  <a:pt x="999" y="187"/>
                </a:lnTo>
                <a:lnTo>
                  <a:pt x="0" y="187"/>
                </a:lnTo>
                <a:lnTo>
                  <a:pt x="0" y="0"/>
                </a:lnTo>
                <a:close/>
              </a:path>
            </a:pathLst>
          </a:custGeom>
          <a:solidFill>
            <a:srgbClr val="00C951"/>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01" name="フリーフォーム: 図形 300"/>
          <p:cNvSpPr/>
          <p:nvPr/>
        </p:nvSpPr>
        <p:spPr>
          <a:xfrm>
            <a:off x="6442920" y="4754880"/>
            <a:ext cx="367920" cy="100440"/>
          </a:xfrm>
          <a:custGeom>
            <a:avLst/>
            <a:gdLst/>
            <a:ahLst/>
            <a:cxnLst/>
            <a:rect l="0" t="0" r="r" b="b"/>
            <a:pathLst>
              <a:path w="1022" h="279">
                <a:moveTo>
                  <a:pt x="0" y="0"/>
                </a:moveTo>
                <a:lnTo>
                  <a:pt x="1022" y="0"/>
                </a:lnTo>
                <a:lnTo>
                  <a:pt x="1022" y="279"/>
                </a:lnTo>
                <a:lnTo>
                  <a:pt x="0" y="279"/>
                </a:lnTo>
                <a:lnTo>
                  <a:pt x="0" y="0"/>
                </a:lnTo>
                <a:close/>
              </a:path>
            </a:pathLst>
          </a:custGeom>
          <a:solidFill>
            <a:srgbClr val="00C951"/>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02" name="フリーフォーム: 図形 301"/>
          <p:cNvSpPr/>
          <p:nvPr/>
        </p:nvSpPr>
        <p:spPr>
          <a:xfrm>
            <a:off x="6810480" y="4737960"/>
            <a:ext cx="368280" cy="134280"/>
          </a:xfrm>
          <a:custGeom>
            <a:avLst/>
            <a:gdLst/>
            <a:ahLst/>
            <a:cxnLst/>
            <a:rect l="0" t="0" r="r" b="b"/>
            <a:pathLst>
              <a:path w="1023" h="373">
                <a:moveTo>
                  <a:pt x="0" y="0"/>
                </a:moveTo>
                <a:lnTo>
                  <a:pt x="1023" y="0"/>
                </a:lnTo>
                <a:lnTo>
                  <a:pt x="1023" y="373"/>
                </a:lnTo>
                <a:lnTo>
                  <a:pt x="0" y="373"/>
                </a:lnTo>
                <a:lnTo>
                  <a:pt x="0" y="0"/>
                </a:lnTo>
                <a:close/>
              </a:path>
            </a:pathLst>
          </a:custGeom>
          <a:solidFill>
            <a:srgbClr val="00C951"/>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03" name="フリーフォーム: 図形 302"/>
          <p:cNvSpPr/>
          <p:nvPr/>
        </p:nvSpPr>
        <p:spPr>
          <a:xfrm>
            <a:off x="7178400" y="4754880"/>
            <a:ext cx="359640" cy="100440"/>
          </a:xfrm>
          <a:custGeom>
            <a:avLst/>
            <a:gdLst/>
            <a:ahLst/>
            <a:cxnLst/>
            <a:rect l="0" t="0" r="r" b="b"/>
            <a:pathLst>
              <a:path w="999" h="279">
                <a:moveTo>
                  <a:pt x="0" y="0"/>
                </a:moveTo>
                <a:lnTo>
                  <a:pt x="999" y="0"/>
                </a:lnTo>
                <a:lnTo>
                  <a:pt x="999" y="279"/>
                </a:lnTo>
                <a:lnTo>
                  <a:pt x="0" y="279"/>
                </a:lnTo>
                <a:lnTo>
                  <a:pt x="0" y="0"/>
                </a:lnTo>
                <a:close/>
              </a:path>
            </a:pathLst>
          </a:custGeom>
          <a:solidFill>
            <a:srgbClr val="00C951"/>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04" name="フリーフォーム: 図形 303"/>
          <p:cNvSpPr/>
          <p:nvPr/>
        </p:nvSpPr>
        <p:spPr>
          <a:xfrm>
            <a:off x="7537680" y="4721400"/>
            <a:ext cx="367920" cy="167400"/>
          </a:xfrm>
          <a:custGeom>
            <a:avLst/>
            <a:gdLst/>
            <a:ahLst/>
            <a:cxnLst/>
            <a:rect l="0" t="0" r="r" b="b"/>
            <a:pathLst>
              <a:path w="1022" h="465">
                <a:moveTo>
                  <a:pt x="0" y="0"/>
                </a:moveTo>
                <a:lnTo>
                  <a:pt x="1022" y="0"/>
                </a:lnTo>
                <a:lnTo>
                  <a:pt x="1022" y="465"/>
                </a:lnTo>
                <a:lnTo>
                  <a:pt x="0" y="465"/>
                </a:lnTo>
                <a:lnTo>
                  <a:pt x="0" y="0"/>
                </a:lnTo>
                <a:close/>
              </a:path>
            </a:pathLst>
          </a:custGeom>
          <a:solidFill>
            <a:srgbClr val="00C951"/>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05" name="フリーフォーム: 図形 304"/>
          <p:cNvSpPr/>
          <p:nvPr/>
        </p:nvSpPr>
        <p:spPr>
          <a:xfrm>
            <a:off x="7905240" y="4737960"/>
            <a:ext cx="367920" cy="134280"/>
          </a:xfrm>
          <a:custGeom>
            <a:avLst/>
            <a:gdLst/>
            <a:ahLst/>
            <a:cxnLst/>
            <a:rect l="0" t="0" r="r" b="b"/>
            <a:pathLst>
              <a:path w="1022" h="373">
                <a:moveTo>
                  <a:pt x="0" y="0"/>
                </a:moveTo>
                <a:lnTo>
                  <a:pt x="1022" y="0"/>
                </a:lnTo>
                <a:lnTo>
                  <a:pt x="1022" y="373"/>
                </a:lnTo>
                <a:lnTo>
                  <a:pt x="0" y="373"/>
                </a:lnTo>
                <a:lnTo>
                  <a:pt x="0" y="0"/>
                </a:lnTo>
                <a:close/>
              </a:path>
            </a:pathLst>
          </a:custGeom>
          <a:solidFill>
            <a:srgbClr val="00C951"/>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06" name="フリーフォーム: 図形 305"/>
          <p:cNvSpPr/>
          <p:nvPr/>
        </p:nvSpPr>
        <p:spPr>
          <a:xfrm>
            <a:off x="8272800" y="4671360"/>
            <a:ext cx="360000" cy="267480"/>
          </a:xfrm>
          <a:custGeom>
            <a:avLst/>
            <a:gdLst/>
            <a:ahLst/>
            <a:cxnLst/>
            <a:rect l="0" t="0" r="r" b="b"/>
            <a:pathLst>
              <a:path w="1000" h="743">
                <a:moveTo>
                  <a:pt x="0" y="0"/>
                </a:moveTo>
                <a:lnTo>
                  <a:pt x="1000" y="0"/>
                </a:lnTo>
                <a:lnTo>
                  <a:pt x="1000" y="743"/>
                </a:lnTo>
                <a:lnTo>
                  <a:pt x="0" y="743"/>
                </a:lnTo>
                <a:lnTo>
                  <a:pt x="0" y="0"/>
                </a:lnTo>
                <a:close/>
              </a:path>
            </a:pathLst>
          </a:custGeom>
          <a:solidFill>
            <a:srgbClr val="FB2C3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07" name="フリーフォーム: 図形 306"/>
          <p:cNvSpPr/>
          <p:nvPr/>
        </p:nvSpPr>
        <p:spPr>
          <a:xfrm>
            <a:off x="8632440" y="4754880"/>
            <a:ext cx="367920" cy="100440"/>
          </a:xfrm>
          <a:custGeom>
            <a:avLst/>
            <a:gdLst/>
            <a:ahLst/>
            <a:cxnLst/>
            <a:rect l="0" t="0" r="r" b="b"/>
            <a:pathLst>
              <a:path w="1022" h="279">
                <a:moveTo>
                  <a:pt x="0" y="0"/>
                </a:moveTo>
                <a:lnTo>
                  <a:pt x="1022" y="0"/>
                </a:lnTo>
                <a:lnTo>
                  <a:pt x="1022" y="279"/>
                </a:lnTo>
                <a:lnTo>
                  <a:pt x="0" y="279"/>
                </a:lnTo>
                <a:lnTo>
                  <a:pt x="0" y="0"/>
                </a:lnTo>
                <a:close/>
              </a:path>
            </a:pathLst>
          </a:custGeom>
          <a:solidFill>
            <a:srgbClr val="00C951"/>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08" name="フリーフォーム: 図形 307"/>
          <p:cNvSpPr/>
          <p:nvPr/>
        </p:nvSpPr>
        <p:spPr>
          <a:xfrm>
            <a:off x="9000000" y="4771440"/>
            <a:ext cx="367920" cy="67320"/>
          </a:xfrm>
          <a:custGeom>
            <a:avLst/>
            <a:gdLst/>
            <a:ahLst/>
            <a:cxnLst/>
            <a:rect l="0" t="0" r="r" b="b"/>
            <a:pathLst>
              <a:path w="1022" h="187">
                <a:moveTo>
                  <a:pt x="0" y="0"/>
                </a:moveTo>
                <a:lnTo>
                  <a:pt x="1022" y="0"/>
                </a:lnTo>
                <a:lnTo>
                  <a:pt x="1022" y="187"/>
                </a:lnTo>
                <a:lnTo>
                  <a:pt x="0" y="187"/>
                </a:lnTo>
                <a:lnTo>
                  <a:pt x="0" y="0"/>
                </a:lnTo>
                <a:close/>
              </a:path>
            </a:pathLst>
          </a:custGeom>
          <a:solidFill>
            <a:srgbClr val="00C951"/>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09" name="フリーフォーム: 図形 308"/>
          <p:cNvSpPr/>
          <p:nvPr/>
        </p:nvSpPr>
        <p:spPr>
          <a:xfrm>
            <a:off x="9367560" y="4788360"/>
            <a:ext cx="359640" cy="33480"/>
          </a:xfrm>
          <a:custGeom>
            <a:avLst/>
            <a:gdLst/>
            <a:ahLst/>
            <a:cxnLst/>
            <a:rect l="0" t="0" r="r" b="b"/>
            <a:pathLst>
              <a:path w="999" h="93">
                <a:moveTo>
                  <a:pt x="0" y="0"/>
                </a:moveTo>
                <a:lnTo>
                  <a:pt x="999" y="0"/>
                </a:lnTo>
                <a:lnTo>
                  <a:pt x="999" y="93"/>
                </a:lnTo>
                <a:lnTo>
                  <a:pt x="0" y="93"/>
                </a:lnTo>
                <a:lnTo>
                  <a:pt x="0" y="0"/>
                </a:lnTo>
                <a:close/>
              </a:path>
            </a:pathLst>
          </a:custGeom>
          <a:solidFill>
            <a:srgbClr val="00C951"/>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10" name="フリーフォーム: 図形 309"/>
          <p:cNvSpPr/>
          <p:nvPr/>
        </p:nvSpPr>
        <p:spPr>
          <a:xfrm>
            <a:off x="9726840" y="4754880"/>
            <a:ext cx="368280" cy="100440"/>
          </a:xfrm>
          <a:custGeom>
            <a:avLst/>
            <a:gdLst/>
            <a:ahLst/>
            <a:cxnLst/>
            <a:rect l="0" t="0" r="r" b="b"/>
            <a:pathLst>
              <a:path w="1023" h="279">
                <a:moveTo>
                  <a:pt x="1023" y="279"/>
                </a:moveTo>
                <a:lnTo>
                  <a:pt x="0" y="279"/>
                </a:lnTo>
                <a:lnTo>
                  <a:pt x="0" y="0"/>
                </a:lnTo>
                <a:lnTo>
                  <a:pt x="1023" y="0"/>
                </a:lnTo>
                <a:lnTo>
                  <a:pt x="1023" y="279"/>
                </a:lnTo>
                <a:close/>
              </a:path>
            </a:pathLst>
          </a:custGeom>
          <a:solidFill>
            <a:srgbClr val="00C951"/>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11" name="フリーフォーム: 図形 310"/>
          <p:cNvSpPr/>
          <p:nvPr/>
        </p:nvSpPr>
        <p:spPr>
          <a:xfrm>
            <a:off x="9125280" y="4570920"/>
            <a:ext cx="568800" cy="200880"/>
          </a:xfrm>
          <a:custGeom>
            <a:avLst/>
            <a:gdLst/>
            <a:ahLst/>
            <a:cxnLst/>
            <a:rect l="0" t="0" r="r" b="b"/>
            <a:pathLst>
              <a:path w="1580" h="558">
                <a:moveTo>
                  <a:pt x="0" y="465"/>
                </a:moveTo>
                <a:lnTo>
                  <a:pt x="0" y="93"/>
                </a:lnTo>
                <a:cubicBezTo>
                  <a:pt x="0" y="81"/>
                  <a:pt x="3" y="69"/>
                  <a:pt x="7" y="57"/>
                </a:cubicBezTo>
                <a:cubicBezTo>
                  <a:pt x="12" y="46"/>
                  <a:pt x="19" y="36"/>
                  <a:pt x="27" y="27"/>
                </a:cubicBezTo>
                <a:cubicBezTo>
                  <a:pt x="36" y="19"/>
                  <a:pt x="46" y="12"/>
                  <a:pt x="57" y="7"/>
                </a:cubicBezTo>
                <a:cubicBezTo>
                  <a:pt x="69" y="2"/>
                  <a:pt x="81" y="0"/>
                  <a:pt x="93" y="0"/>
                </a:cubicBezTo>
                <a:lnTo>
                  <a:pt x="1487" y="0"/>
                </a:lnTo>
                <a:cubicBezTo>
                  <a:pt x="1499" y="0"/>
                  <a:pt x="1511" y="2"/>
                  <a:pt x="1522" y="7"/>
                </a:cubicBezTo>
                <a:cubicBezTo>
                  <a:pt x="1534" y="12"/>
                  <a:pt x="1544" y="19"/>
                  <a:pt x="1552" y="27"/>
                </a:cubicBezTo>
                <a:cubicBezTo>
                  <a:pt x="1561" y="36"/>
                  <a:pt x="1568" y="46"/>
                  <a:pt x="1573" y="57"/>
                </a:cubicBezTo>
                <a:cubicBezTo>
                  <a:pt x="1577" y="69"/>
                  <a:pt x="1580" y="81"/>
                  <a:pt x="1580" y="93"/>
                </a:cubicBezTo>
                <a:lnTo>
                  <a:pt x="1580" y="465"/>
                </a:lnTo>
                <a:cubicBezTo>
                  <a:pt x="1580" y="478"/>
                  <a:pt x="1577" y="489"/>
                  <a:pt x="1573" y="501"/>
                </a:cubicBezTo>
                <a:cubicBezTo>
                  <a:pt x="1568" y="512"/>
                  <a:pt x="1561" y="522"/>
                  <a:pt x="1552" y="531"/>
                </a:cubicBezTo>
                <a:cubicBezTo>
                  <a:pt x="1544" y="540"/>
                  <a:pt x="1534" y="546"/>
                  <a:pt x="1522" y="551"/>
                </a:cubicBezTo>
                <a:cubicBezTo>
                  <a:pt x="1511" y="556"/>
                  <a:pt x="1499" y="558"/>
                  <a:pt x="1487" y="558"/>
                </a:cubicBezTo>
                <a:lnTo>
                  <a:pt x="93" y="558"/>
                </a:lnTo>
                <a:cubicBezTo>
                  <a:pt x="81" y="558"/>
                  <a:pt x="69" y="556"/>
                  <a:pt x="57" y="551"/>
                </a:cubicBezTo>
                <a:cubicBezTo>
                  <a:pt x="46" y="546"/>
                  <a:pt x="36" y="540"/>
                  <a:pt x="27" y="531"/>
                </a:cubicBezTo>
                <a:cubicBezTo>
                  <a:pt x="19" y="522"/>
                  <a:pt x="12" y="512"/>
                  <a:pt x="7" y="501"/>
                </a:cubicBezTo>
                <a:cubicBezTo>
                  <a:pt x="3" y="489"/>
                  <a:pt x="0" y="478"/>
                  <a:pt x="0" y="465"/>
                </a:cubicBezTo>
                <a:close/>
              </a:path>
            </a:pathLst>
          </a:custGeom>
          <a:solidFill>
            <a:srgbClr val="FB2C3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12" name="テキスト ボックス 311"/>
          <p:cNvSpPr txBox="1"/>
          <p:nvPr/>
        </p:nvSpPr>
        <p:spPr>
          <a:xfrm>
            <a:off x="9693720" y="4352760"/>
            <a:ext cx="403200" cy="146520"/>
          </a:xfrm>
          <a:prstGeom prst="rect">
            <a:avLst/>
          </a:prstGeom>
          <a:noFill/>
          <a:ln w="0">
            <a:noFill/>
          </a:ln>
        </p:spPr>
        <p:txBody>
          <a:bodyPr wrap="none" lIns="0" tIns="0" rIns="0" bIns="0" anchor="t">
            <a:spAutoFit/>
          </a:bodyPr>
          <a:lstStyle/>
          <a:p>
            <a:r>
              <a:rPr lang="zh-CN" sz="790" b="0" u="none" strike="noStrike">
                <a:solidFill>
                  <a:srgbClr val="99A1AF"/>
                </a:solidFill>
                <a:effectLst/>
                <a:uFillTx/>
                <a:latin typeface="NotoSansJP"/>
                <a:ea typeface="NotoSansJP"/>
              </a:rPr>
              <a:t>異常検知</a:t>
            </a:r>
            <a:endParaRPr lang="en-US" sz="790" b="0" u="none" strike="noStrike">
              <a:solidFill>
                <a:srgbClr val="000000"/>
              </a:solidFill>
              <a:effectLst/>
              <a:uFillTx/>
              <a:latin typeface="Times New Roman"/>
            </a:endParaRPr>
          </a:p>
        </p:txBody>
      </p:sp>
      <p:pic>
        <p:nvPicPr>
          <p:cNvPr id="313" name="図 312"/>
          <p:cNvPicPr/>
          <p:nvPr/>
        </p:nvPicPr>
        <p:blipFill>
          <a:blip r:embed="rId12"/>
          <a:stretch/>
        </p:blipFill>
        <p:spPr>
          <a:xfrm>
            <a:off x="9509760" y="4921920"/>
            <a:ext cx="116640" cy="150120"/>
          </a:xfrm>
          <a:prstGeom prst="rect">
            <a:avLst/>
          </a:prstGeom>
          <a:noFill/>
          <a:ln w="0">
            <a:noFill/>
          </a:ln>
        </p:spPr>
      </p:pic>
      <p:pic>
        <p:nvPicPr>
          <p:cNvPr id="314" name="図 313"/>
          <p:cNvPicPr/>
          <p:nvPr/>
        </p:nvPicPr>
        <p:blipFill>
          <a:blip r:embed="rId13"/>
          <a:stretch/>
        </p:blipFill>
        <p:spPr>
          <a:xfrm>
            <a:off x="0" y="6041880"/>
            <a:ext cx="7133400" cy="33120"/>
          </a:xfrm>
          <a:prstGeom prst="rect">
            <a:avLst/>
          </a:prstGeom>
          <a:noFill/>
          <a:ln w="0">
            <a:noFill/>
          </a:ln>
        </p:spPr>
      </p:pic>
      <p:pic>
        <p:nvPicPr>
          <p:cNvPr id="315" name="図 314"/>
          <p:cNvPicPr/>
          <p:nvPr/>
        </p:nvPicPr>
        <p:blipFill>
          <a:blip r:embed="rId14"/>
          <a:stretch/>
        </p:blipFill>
        <p:spPr>
          <a:xfrm>
            <a:off x="8691120" y="1069560"/>
            <a:ext cx="400680" cy="400680"/>
          </a:xfrm>
          <a:prstGeom prst="rect">
            <a:avLst/>
          </a:prstGeom>
          <a:noFill/>
          <a:ln w="0">
            <a:noFill/>
          </a:ln>
        </p:spPr>
      </p:pic>
      <p:pic>
        <p:nvPicPr>
          <p:cNvPr id="316" name="図 315"/>
          <p:cNvPicPr/>
          <p:nvPr/>
        </p:nvPicPr>
        <p:blipFill>
          <a:blip r:embed="rId15"/>
          <a:stretch/>
        </p:blipFill>
        <p:spPr>
          <a:xfrm>
            <a:off x="3209040" y="3668760"/>
            <a:ext cx="267120" cy="267120"/>
          </a:xfrm>
          <a:prstGeom prst="rect">
            <a:avLst/>
          </a:prstGeom>
          <a:noFill/>
          <a:ln w="0">
            <a:noFill/>
          </a:ln>
        </p:spPr>
      </p:pic>
      <p:sp>
        <p:nvSpPr>
          <p:cNvPr id="317" name="テキスト ボックス 316"/>
          <p:cNvSpPr txBox="1"/>
          <p:nvPr/>
        </p:nvSpPr>
        <p:spPr>
          <a:xfrm>
            <a:off x="9192240" y="4620240"/>
            <a:ext cx="472680" cy="146520"/>
          </a:xfrm>
          <a:prstGeom prst="rect">
            <a:avLst/>
          </a:prstGeom>
          <a:noFill/>
          <a:ln w="0">
            <a:noFill/>
          </a:ln>
        </p:spPr>
        <p:txBody>
          <a:bodyPr wrap="none" lIns="0" tIns="0" rIns="0" bIns="0" anchor="t">
            <a:spAutoFit/>
          </a:bodyPr>
          <a:lstStyle/>
          <a:p>
            <a:r>
              <a:rPr lang="zh-CN" sz="790" b="0" u="none" strike="noStrike">
                <a:solidFill>
                  <a:srgbClr val="FFFFFF"/>
                </a:solidFill>
                <a:effectLst/>
                <a:uFillTx/>
                <a:latin typeface="NotoSansJP"/>
                <a:ea typeface="NotoSansJP"/>
              </a:rPr>
              <a:t>異常検出</a:t>
            </a:r>
            <a:r>
              <a:rPr lang="en-US" sz="790" b="0" u="none" strike="noStrike">
                <a:solidFill>
                  <a:srgbClr val="FFFFFF"/>
                </a:solidFill>
                <a:effectLst/>
                <a:uFillTx/>
                <a:latin typeface="NotoSansJP"/>
                <a:ea typeface="NotoSansJP"/>
              </a:rPr>
              <a:t>!</a:t>
            </a:r>
            <a:endParaRPr lang="en-US" sz="790" b="0" u="none" strike="noStrike">
              <a:solidFill>
                <a:srgbClr val="000000"/>
              </a:solidFill>
              <a:effectLst/>
              <a:uFillTx/>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8" name="図 317"/>
          <p:cNvPicPr/>
          <p:nvPr/>
        </p:nvPicPr>
        <p:blipFill>
          <a:blip r:embed="rId2"/>
          <a:stretch/>
        </p:blipFill>
        <p:spPr>
          <a:xfrm>
            <a:off x="0" y="0"/>
            <a:ext cx="10696320" cy="6450840"/>
          </a:xfrm>
          <a:prstGeom prst="rect">
            <a:avLst/>
          </a:prstGeom>
          <a:noFill/>
          <a:ln w="0">
            <a:noFill/>
          </a:ln>
        </p:spPr>
      </p:pic>
      <p:sp>
        <p:nvSpPr>
          <p:cNvPr id="319" name="テキスト ボックス 318"/>
          <p:cNvSpPr txBox="1"/>
          <p:nvPr/>
        </p:nvSpPr>
        <p:spPr>
          <a:xfrm>
            <a:off x="401040" y="389520"/>
            <a:ext cx="360360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センサーフュージョン技術</a:t>
            </a:r>
            <a:endParaRPr lang="en-US" sz="2370" b="0" u="none" strike="noStrike">
              <a:solidFill>
                <a:srgbClr val="000000"/>
              </a:solidFill>
              <a:effectLst/>
              <a:uFillTx/>
              <a:latin typeface="Times New Roman"/>
            </a:endParaRPr>
          </a:p>
        </p:txBody>
      </p:sp>
      <p:sp>
        <p:nvSpPr>
          <p:cNvPr id="320" name="テキスト ボックス 319"/>
          <p:cNvSpPr txBox="1"/>
          <p:nvPr/>
        </p:nvSpPr>
        <p:spPr>
          <a:xfrm>
            <a:off x="10002960" y="509760"/>
            <a:ext cx="338760" cy="13608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7 / 17</a:t>
            </a:r>
            <a:endParaRPr lang="en-US" sz="920" b="0" u="none" strike="noStrike">
              <a:solidFill>
                <a:srgbClr val="000000"/>
              </a:solidFill>
              <a:effectLst/>
              <a:uFillTx/>
              <a:latin typeface="Times New Roman"/>
            </a:endParaRPr>
          </a:p>
        </p:txBody>
      </p:sp>
      <p:sp>
        <p:nvSpPr>
          <p:cNvPr id="321" name="テキスト ボックス 320"/>
          <p:cNvSpPr txBox="1"/>
          <p:nvPr/>
        </p:nvSpPr>
        <p:spPr>
          <a:xfrm>
            <a:off x="401040" y="964800"/>
            <a:ext cx="992916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自動運転の安全性確保には、特性の異なる</a:t>
            </a:r>
            <a:r>
              <a:rPr lang="zh-CN" sz="1320" b="0" u="none" strike="noStrike">
                <a:solidFill>
                  <a:srgbClr val="FF0000"/>
                </a:solidFill>
                <a:effectLst/>
                <a:uFillTx/>
                <a:latin typeface="NotoSansJP"/>
                <a:ea typeface="NotoSansJP"/>
              </a:rPr>
              <a:t>複数のセンサー</a:t>
            </a:r>
            <a:r>
              <a:rPr lang="zh-CN" sz="1320" b="0" u="none" strike="noStrike">
                <a:solidFill>
                  <a:srgbClr val="D1D5DC"/>
                </a:solidFill>
                <a:effectLst/>
                <a:uFillTx/>
                <a:latin typeface="NotoSansJP"/>
                <a:ea typeface="NotoSansJP"/>
              </a:rPr>
              <a:t>からの情報を統合的に利用する 「センサーフュージョン」が不可欠です。</a:t>
            </a:r>
            <a:endParaRPr lang="en-US" sz="1320" b="0" u="none" strike="noStrike">
              <a:solidFill>
                <a:srgbClr val="000000"/>
              </a:solidFill>
              <a:effectLst/>
              <a:uFillTx/>
              <a:latin typeface="Times New Roman"/>
            </a:endParaRPr>
          </a:p>
        </p:txBody>
      </p:sp>
      <p:sp>
        <p:nvSpPr>
          <p:cNvPr id="322" name="フリーフォーム: 図形 321"/>
          <p:cNvSpPr/>
          <p:nvPr/>
        </p:nvSpPr>
        <p:spPr>
          <a:xfrm>
            <a:off x="409320" y="4152960"/>
            <a:ext cx="4830480" cy="1253880"/>
          </a:xfrm>
          <a:custGeom>
            <a:avLst/>
            <a:gdLst/>
            <a:ahLst/>
            <a:cxnLst/>
            <a:rect l="0" t="0" r="r" b="b"/>
            <a:pathLst>
              <a:path w="13418" h="3483">
                <a:moveTo>
                  <a:pt x="0" y="3321"/>
                </a:moveTo>
                <a:lnTo>
                  <a:pt x="0" y="163"/>
                </a:lnTo>
                <a:cubicBezTo>
                  <a:pt x="0" y="152"/>
                  <a:pt x="1" y="142"/>
                  <a:pt x="3" y="131"/>
                </a:cubicBezTo>
                <a:cubicBezTo>
                  <a:pt x="5" y="121"/>
                  <a:pt x="8" y="111"/>
                  <a:pt x="12" y="101"/>
                </a:cubicBezTo>
                <a:cubicBezTo>
                  <a:pt x="16" y="91"/>
                  <a:pt x="21" y="81"/>
                  <a:pt x="27" y="73"/>
                </a:cubicBezTo>
                <a:cubicBezTo>
                  <a:pt x="33" y="64"/>
                  <a:pt x="40" y="56"/>
                  <a:pt x="48" y="48"/>
                </a:cubicBezTo>
                <a:cubicBezTo>
                  <a:pt x="55" y="40"/>
                  <a:pt x="63" y="34"/>
                  <a:pt x="72" y="28"/>
                </a:cubicBezTo>
                <a:cubicBezTo>
                  <a:pt x="81" y="22"/>
                  <a:pt x="90" y="17"/>
                  <a:pt x="100" y="13"/>
                </a:cubicBezTo>
                <a:cubicBezTo>
                  <a:pt x="110" y="9"/>
                  <a:pt x="120" y="6"/>
                  <a:pt x="131" y="4"/>
                </a:cubicBezTo>
                <a:cubicBezTo>
                  <a:pt x="141" y="1"/>
                  <a:pt x="152" y="0"/>
                  <a:pt x="162" y="0"/>
                </a:cubicBezTo>
                <a:lnTo>
                  <a:pt x="13256" y="0"/>
                </a:lnTo>
                <a:cubicBezTo>
                  <a:pt x="13266" y="0"/>
                  <a:pt x="13277" y="1"/>
                  <a:pt x="13287" y="4"/>
                </a:cubicBezTo>
                <a:cubicBezTo>
                  <a:pt x="13298" y="6"/>
                  <a:pt x="13308" y="9"/>
                  <a:pt x="13318" y="13"/>
                </a:cubicBezTo>
                <a:cubicBezTo>
                  <a:pt x="13328" y="17"/>
                  <a:pt x="13337" y="22"/>
                  <a:pt x="13346" y="28"/>
                </a:cubicBezTo>
                <a:cubicBezTo>
                  <a:pt x="13355" y="34"/>
                  <a:pt x="13363" y="40"/>
                  <a:pt x="13370" y="48"/>
                </a:cubicBezTo>
                <a:cubicBezTo>
                  <a:pt x="13378" y="56"/>
                  <a:pt x="13385" y="64"/>
                  <a:pt x="13391" y="73"/>
                </a:cubicBezTo>
                <a:cubicBezTo>
                  <a:pt x="13397" y="81"/>
                  <a:pt x="13402" y="91"/>
                  <a:pt x="13406" y="101"/>
                </a:cubicBezTo>
                <a:cubicBezTo>
                  <a:pt x="13410" y="111"/>
                  <a:pt x="13413" y="121"/>
                  <a:pt x="13415" y="131"/>
                </a:cubicBezTo>
                <a:cubicBezTo>
                  <a:pt x="13417" y="142"/>
                  <a:pt x="13418" y="152"/>
                  <a:pt x="13418" y="163"/>
                </a:cubicBezTo>
                <a:lnTo>
                  <a:pt x="13418" y="3321"/>
                </a:lnTo>
                <a:cubicBezTo>
                  <a:pt x="13418" y="3332"/>
                  <a:pt x="13417" y="3342"/>
                  <a:pt x="13415" y="3353"/>
                </a:cubicBezTo>
                <a:cubicBezTo>
                  <a:pt x="13413" y="3363"/>
                  <a:pt x="13410" y="3373"/>
                  <a:pt x="13406" y="3383"/>
                </a:cubicBezTo>
                <a:cubicBezTo>
                  <a:pt x="13402" y="3393"/>
                  <a:pt x="13397" y="3402"/>
                  <a:pt x="13391" y="3411"/>
                </a:cubicBezTo>
                <a:cubicBezTo>
                  <a:pt x="13385" y="3420"/>
                  <a:pt x="13378" y="3428"/>
                  <a:pt x="13370" y="3436"/>
                </a:cubicBezTo>
                <a:cubicBezTo>
                  <a:pt x="13363" y="3443"/>
                  <a:pt x="13355" y="3450"/>
                  <a:pt x="13346" y="3456"/>
                </a:cubicBezTo>
                <a:cubicBezTo>
                  <a:pt x="13337" y="3462"/>
                  <a:pt x="13328" y="3467"/>
                  <a:pt x="13318" y="3471"/>
                </a:cubicBezTo>
                <a:cubicBezTo>
                  <a:pt x="13308" y="3475"/>
                  <a:pt x="13298" y="3478"/>
                  <a:pt x="13287" y="3480"/>
                </a:cubicBezTo>
                <a:cubicBezTo>
                  <a:pt x="13277" y="3482"/>
                  <a:pt x="13266" y="3483"/>
                  <a:pt x="13256" y="3483"/>
                </a:cubicBezTo>
                <a:lnTo>
                  <a:pt x="162" y="3483"/>
                </a:lnTo>
                <a:cubicBezTo>
                  <a:pt x="152" y="3483"/>
                  <a:pt x="141" y="3482"/>
                  <a:pt x="131" y="3480"/>
                </a:cubicBezTo>
                <a:cubicBezTo>
                  <a:pt x="120" y="3478"/>
                  <a:pt x="110" y="3475"/>
                  <a:pt x="100" y="3471"/>
                </a:cubicBezTo>
                <a:cubicBezTo>
                  <a:pt x="90" y="3467"/>
                  <a:pt x="81" y="3462"/>
                  <a:pt x="72" y="3456"/>
                </a:cubicBezTo>
                <a:cubicBezTo>
                  <a:pt x="63" y="3450"/>
                  <a:pt x="55" y="3443"/>
                  <a:pt x="48" y="3436"/>
                </a:cubicBezTo>
                <a:cubicBezTo>
                  <a:pt x="40" y="3428"/>
                  <a:pt x="33" y="3420"/>
                  <a:pt x="27" y="3411"/>
                </a:cubicBezTo>
                <a:cubicBezTo>
                  <a:pt x="21" y="3402"/>
                  <a:pt x="16" y="3393"/>
                  <a:pt x="12" y="3383"/>
                </a:cubicBezTo>
                <a:cubicBezTo>
                  <a:pt x="8" y="3373"/>
                  <a:pt x="5" y="3363"/>
                  <a:pt x="3" y="3353"/>
                </a:cubicBezTo>
                <a:cubicBezTo>
                  <a:pt x="1" y="3342"/>
                  <a:pt x="0" y="3332"/>
                  <a:pt x="0" y="3321"/>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23" name="フリーフォーム: 図形 322"/>
          <p:cNvSpPr/>
          <p:nvPr/>
        </p:nvSpPr>
        <p:spPr>
          <a:xfrm>
            <a:off x="409320" y="4152960"/>
            <a:ext cx="4830480" cy="1253880"/>
          </a:xfrm>
          <a:custGeom>
            <a:avLst/>
            <a:gdLst/>
            <a:ahLst/>
            <a:cxnLst/>
            <a:rect l="0" t="0" r="r" b="b"/>
            <a:pathLst>
              <a:path w="13418" h="3483" fill="none">
                <a:moveTo>
                  <a:pt x="0" y="3321"/>
                </a:moveTo>
                <a:lnTo>
                  <a:pt x="0" y="163"/>
                </a:lnTo>
                <a:cubicBezTo>
                  <a:pt x="0" y="152"/>
                  <a:pt x="1" y="142"/>
                  <a:pt x="3" y="131"/>
                </a:cubicBezTo>
                <a:cubicBezTo>
                  <a:pt x="5" y="121"/>
                  <a:pt x="8" y="111"/>
                  <a:pt x="12" y="101"/>
                </a:cubicBezTo>
                <a:cubicBezTo>
                  <a:pt x="16" y="91"/>
                  <a:pt x="21" y="81"/>
                  <a:pt x="27" y="73"/>
                </a:cubicBezTo>
                <a:cubicBezTo>
                  <a:pt x="33" y="64"/>
                  <a:pt x="40" y="56"/>
                  <a:pt x="48" y="48"/>
                </a:cubicBezTo>
                <a:cubicBezTo>
                  <a:pt x="55" y="40"/>
                  <a:pt x="63" y="34"/>
                  <a:pt x="72" y="28"/>
                </a:cubicBezTo>
                <a:cubicBezTo>
                  <a:pt x="81" y="22"/>
                  <a:pt x="90" y="17"/>
                  <a:pt x="100" y="13"/>
                </a:cubicBezTo>
                <a:cubicBezTo>
                  <a:pt x="110" y="9"/>
                  <a:pt x="120" y="6"/>
                  <a:pt x="131" y="4"/>
                </a:cubicBezTo>
                <a:cubicBezTo>
                  <a:pt x="141" y="1"/>
                  <a:pt x="152" y="0"/>
                  <a:pt x="162" y="0"/>
                </a:cubicBezTo>
                <a:lnTo>
                  <a:pt x="13256" y="0"/>
                </a:lnTo>
                <a:cubicBezTo>
                  <a:pt x="13266" y="0"/>
                  <a:pt x="13277" y="1"/>
                  <a:pt x="13287" y="4"/>
                </a:cubicBezTo>
                <a:cubicBezTo>
                  <a:pt x="13298" y="6"/>
                  <a:pt x="13308" y="9"/>
                  <a:pt x="13318" y="13"/>
                </a:cubicBezTo>
                <a:cubicBezTo>
                  <a:pt x="13328" y="17"/>
                  <a:pt x="13337" y="22"/>
                  <a:pt x="13346" y="28"/>
                </a:cubicBezTo>
                <a:cubicBezTo>
                  <a:pt x="13355" y="34"/>
                  <a:pt x="13363" y="40"/>
                  <a:pt x="13370" y="48"/>
                </a:cubicBezTo>
                <a:cubicBezTo>
                  <a:pt x="13378" y="56"/>
                  <a:pt x="13385" y="64"/>
                  <a:pt x="13391" y="73"/>
                </a:cubicBezTo>
                <a:cubicBezTo>
                  <a:pt x="13397" y="81"/>
                  <a:pt x="13402" y="91"/>
                  <a:pt x="13406" y="101"/>
                </a:cubicBezTo>
                <a:cubicBezTo>
                  <a:pt x="13410" y="111"/>
                  <a:pt x="13413" y="121"/>
                  <a:pt x="13415" y="131"/>
                </a:cubicBezTo>
                <a:cubicBezTo>
                  <a:pt x="13417" y="142"/>
                  <a:pt x="13418" y="152"/>
                  <a:pt x="13418" y="163"/>
                </a:cubicBezTo>
                <a:lnTo>
                  <a:pt x="13418" y="3321"/>
                </a:lnTo>
                <a:cubicBezTo>
                  <a:pt x="13418" y="3332"/>
                  <a:pt x="13417" y="3342"/>
                  <a:pt x="13415" y="3353"/>
                </a:cubicBezTo>
                <a:cubicBezTo>
                  <a:pt x="13413" y="3363"/>
                  <a:pt x="13410" y="3373"/>
                  <a:pt x="13406" y="3383"/>
                </a:cubicBezTo>
                <a:cubicBezTo>
                  <a:pt x="13402" y="3393"/>
                  <a:pt x="13397" y="3402"/>
                  <a:pt x="13391" y="3411"/>
                </a:cubicBezTo>
                <a:cubicBezTo>
                  <a:pt x="13385" y="3420"/>
                  <a:pt x="13378" y="3428"/>
                  <a:pt x="13370" y="3436"/>
                </a:cubicBezTo>
                <a:cubicBezTo>
                  <a:pt x="13363" y="3443"/>
                  <a:pt x="13355" y="3450"/>
                  <a:pt x="13346" y="3456"/>
                </a:cubicBezTo>
                <a:cubicBezTo>
                  <a:pt x="13337" y="3462"/>
                  <a:pt x="13328" y="3467"/>
                  <a:pt x="13318" y="3471"/>
                </a:cubicBezTo>
                <a:cubicBezTo>
                  <a:pt x="13308" y="3475"/>
                  <a:pt x="13298" y="3478"/>
                  <a:pt x="13287" y="3480"/>
                </a:cubicBezTo>
                <a:cubicBezTo>
                  <a:pt x="13277" y="3482"/>
                  <a:pt x="13266" y="3483"/>
                  <a:pt x="13256" y="3483"/>
                </a:cubicBezTo>
                <a:lnTo>
                  <a:pt x="162" y="3483"/>
                </a:lnTo>
                <a:cubicBezTo>
                  <a:pt x="152" y="3483"/>
                  <a:pt x="141" y="3482"/>
                  <a:pt x="131" y="3480"/>
                </a:cubicBezTo>
                <a:cubicBezTo>
                  <a:pt x="120" y="3478"/>
                  <a:pt x="110" y="3475"/>
                  <a:pt x="100" y="3471"/>
                </a:cubicBezTo>
                <a:cubicBezTo>
                  <a:pt x="90" y="3467"/>
                  <a:pt x="81" y="3462"/>
                  <a:pt x="72" y="3456"/>
                </a:cubicBezTo>
                <a:cubicBezTo>
                  <a:pt x="63" y="3450"/>
                  <a:pt x="55" y="3443"/>
                  <a:pt x="48" y="3436"/>
                </a:cubicBezTo>
                <a:cubicBezTo>
                  <a:pt x="40" y="3428"/>
                  <a:pt x="33" y="3420"/>
                  <a:pt x="27" y="3411"/>
                </a:cubicBezTo>
                <a:cubicBezTo>
                  <a:pt x="21" y="3402"/>
                  <a:pt x="16" y="3393"/>
                  <a:pt x="12" y="3383"/>
                </a:cubicBezTo>
                <a:cubicBezTo>
                  <a:pt x="8" y="3373"/>
                  <a:pt x="5" y="3363"/>
                  <a:pt x="3" y="3353"/>
                </a:cubicBezTo>
                <a:cubicBezTo>
                  <a:pt x="1" y="3342"/>
                  <a:pt x="0" y="3332"/>
                  <a:pt x="0" y="3321"/>
                </a:cubicBezTo>
              </a:path>
            </a:pathLst>
          </a:custGeom>
          <a:ln w="16560">
            <a:solidFill>
              <a:srgbClr val="C0C0C0"/>
            </a:solidFill>
            <a:miter/>
          </a:ln>
        </p:spPr>
        <p:txBody>
          <a:bodyPr lIns="8280" tIns="8280" rIns="8280" bIns="8280" anchor="t">
            <a:noAutofit/>
          </a:bodyPr>
          <a:lstStyle/>
          <a:p>
            <a:endParaRPr lang="en-US" sz="2400" b="0" u="none" strike="noStrike">
              <a:solidFill>
                <a:srgbClr val="000000"/>
              </a:solidFill>
              <a:effectLst/>
              <a:uFillTx/>
              <a:latin typeface="Times New Roman"/>
            </a:endParaRPr>
          </a:p>
        </p:txBody>
      </p:sp>
      <p:pic>
        <p:nvPicPr>
          <p:cNvPr id="324" name="図 323"/>
          <p:cNvPicPr/>
          <p:nvPr/>
        </p:nvPicPr>
        <p:blipFill>
          <a:blip r:embed="rId3"/>
          <a:stretch/>
        </p:blipFill>
        <p:spPr>
          <a:xfrm>
            <a:off x="585000" y="4362120"/>
            <a:ext cx="166680" cy="166680"/>
          </a:xfrm>
          <a:prstGeom prst="rect">
            <a:avLst/>
          </a:prstGeom>
          <a:noFill/>
          <a:ln w="0">
            <a:noFill/>
          </a:ln>
        </p:spPr>
      </p:pic>
      <p:sp>
        <p:nvSpPr>
          <p:cNvPr id="325" name="テキスト ボックス 324"/>
          <p:cNvSpPr txBox="1"/>
          <p:nvPr/>
        </p:nvSpPr>
        <p:spPr>
          <a:xfrm>
            <a:off x="401040" y="1198800"/>
            <a:ext cx="2718360" cy="244080"/>
          </a:xfrm>
          <a:prstGeom prst="rect">
            <a:avLst/>
          </a:prstGeom>
          <a:noFill/>
          <a:ln w="0">
            <a:noFill/>
          </a:ln>
        </p:spPr>
        <p:txBody>
          <a:bodyPr wrap="none" lIns="0" tIns="0" rIns="0" bIns="0" anchor="t">
            <a:spAutoFit/>
          </a:bodyPr>
          <a:lstStyle/>
          <a:p>
            <a:r>
              <a:rPr lang="en-US" sz="1320" b="0" u="none" strike="noStrike">
                <a:solidFill>
                  <a:srgbClr val="D1D5DC"/>
                </a:solidFill>
                <a:effectLst/>
                <a:uFillTx/>
                <a:latin typeface="NotoSansJP"/>
                <a:ea typeface="NotoSansJP"/>
              </a:rPr>
              <a:t>AI</a:t>
            </a:r>
            <a:r>
              <a:rPr lang="zh-CN" sz="1320" b="0" u="none" strike="noStrike">
                <a:solidFill>
                  <a:srgbClr val="D1D5DC"/>
                </a:solidFill>
                <a:effectLst/>
                <a:uFillTx/>
                <a:latin typeface="NotoSansJP"/>
                <a:ea typeface="NotoSansJP"/>
              </a:rPr>
              <a:t>はこの中核的な役割を担います。</a:t>
            </a:r>
            <a:endParaRPr lang="en-US" sz="1320" b="0" u="none" strike="noStrike">
              <a:solidFill>
                <a:srgbClr val="000000"/>
              </a:solidFill>
              <a:effectLst/>
              <a:uFillTx/>
              <a:latin typeface="Times New Roman"/>
            </a:endParaRPr>
          </a:p>
        </p:txBody>
      </p:sp>
      <p:sp>
        <p:nvSpPr>
          <p:cNvPr id="326" name="テキスト ボックス 325"/>
          <p:cNvSpPr txBox="1"/>
          <p:nvPr/>
        </p:nvSpPr>
        <p:spPr>
          <a:xfrm>
            <a:off x="852480" y="4357440"/>
            <a:ext cx="184464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各センサーの弱点の補完</a:t>
            </a:r>
            <a:endParaRPr lang="en-US" sz="1320" b="0" u="none" strike="noStrike">
              <a:solidFill>
                <a:srgbClr val="000000"/>
              </a:solidFill>
              <a:effectLst/>
              <a:uFillTx/>
              <a:latin typeface="Times New Roman"/>
            </a:endParaRPr>
          </a:p>
        </p:txBody>
      </p:sp>
      <p:sp>
        <p:nvSpPr>
          <p:cNvPr id="327" name="テキスト ボックス 326"/>
          <p:cNvSpPr txBox="1"/>
          <p:nvPr/>
        </p:nvSpPr>
        <p:spPr>
          <a:xfrm>
            <a:off x="585000" y="4664160"/>
            <a:ext cx="46494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カメラは詳細な認識が可能だが悪天候に弱く、</a:t>
            </a:r>
            <a:r>
              <a:rPr lang="en-US" sz="1050" b="0" u="none" strike="noStrike">
                <a:solidFill>
                  <a:srgbClr val="D1D5DC"/>
                </a:solidFill>
                <a:effectLst/>
                <a:uFillTx/>
                <a:latin typeface="NotoSansJP"/>
                <a:ea typeface="NotoSansJP"/>
              </a:rPr>
              <a:t>LiDAR</a:t>
            </a:r>
            <a:r>
              <a:rPr lang="zh-CN" sz="1050" b="0" u="none" strike="noStrike">
                <a:solidFill>
                  <a:srgbClr val="D1D5DC"/>
                </a:solidFill>
                <a:effectLst/>
                <a:uFillTx/>
                <a:latin typeface="NotoSansJP"/>
                <a:ea typeface="NotoSansJP"/>
              </a:rPr>
              <a:t>は高精度な</a:t>
            </a:r>
            <a:r>
              <a:rPr lang="en-US" sz="1050" b="0" u="none" strike="noStrike">
                <a:solidFill>
                  <a:srgbClr val="D1D5DC"/>
                </a:solidFill>
                <a:effectLst/>
                <a:uFillTx/>
                <a:latin typeface="NotoSansJP"/>
                <a:ea typeface="NotoSansJP"/>
              </a:rPr>
              <a:t>3</a:t>
            </a:r>
            <a:r>
              <a:rPr lang="zh-CN" sz="1050" b="0" u="none" strike="noStrike">
                <a:solidFill>
                  <a:srgbClr val="D1D5DC"/>
                </a:solidFill>
                <a:effectLst/>
                <a:uFillTx/>
                <a:latin typeface="NotoSansJP"/>
                <a:ea typeface="NotoSansJP"/>
              </a:rPr>
              <a:t>次元情報</a:t>
            </a:r>
            <a:endParaRPr lang="en-US" sz="1050" b="0" u="none" strike="noStrike">
              <a:solidFill>
                <a:srgbClr val="000000"/>
              </a:solidFill>
              <a:effectLst/>
              <a:uFillTx/>
              <a:latin typeface="Times New Roman"/>
            </a:endParaRPr>
          </a:p>
        </p:txBody>
      </p:sp>
      <p:sp>
        <p:nvSpPr>
          <p:cNvPr id="328" name="テキスト ボックス 327"/>
          <p:cNvSpPr txBox="1"/>
          <p:nvPr/>
        </p:nvSpPr>
        <p:spPr>
          <a:xfrm>
            <a:off x="585000" y="4865040"/>
            <a:ext cx="45234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を得られるが物体の識別は困難。 </a:t>
            </a:r>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はこれらの情報を統合し、互いの弱点</a:t>
            </a:r>
            <a:endParaRPr lang="en-US" sz="1050" b="0" u="none" strike="noStrike">
              <a:solidFill>
                <a:srgbClr val="000000"/>
              </a:solidFill>
              <a:effectLst/>
              <a:uFillTx/>
              <a:latin typeface="Times New Roman"/>
            </a:endParaRPr>
          </a:p>
        </p:txBody>
      </p:sp>
      <p:sp>
        <p:nvSpPr>
          <p:cNvPr id="329" name="フリーフォーム: 図形 328"/>
          <p:cNvSpPr/>
          <p:nvPr/>
        </p:nvSpPr>
        <p:spPr>
          <a:xfrm>
            <a:off x="5456880" y="4152960"/>
            <a:ext cx="4830480" cy="1253880"/>
          </a:xfrm>
          <a:custGeom>
            <a:avLst/>
            <a:gdLst/>
            <a:ahLst/>
            <a:cxnLst/>
            <a:rect l="0" t="0" r="r" b="b"/>
            <a:pathLst>
              <a:path w="13418" h="3483">
                <a:moveTo>
                  <a:pt x="0" y="3321"/>
                </a:moveTo>
                <a:lnTo>
                  <a:pt x="0" y="163"/>
                </a:lnTo>
                <a:cubicBezTo>
                  <a:pt x="0" y="152"/>
                  <a:pt x="1" y="142"/>
                  <a:pt x="3" y="131"/>
                </a:cubicBezTo>
                <a:cubicBezTo>
                  <a:pt x="5" y="121"/>
                  <a:pt x="8" y="111"/>
                  <a:pt x="12" y="101"/>
                </a:cubicBezTo>
                <a:cubicBezTo>
                  <a:pt x="16" y="91"/>
                  <a:pt x="21" y="81"/>
                  <a:pt x="27" y="73"/>
                </a:cubicBezTo>
                <a:cubicBezTo>
                  <a:pt x="33" y="64"/>
                  <a:pt x="40" y="56"/>
                  <a:pt x="47" y="48"/>
                </a:cubicBezTo>
                <a:cubicBezTo>
                  <a:pt x="55" y="40"/>
                  <a:pt x="63" y="34"/>
                  <a:pt x="72" y="28"/>
                </a:cubicBezTo>
                <a:cubicBezTo>
                  <a:pt x="81" y="22"/>
                  <a:pt x="90" y="17"/>
                  <a:pt x="100" y="13"/>
                </a:cubicBezTo>
                <a:cubicBezTo>
                  <a:pt x="110" y="9"/>
                  <a:pt x="120" y="6"/>
                  <a:pt x="130" y="4"/>
                </a:cubicBezTo>
                <a:cubicBezTo>
                  <a:pt x="141" y="1"/>
                  <a:pt x="151" y="0"/>
                  <a:pt x="162" y="0"/>
                </a:cubicBezTo>
                <a:lnTo>
                  <a:pt x="13255" y="0"/>
                </a:lnTo>
                <a:cubicBezTo>
                  <a:pt x="13266" y="0"/>
                  <a:pt x="13277" y="1"/>
                  <a:pt x="13287" y="4"/>
                </a:cubicBezTo>
                <a:cubicBezTo>
                  <a:pt x="13297" y="6"/>
                  <a:pt x="13308" y="9"/>
                  <a:pt x="13317" y="13"/>
                </a:cubicBezTo>
                <a:cubicBezTo>
                  <a:pt x="13327" y="17"/>
                  <a:pt x="13337" y="22"/>
                  <a:pt x="13346" y="28"/>
                </a:cubicBezTo>
                <a:cubicBezTo>
                  <a:pt x="13354" y="34"/>
                  <a:pt x="13363" y="40"/>
                  <a:pt x="13370" y="48"/>
                </a:cubicBezTo>
                <a:cubicBezTo>
                  <a:pt x="13378" y="56"/>
                  <a:pt x="13384" y="64"/>
                  <a:pt x="13390" y="73"/>
                </a:cubicBezTo>
                <a:cubicBezTo>
                  <a:pt x="13396" y="81"/>
                  <a:pt x="13401" y="91"/>
                  <a:pt x="13405" y="101"/>
                </a:cubicBezTo>
                <a:cubicBezTo>
                  <a:pt x="13409" y="111"/>
                  <a:pt x="13413" y="121"/>
                  <a:pt x="13415" y="131"/>
                </a:cubicBezTo>
                <a:cubicBezTo>
                  <a:pt x="13417" y="142"/>
                  <a:pt x="13418" y="152"/>
                  <a:pt x="13418" y="163"/>
                </a:cubicBezTo>
                <a:lnTo>
                  <a:pt x="13418" y="3321"/>
                </a:lnTo>
                <a:cubicBezTo>
                  <a:pt x="13418" y="3332"/>
                  <a:pt x="13417" y="3342"/>
                  <a:pt x="13415" y="3353"/>
                </a:cubicBezTo>
                <a:cubicBezTo>
                  <a:pt x="13413" y="3363"/>
                  <a:pt x="13409" y="3373"/>
                  <a:pt x="13405" y="3383"/>
                </a:cubicBezTo>
                <a:cubicBezTo>
                  <a:pt x="13401" y="3393"/>
                  <a:pt x="13396" y="3402"/>
                  <a:pt x="13390" y="3411"/>
                </a:cubicBezTo>
                <a:cubicBezTo>
                  <a:pt x="13384" y="3420"/>
                  <a:pt x="13378" y="3428"/>
                  <a:pt x="13370" y="3436"/>
                </a:cubicBezTo>
                <a:cubicBezTo>
                  <a:pt x="13363" y="3443"/>
                  <a:pt x="13354" y="3450"/>
                  <a:pt x="13346" y="3456"/>
                </a:cubicBezTo>
                <a:cubicBezTo>
                  <a:pt x="13337" y="3462"/>
                  <a:pt x="13327" y="3467"/>
                  <a:pt x="13317" y="3471"/>
                </a:cubicBezTo>
                <a:cubicBezTo>
                  <a:pt x="13308" y="3475"/>
                  <a:pt x="13297" y="3478"/>
                  <a:pt x="13287" y="3480"/>
                </a:cubicBezTo>
                <a:cubicBezTo>
                  <a:pt x="13277" y="3482"/>
                  <a:pt x="13266" y="3483"/>
                  <a:pt x="13255" y="3483"/>
                </a:cubicBezTo>
                <a:lnTo>
                  <a:pt x="162" y="3483"/>
                </a:lnTo>
                <a:cubicBezTo>
                  <a:pt x="151" y="3483"/>
                  <a:pt x="141" y="3482"/>
                  <a:pt x="130" y="3480"/>
                </a:cubicBezTo>
                <a:cubicBezTo>
                  <a:pt x="120" y="3478"/>
                  <a:pt x="110" y="3475"/>
                  <a:pt x="100" y="3471"/>
                </a:cubicBezTo>
                <a:cubicBezTo>
                  <a:pt x="90" y="3467"/>
                  <a:pt x="81" y="3462"/>
                  <a:pt x="72" y="3456"/>
                </a:cubicBezTo>
                <a:cubicBezTo>
                  <a:pt x="63" y="3450"/>
                  <a:pt x="55" y="3443"/>
                  <a:pt x="47" y="3436"/>
                </a:cubicBezTo>
                <a:cubicBezTo>
                  <a:pt x="40" y="3428"/>
                  <a:pt x="33" y="3420"/>
                  <a:pt x="27" y="3411"/>
                </a:cubicBezTo>
                <a:cubicBezTo>
                  <a:pt x="21" y="3402"/>
                  <a:pt x="16" y="3393"/>
                  <a:pt x="12" y="3383"/>
                </a:cubicBezTo>
                <a:cubicBezTo>
                  <a:pt x="8" y="3373"/>
                  <a:pt x="5" y="3363"/>
                  <a:pt x="3" y="3353"/>
                </a:cubicBezTo>
                <a:cubicBezTo>
                  <a:pt x="1" y="3342"/>
                  <a:pt x="0" y="3332"/>
                  <a:pt x="0" y="3321"/>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30" name="フリーフォーム: 図形 329"/>
          <p:cNvSpPr/>
          <p:nvPr/>
        </p:nvSpPr>
        <p:spPr>
          <a:xfrm>
            <a:off x="5456880" y="4152960"/>
            <a:ext cx="4830480" cy="1253880"/>
          </a:xfrm>
          <a:custGeom>
            <a:avLst/>
            <a:gdLst/>
            <a:ahLst/>
            <a:cxnLst/>
            <a:rect l="0" t="0" r="r" b="b"/>
            <a:pathLst>
              <a:path w="13418" h="3483" fill="none">
                <a:moveTo>
                  <a:pt x="0" y="3321"/>
                </a:moveTo>
                <a:lnTo>
                  <a:pt x="0" y="163"/>
                </a:lnTo>
                <a:cubicBezTo>
                  <a:pt x="0" y="152"/>
                  <a:pt x="1" y="142"/>
                  <a:pt x="3" y="131"/>
                </a:cubicBezTo>
                <a:cubicBezTo>
                  <a:pt x="5" y="121"/>
                  <a:pt x="8" y="111"/>
                  <a:pt x="12" y="101"/>
                </a:cubicBezTo>
                <a:cubicBezTo>
                  <a:pt x="16" y="91"/>
                  <a:pt x="21" y="81"/>
                  <a:pt x="27" y="73"/>
                </a:cubicBezTo>
                <a:cubicBezTo>
                  <a:pt x="33" y="64"/>
                  <a:pt x="40" y="56"/>
                  <a:pt x="47" y="48"/>
                </a:cubicBezTo>
                <a:cubicBezTo>
                  <a:pt x="55" y="40"/>
                  <a:pt x="63" y="34"/>
                  <a:pt x="72" y="28"/>
                </a:cubicBezTo>
                <a:cubicBezTo>
                  <a:pt x="81" y="22"/>
                  <a:pt x="90" y="17"/>
                  <a:pt x="100" y="13"/>
                </a:cubicBezTo>
                <a:cubicBezTo>
                  <a:pt x="110" y="9"/>
                  <a:pt x="120" y="6"/>
                  <a:pt x="130" y="4"/>
                </a:cubicBezTo>
                <a:cubicBezTo>
                  <a:pt x="141" y="1"/>
                  <a:pt x="151" y="0"/>
                  <a:pt x="162" y="0"/>
                </a:cubicBezTo>
                <a:lnTo>
                  <a:pt x="13255" y="0"/>
                </a:lnTo>
                <a:cubicBezTo>
                  <a:pt x="13266" y="0"/>
                  <a:pt x="13277" y="1"/>
                  <a:pt x="13287" y="4"/>
                </a:cubicBezTo>
                <a:cubicBezTo>
                  <a:pt x="13297" y="6"/>
                  <a:pt x="13308" y="9"/>
                  <a:pt x="13317" y="13"/>
                </a:cubicBezTo>
                <a:cubicBezTo>
                  <a:pt x="13327" y="17"/>
                  <a:pt x="13337" y="22"/>
                  <a:pt x="13346" y="28"/>
                </a:cubicBezTo>
                <a:cubicBezTo>
                  <a:pt x="13354" y="34"/>
                  <a:pt x="13363" y="40"/>
                  <a:pt x="13370" y="48"/>
                </a:cubicBezTo>
                <a:cubicBezTo>
                  <a:pt x="13378" y="56"/>
                  <a:pt x="13384" y="64"/>
                  <a:pt x="13390" y="73"/>
                </a:cubicBezTo>
                <a:cubicBezTo>
                  <a:pt x="13396" y="81"/>
                  <a:pt x="13401" y="91"/>
                  <a:pt x="13405" y="101"/>
                </a:cubicBezTo>
                <a:cubicBezTo>
                  <a:pt x="13409" y="111"/>
                  <a:pt x="13413" y="121"/>
                  <a:pt x="13415" y="131"/>
                </a:cubicBezTo>
                <a:cubicBezTo>
                  <a:pt x="13417" y="142"/>
                  <a:pt x="13418" y="152"/>
                  <a:pt x="13418" y="163"/>
                </a:cubicBezTo>
                <a:lnTo>
                  <a:pt x="13418" y="3321"/>
                </a:lnTo>
                <a:cubicBezTo>
                  <a:pt x="13418" y="3332"/>
                  <a:pt x="13417" y="3342"/>
                  <a:pt x="13415" y="3353"/>
                </a:cubicBezTo>
                <a:cubicBezTo>
                  <a:pt x="13413" y="3363"/>
                  <a:pt x="13409" y="3373"/>
                  <a:pt x="13405" y="3383"/>
                </a:cubicBezTo>
                <a:cubicBezTo>
                  <a:pt x="13401" y="3393"/>
                  <a:pt x="13396" y="3402"/>
                  <a:pt x="13390" y="3411"/>
                </a:cubicBezTo>
                <a:cubicBezTo>
                  <a:pt x="13384" y="3420"/>
                  <a:pt x="13378" y="3428"/>
                  <a:pt x="13370" y="3436"/>
                </a:cubicBezTo>
                <a:cubicBezTo>
                  <a:pt x="13363" y="3443"/>
                  <a:pt x="13354" y="3450"/>
                  <a:pt x="13346" y="3456"/>
                </a:cubicBezTo>
                <a:cubicBezTo>
                  <a:pt x="13337" y="3462"/>
                  <a:pt x="13327" y="3467"/>
                  <a:pt x="13317" y="3471"/>
                </a:cubicBezTo>
                <a:cubicBezTo>
                  <a:pt x="13308" y="3475"/>
                  <a:pt x="13297" y="3478"/>
                  <a:pt x="13287" y="3480"/>
                </a:cubicBezTo>
                <a:cubicBezTo>
                  <a:pt x="13277" y="3482"/>
                  <a:pt x="13266" y="3483"/>
                  <a:pt x="13255" y="3483"/>
                </a:cubicBezTo>
                <a:lnTo>
                  <a:pt x="162" y="3483"/>
                </a:lnTo>
                <a:cubicBezTo>
                  <a:pt x="151" y="3483"/>
                  <a:pt x="141" y="3482"/>
                  <a:pt x="130" y="3480"/>
                </a:cubicBezTo>
                <a:cubicBezTo>
                  <a:pt x="120" y="3478"/>
                  <a:pt x="110" y="3475"/>
                  <a:pt x="100" y="3471"/>
                </a:cubicBezTo>
                <a:cubicBezTo>
                  <a:pt x="90" y="3467"/>
                  <a:pt x="81" y="3462"/>
                  <a:pt x="72" y="3456"/>
                </a:cubicBezTo>
                <a:cubicBezTo>
                  <a:pt x="63" y="3450"/>
                  <a:pt x="55" y="3443"/>
                  <a:pt x="47" y="3436"/>
                </a:cubicBezTo>
                <a:cubicBezTo>
                  <a:pt x="40" y="3428"/>
                  <a:pt x="33" y="3420"/>
                  <a:pt x="27" y="3411"/>
                </a:cubicBezTo>
                <a:cubicBezTo>
                  <a:pt x="21" y="3402"/>
                  <a:pt x="16" y="3393"/>
                  <a:pt x="12" y="3383"/>
                </a:cubicBezTo>
                <a:cubicBezTo>
                  <a:pt x="8" y="3373"/>
                  <a:pt x="5" y="3363"/>
                  <a:pt x="3" y="3353"/>
                </a:cubicBezTo>
                <a:cubicBezTo>
                  <a:pt x="1" y="3342"/>
                  <a:pt x="0" y="3332"/>
                  <a:pt x="0" y="3321"/>
                </a:cubicBezTo>
              </a:path>
            </a:pathLst>
          </a:custGeom>
          <a:ln w="16560">
            <a:solidFill>
              <a:srgbClr val="C0C0C0"/>
            </a:solidFill>
            <a:miter/>
          </a:ln>
        </p:spPr>
        <p:txBody>
          <a:bodyPr lIns="8280" tIns="8280" rIns="8280" bIns="8280" anchor="t">
            <a:noAutofit/>
          </a:bodyPr>
          <a:lstStyle/>
          <a:p>
            <a:endParaRPr lang="en-US" sz="2400" b="0" u="none" strike="noStrike">
              <a:solidFill>
                <a:srgbClr val="000000"/>
              </a:solidFill>
              <a:effectLst/>
              <a:uFillTx/>
              <a:latin typeface="Times New Roman"/>
            </a:endParaRPr>
          </a:p>
        </p:txBody>
      </p:sp>
      <p:pic>
        <p:nvPicPr>
          <p:cNvPr id="331" name="図 330"/>
          <p:cNvPicPr/>
          <p:nvPr/>
        </p:nvPicPr>
        <p:blipFill>
          <a:blip r:embed="rId4"/>
          <a:stretch/>
        </p:blipFill>
        <p:spPr>
          <a:xfrm>
            <a:off x="5632560" y="4362120"/>
            <a:ext cx="166680" cy="166680"/>
          </a:xfrm>
          <a:prstGeom prst="rect">
            <a:avLst/>
          </a:prstGeom>
          <a:noFill/>
          <a:ln w="0">
            <a:noFill/>
          </a:ln>
        </p:spPr>
      </p:pic>
      <p:sp>
        <p:nvSpPr>
          <p:cNvPr id="332" name="テキスト ボックス 331"/>
          <p:cNvSpPr txBox="1"/>
          <p:nvPr/>
        </p:nvSpPr>
        <p:spPr>
          <a:xfrm>
            <a:off x="585000" y="5065560"/>
            <a:ext cx="30852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を補い合うことで安定した環境認識を実現します。</a:t>
            </a:r>
            <a:endParaRPr lang="en-US" sz="1050" b="0" u="none" strike="noStrike">
              <a:solidFill>
                <a:srgbClr val="000000"/>
              </a:solidFill>
              <a:effectLst/>
              <a:uFillTx/>
              <a:latin typeface="Times New Roman"/>
            </a:endParaRPr>
          </a:p>
        </p:txBody>
      </p:sp>
      <p:sp>
        <p:nvSpPr>
          <p:cNvPr id="333" name="テキスト ボックス 332"/>
          <p:cNvSpPr txBox="1"/>
          <p:nvPr/>
        </p:nvSpPr>
        <p:spPr>
          <a:xfrm>
            <a:off x="5899680" y="4357440"/>
            <a:ext cx="218016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冗長性の確保と信頼性の向上</a:t>
            </a:r>
            <a:endParaRPr lang="en-US" sz="1320" b="0" u="none" strike="noStrike">
              <a:solidFill>
                <a:srgbClr val="000000"/>
              </a:solidFill>
              <a:effectLst/>
              <a:uFillTx/>
              <a:latin typeface="Times New Roman"/>
            </a:endParaRPr>
          </a:p>
        </p:txBody>
      </p:sp>
      <p:sp>
        <p:nvSpPr>
          <p:cNvPr id="334" name="テキスト ボックス 333"/>
          <p:cNvSpPr txBox="1"/>
          <p:nvPr/>
        </p:nvSpPr>
        <p:spPr>
          <a:xfrm>
            <a:off x="5632560" y="4664160"/>
            <a:ext cx="442656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万が一、いずれかのセンサーが故障したり性能が低下しても、他のセンサ</a:t>
            </a:r>
            <a:endParaRPr lang="en-US" sz="1050" b="0" u="none" strike="noStrike">
              <a:solidFill>
                <a:srgbClr val="000000"/>
              </a:solidFill>
              <a:effectLst/>
              <a:uFillTx/>
              <a:latin typeface="Times New Roman"/>
            </a:endParaRPr>
          </a:p>
        </p:txBody>
      </p:sp>
      <p:sp>
        <p:nvSpPr>
          <p:cNvPr id="335" name="テキスト ボックス 334"/>
          <p:cNvSpPr txBox="1"/>
          <p:nvPr/>
        </p:nvSpPr>
        <p:spPr>
          <a:xfrm>
            <a:off x="5632560" y="4865040"/>
            <a:ext cx="445644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ーからの情報で補うことで システム全体としての機能を維持できます。こ</a:t>
            </a:r>
            <a:endParaRPr lang="en-US" sz="1050" b="0" u="none" strike="noStrike">
              <a:solidFill>
                <a:srgbClr val="000000"/>
              </a:solidFill>
              <a:effectLst/>
              <a:uFillTx/>
              <a:latin typeface="Times New Roman"/>
            </a:endParaRPr>
          </a:p>
        </p:txBody>
      </p:sp>
      <p:sp>
        <p:nvSpPr>
          <p:cNvPr id="336" name="フリーフォーム: 図形 335"/>
          <p:cNvSpPr/>
          <p:nvPr/>
        </p:nvSpPr>
        <p:spPr>
          <a:xfrm>
            <a:off x="417600" y="5615640"/>
            <a:ext cx="9878040" cy="434880"/>
          </a:xfrm>
          <a:custGeom>
            <a:avLst/>
            <a:gdLst/>
            <a:ahLst/>
            <a:cxnLst/>
            <a:rect l="0" t="0" r="r" b="b"/>
            <a:pathLst>
              <a:path w="27439" h="1208">
                <a:moveTo>
                  <a:pt x="0" y="1022"/>
                </a:moveTo>
                <a:lnTo>
                  <a:pt x="0" y="185"/>
                </a:lnTo>
                <a:cubicBezTo>
                  <a:pt x="0" y="173"/>
                  <a:pt x="1" y="161"/>
                  <a:pt x="3" y="149"/>
                </a:cubicBezTo>
                <a:cubicBezTo>
                  <a:pt x="5" y="137"/>
                  <a:pt x="7" y="126"/>
                  <a:pt x="11" y="114"/>
                </a:cubicBezTo>
                <a:cubicBezTo>
                  <a:pt x="14" y="103"/>
                  <a:pt x="19" y="92"/>
                  <a:pt x="24" y="82"/>
                </a:cubicBezTo>
                <a:cubicBezTo>
                  <a:pt x="29" y="72"/>
                  <a:pt x="34" y="63"/>
                  <a:pt x="41" y="54"/>
                </a:cubicBezTo>
                <a:cubicBezTo>
                  <a:pt x="47" y="45"/>
                  <a:pt x="54" y="38"/>
                  <a:pt x="62" y="31"/>
                </a:cubicBezTo>
                <a:cubicBezTo>
                  <a:pt x="70" y="24"/>
                  <a:pt x="78" y="18"/>
                  <a:pt x="86" y="14"/>
                </a:cubicBezTo>
                <a:cubicBezTo>
                  <a:pt x="95" y="9"/>
                  <a:pt x="103" y="6"/>
                  <a:pt x="112" y="3"/>
                </a:cubicBezTo>
                <a:cubicBezTo>
                  <a:pt x="121" y="1"/>
                  <a:pt x="130" y="0"/>
                  <a:pt x="139" y="0"/>
                </a:cubicBezTo>
                <a:lnTo>
                  <a:pt x="27253" y="0"/>
                </a:lnTo>
                <a:cubicBezTo>
                  <a:pt x="27265" y="0"/>
                  <a:pt x="27278" y="1"/>
                  <a:pt x="27290" y="3"/>
                </a:cubicBezTo>
                <a:cubicBezTo>
                  <a:pt x="27301" y="6"/>
                  <a:pt x="27313" y="9"/>
                  <a:pt x="27324" y="14"/>
                </a:cubicBezTo>
                <a:cubicBezTo>
                  <a:pt x="27336" y="18"/>
                  <a:pt x="27346" y="24"/>
                  <a:pt x="27356" y="31"/>
                </a:cubicBezTo>
                <a:cubicBezTo>
                  <a:pt x="27367" y="38"/>
                  <a:pt x="27376" y="45"/>
                  <a:pt x="27385" y="54"/>
                </a:cubicBezTo>
                <a:cubicBezTo>
                  <a:pt x="27393" y="63"/>
                  <a:pt x="27401" y="72"/>
                  <a:pt x="27408" y="82"/>
                </a:cubicBezTo>
                <a:cubicBezTo>
                  <a:pt x="27414" y="92"/>
                  <a:pt x="27420" y="103"/>
                  <a:pt x="27425" y="114"/>
                </a:cubicBezTo>
                <a:cubicBezTo>
                  <a:pt x="27430" y="126"/>
                  <a:pt x="27433" y="137"/>
                  <a:pt x="27435" y="149"/>
                </a:cubicBezTo>
                <a:cubicBezTo>
                  <a:pt x="27438" y="161"/>
                  <a:pt x="27439" y="173"/>
                  <a:pt x="27439" y="185"/>
                </a:cubicBezTo>
                <a:lnTo>
                  <a:pt x="27439" y="1022"/>
                </a:lnTo>
                <a:cubicBezTo>
                  <a:pt x="27439" y="1034"/>
                  <a:pt x="27438" y="1046"/>
                  <a:pt x="27435" y="1058"/>
                </a:cubicBezTo>
                <a:cubicBezTo>
                  <a:pt x="27433" y="1070"/>
                  <a:pt x="27430" y="1082"/>
                  <a:pt x="27425" y="1093"/>
                </a:cubicBezTo>
                <a:cubicBezTo>
                  <a:pt x="27420" y="1104"/>
                  <a:pt x="27414" y="1115"/>
                  <a:pt x="27408" y="1125"/>
                </a:cubicBezTo>
                <a:cubicBezTo>
                  <a:pt x="27401" y="1135"/>
                  <a:pt x="27393" y="1145"/>
                  <a:pt x="27385" y="1153"/>
                </a:cubicBezTo>
                <a:cubicBezTo>
                  <a:pt x="27376" y="1162"/>
                  <a:pt x="27367" y="1170"/>
                  <a:pt x="27356" y="1176"/>
                </a:cubicBezTo>
                <a:cubicBezTo>
                  <a:pt x="27346" y="1183"/>
                  <a:pt x="27336" y="1189"/>
                  <a:pt x="27324" y="1194"/>
                </a:cubicBezTo>
                <a:cubicBezTo>
                  <a:pt x="27313" y="1198"/>
                  <a:pt x="27301" y="1202"/>
                  <a:pt x="27290" y="1204"/>
                </a:cubicBezTo>
                <a:cubicBezTo>
                  <a:pt x="27278" y="1207"/>
                  <a:pt x="27265" y="1208"/>
                  <a:pt x="27253" y="1208"/>
                </a:cubicBezTo>
                <a:lnTo>
                  <a:pt x="139" y="1208"/>
                </a:lnTo>
                <a:cubicBezTo>
                  <a:pt x="130" y="1208"/>
                  <a:pt x="121" y="1207"/>
                  <a:pt x="112" y="1204"/>
                </a:cubicBezTo>
                <a:cubicBezTo>
                  <a:pt x="103" y="1202"/>
                  <a:pt x="95" y="1198"/>
                  <a:pt x="86" y="1194"/>
                </a:cubicBezTo>
                <a:cubicBezTo>
                  <a:pt x="78" y="1189"/>
                  <a:pt x="70" y="1183"/>
                  <a:pt x="62" y="1176"/>
                </a:cubicBezTo>
                <a:cubicBezTo>
                  <a:pt x="54" y="1170"/>
                  <a:pt x="47" y="1162"/>
                  <a:pt x="41" y="1153"/>
                </a:cubicBezTo>
                <a:cubicBezTo>
                  <a:pt x="34" y="1145"/>
                  <a:pt x="29" y="1135"/>
                  <a:pt x="24" y="1125"/>
                </a:cubicBezTo>
                <a:cubicBezTo>
                  <a:pt x="19" y="1115"/>
                  <a:pt x="14" y="1104"/>
                  <a:pt x="11" y="1093"/>
                </a:cubicBezTo>
                <a:cubicBezTo>
                  <a:pt x="7" y="1082"/>
                  <a:pt x="5" y="1070"/>
                  <a:pt x="3" y="1058"/>
                </a:cubicBezTo>
                <a:cubicBezTo>
                  <a:pt x="1" y="1046"/>
                  <a:pt x="0" y="1034"/>
                  <a:pt x="0" y="1022"/>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37" name="フリーフォーム: 図形 336"/>
          <p:cNvSpPr/>
          <p:nvPr/>
        </p:nvSpPr>
        <p:spPr>
          <a:xfrm>
            <a:off x="401040" y="5615640"/>
            <a:ext cx="66960" cy="434880"/>
          </a:xfrm>
          <a:custGeom>
            <a:avLst/>
            <a:gdLst/>
            <a:ahLst/>
            <a:cxnLst/>
            <a:rect l="0" t="0" r="r" b="b"/>
            <a:pathLst>
              <a:path w="186" h="1208">
                <a:moveTo>
                  <a:pt x="0" y="0"/>
                </a:moveTo>
                <a:lnTo>
                  <a:pt x="186" y="0"/>
                </a:lnTo>
                <a:lnTo>
                  <a:pt x="186" y="1208"/>
                </a:lnTo>
                <a:lnTo>
                  <a:pt x="0" y="1208"/>
                </a:lnTo>
                <a:lnTo>
                  <a:pt x="0" y="0"/>
                </a:ln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338" name="図 337"/>
          <p:cNvPicPr/>
          <p:nvPr/>
        </p:nvPicPr>
        <p:blipFill>
          <a:blip r:embed="rId5"/>
          <a:stretch/>
        </p:blipFill>
        <p:spPr>
          <a:xfrm>
            <a:off x="568080" y="5782680"/>
            <a:ext cx="91440" cy="116640"/>
          </a:xfrm>
          <a:prstGeom prst="rect">
            <a:avLst/>
          </a:prstGeom>
          <a:noFill/>
          <a:ln w="0">
            <a:noFill/>
          </a:ln>
        </p:spPr>
      </p:pic>
      <p:sp>
        <p:nvSpPr>
          <p:cNvPr id="339" name="テキスト ボックス 338"/>
          <p:cNvSpPr txBox="1"/>
          <p:nvPr/>
        </p:nvSpPr>
        <p:spPr>
          <a:xfrm>
            <a:off x="5632560" y="5065560"/>
            <a:ext cx="28170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の冗長性は自動運転において極めて重要です。</a:t>
            </a:r>
            <a:endParaRPr lang="en-US" sz="1050" b="0" u="none" strike="noStrike">
              <a:solidFill>
                <a:srgbClr val="000000"/>
              </a:solidFill>
              <a:effectLst/>
              <a:uFillTx/>
              <a:latin typeface="Times New Roman"/>
            </a:endParaRPr>
          </a:p>
        </p:txBody>
      </p:sp>
      <p:pic>
        <p:nvPicPr>
          <p:cNvPr id="340" name="図 339"/>
          <p:cNvPicPr/>
          <p:nvPr/>
        </p:nvPicPr>
        <p:blipFill>
          <a:blip r:embed="rId6"/>
          <a:stretch/>
        </p:blipFill>
        <p:spPr>
          <a:xfrm>
            <a:off x="401040" y="1738080"/>
            <a:ext cx="9893880" cy="2139120"/>
          </a:xfrm>
          <a:prstGeom prst="rect">
            <a:avLst/>
          </a:prstGeom>
          <a:noFill/>
          <a:ln w="0">
            <a:noFill/>
          </a:ln>
        </p:spPr>
      </p:pic>
      <p:pic>
        <p:nvPicPr>
          <p:cNvPr id="341" name="図 340"/>
          <p:cNvPicPr/>
          <p:nvPr/>
        </p:nvPicPr>
        <p:blipFill>
          <a:blip r:embed="rId7"/>
          <a:stretch/>
        </p:blipFill>
        <p:spPr>
          <a:xfrm>
            <a:off x="401040" y="1738080"/>
            <a:ext cx="9893880" cy="2139120"/>
          </a:xfrm>
          <a:prstGeom prst="rect">
            <a:avLst/>
          </a:prstGeom>
          <a:noFill/>
          <a:ln w="0">
            <a:noFill/>
          </a:ln>
        </p:spPr>
      </p:pic>
      <p:pic>
        <p:nvPicPr>
          <p:cNvPr id="342" name="図 341"/>
          <p:cNvPicPr/>
          <p:nvPr/>
        </p:nvPicPr>
        <p:blipFill>
          <a:blip r:embed="rId8"/>
          <a:stretch/>
        </p:blipFill>
        <p:spPr>
          <a:xfrm>
            <a:off x="401040" y="1738080"/>
            <a:ext cx="9893880" cy="2139120"/>
          </a:xfrm>
          <a:prstGeom prst="rect">
            <a:avLst/>
          </a:prstGeom>
          <a:noFill/>
          <a:ln w="0">
            <a:noFill/>
          </a:ln>
        </p:spPr>
      </p:pic>
      <p:pic>
        <p:nvPicPr>
          <p:cNvPr id="343" name="図 342"/>
          <p:cNvPicPr/>
          <p:nvPr/>
        </p:nvPicPr>
        <p:blipFill>
          <a:blip r:embed="rId9"/>
          <a:stretch/>
        </p:blipFill>
        <p:spPr>
          <a:xfrm>
            <a:off x="401040" y="1738080"/>
            <a:ext cx="9893880" cy="2139120"/>
          </a:xfrm>
          <a:prstGeom prst="rect">
            <a:avLst/>
          </a:prstGeom>
          <a:noFill/>
          <a:ln w="0">
            <a:noFill/>
          </a:ln>
        </p:spPr>
      </p:pic>
      <p:pic>
        <p:nvPicPr>
          <p:cNvPr id="344" name="図 343"/>
          <p:cNvPicPr/>
          <p:nvPr/>
        </p:nvPicPr>
        <p:blipFill>
          <a:blip r:embed="rId10"/>
          <a:stretch/>
        </p:blipFill>
        <p:spPr>
          <a:xfrm>
            <a:off x="401040" y="1738080"/>
            <a:ext cx="9893880" cy="2139120"/>
          </a:xfrm>
          <a:prstGeom prst="rect">
            <a:avLst/>
          </a:prstGeom>
          <a:noFill/>
          <a:ln w="0">
            <a:noFill/>
          </a:ln>
        </p:spPr>
      </p:pic>
      <p:sp>
        <p:nvSpPr>
          <p:cNvPr id="345" name="フリーフォーム: 図形 344"/>
          <p:cNvSpPr/>
          <p:nvPr/>
        </p:nvSpPr>
        <p:spPr>
          <a:xfrm>
            <a:off x="5707440" y="2398320"/>
            <a:ext cx="1053360" cy="785880"/>
          </a:xfrm>
          <a:custGeom>
            <a:avLst/>
            <a:gdLst/>
            <a:ahLst/>
            <a:cxnLst/>
            <a:rect l="0" t="0" r="r" b="b"/>
            <a:pathLst>
              <a:path w="2926" h="2183">
                <a:moveTo>
                  <a:pt x="0" y="2020"/>
                </a:moveTo>
                <a:lnTo>
                  <a:pt x="0" y="162"/>
                </a:lnTo>
                <a:cubicBezTo>
                  <a:pt x="0" y="151"/>
                  <a:pt x="1" y="141"/>
                  <a:pt x="3" y="130"/>
                </a:cubicBezTo>
                <a:cubicBezTo>
                  <a:pt x="5" y="120"/>
                  <a:pt x="8" y="110"/>
                  <a:pt x="12" y="100"/>
                </a:cubicBezTo>
                <a:cubicBezTo>
                  <a:pt x="16" y="90"/>
                  <a:pt x="21" y="81"/>
                  <a:pt x="27" y="72"/>
                </a:cubicBezTo>
                <a:cubicBezTo>
                  <a:pt x="33" y="63"/>
                  <a:pt x="40" y="55"/>
                  <a:pt x="48" y="47"/>
                </a:cubicBezTo>
                <a:cubicBezTo>
                  <a:pt x="55" y="40"/>
                  <a:pt x="63" y="33"/>
                  <a:pt x="72" y="27"/>
                </a:cubicBezTo>
                <a:cubicBezTo>
                  <a:pt x="81" y="21"/>
                  <a:pt x="90" y="16"/>
                  <a:pt x="100" y="12"/>
                </a:cubicBezTo>
                <a:cubicBezTo>
                  <a:pt x="110" y="8"/>
                  <a:pt x="120" y="5"/>
                  <a:pt x="131" y="3"/>
                </a:cubicBezTo>
                <a:cubicBezTo>
                  <a:pt x="141" y="1"/>
                  <a:pt x="152" y="0"/>
                  <a:pt x="163" y="0"/>
                </a:cubicBezTo>
                <a:lnTo>
                  <a:pt x="2763" y="0"/>
                </a:lnTo>
                <a:cubicBezTo>
                  <a:pt x="2774" y="0"/>
                  <a:pt x="2785" y="1"/>
                  <a:pt x="2795" y="3"/>
                </a:cubicBezTo>
                <a:cubicBezTo>
                  <a:pt x="2806" y="5"/>
                  <a:pt x="2816" y="8"/>
                  <a:pt x="2826" y="12"/>
                </a:cubicBezTo>
                <a:cubicBezTo>
                  <a:pt x="2835" y="16"/>
                  <a:pt x="2845" y="21"/>
                  <a:pt x="2854" y="27"/>
                </a:cubicBezTo>
                <a:cubicBezTo>
                  <a:pt x="2863" y="33"/>
                  <a:pt x="2871" y="40"/>
                  <a:pt x="2878" y="47"/>
                </a:cubicBezTo>
                <a:cubicBezTo>
                  <a:pt x="2886" y="55"/>
                  <a:pt x="2893" y="63"/>
                  <a:pt x="2898" y="72"/>
                </a:cubicBezTo>
                <a:cubicBezTo>
                  <a:pt x="2904" y="81"/>
                  <a:pt x="2909" y="90"/>
                  <a:pt x="2913" y="100"/>
                </a:cubicBezTo>
                <a:cubicBezTo>
                  <a:pt x="2918" y="110"/>
                  <a:pt x="2921" y="120"/>
                  <a:pt x="2923" y="130"/>
                </a:cubicBezTo>
                <a:cubicBezTo>
                  <a:pt x="2925" y="141"/>
                  <a:pt x="2926" y="151"/>
                  <a:pt x="2926" y="162"/>
                </a:cubicBezTo>
                <a:lnTo>
                  <a:pt x="2926" y="2020"/>
                </a:lnTo>
                <a:cubicBezTo>
                  <a:pt x="2926" y="2031"/>
                  <a:pt x="2925" y="2041"/>
                  <a:pt x="2923" y="2052"/>
                </a:cubicBezTo>
                <a:cubicBezTo>
                  <a:pt x="2921" y="2062"/>
                  <a:pt x="2918" y="2073"/>
                  <a:pt x="2913" y="2082"/>
                </a:cubicBezTo>
                <a:cubicBezTo>
                  <a:pt x="2909" y="2092"/>
                  <a:pt x="2904" y="2102"/>
                  <a:pt x="2898" y="2110"/>
                </a:cubicBezTo>
                <a:cubicBezTo>
                  <a:pt x="2893" y="2119"/>
                  <a:pt x="2886" y="2128"/>
                  <a:pt x="2878" y="2135"/>
                </a:cubicBezTo>
                <a:cubicBezTo>
                  <a:pt x="2871" y="2143"/>
                  <a:pt x="2863" y="2149"/>
                  <a:pt x="2854" y="2155"/>
                </a:cubicBezTo>
                <a:cubicBezTo>
                  <a:pt x="2845" y="2161"/>
                  <a:pt x="2835" y="2166"/>
                  <a:pt x="2826" y="2170"/>
                </a:cubicBezTo>
                <a:cubicBezTo>
                  <a:pt x="2816" y="2174"/>
                  <a:pt x="2806" y="2177"/>
                  <a:pt x="2795" y="2180"/>
                </a:cubicBezTo>
                <a:cubicBezTo>
                  <a:pt x="2785" y="2182"/>
                  <a:pt x="2774" y="2183"/>
                  <a:pt x="2763" y="2183"/>
                </a:cubicBezTo>
                <a:lnTo>
                  <a:pt x="163" y="2183"/>
                </a:lnTo>
                <a:cubicBezTo>
                  <a:pt x="152" y="2183"/>
                  <a:pt x="141" y="2182"/>
                  <a:pt x="131" y="2180"/>
                </a:cubicBezTo>
                <a:cubicBezTo>
                  <a:pt x="120" y="2177"/>
                  <a:pt x="110" y="2174"/>
                  <a:pt x="100" y="2170"/>
                </a:cubicBezTo>
                <a:cubicBezTo>
                  <a:pt x="90" y="2166"/>
                  <a:pt x="81" y="2161"/>
                  <a:pt x="72" y="2155"/>
                </a:cubicBezTo>
                <a:cubicBezTo>
                  <a:pt x="63" y="2149"/>
                  <a:pt x="55" y="2143"/>
                  <a:pt x="48" y="2135"/>
                </a:cubicBezTo>
                <a:cubicBezTo>
                  <a:pt x="40" y="2128"/>
                  <a:pt x="33" y="2119"/>
                  <a:pt x="27" y="2110"/>
                </a:cubicBezTo>
                <a:cubicBezTo>
                  <a:pt x="21" y="2102"/>
                  <a:pt x="16" y="2092"/>
                  <a:pt x="12" y="2082"/>
                </a:cubicBezTo>
                <a:cubicBezTo>
                  <a:pt x="8" y="2073"/>
                  <a:pt x="5" y="2062"/>
                  <a:pt x="3" y="2052"/>
                </a:cubicBezTo>
                <a:cubicBezTo>
                  <a:pt x="1" y="2041"/>
                  <a:pt x="0" y="2031"/>
                  <a:pt x="0" y="2020"/>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46" name="フリーフォーム: 図形 345"/>
          <p:cNvSpPr/>
          <p:nvPr/>
        </p:nvSpPr>
        <p:spPr>
          <a:xfrm>
            <a:off x="5707440" y="2398320"/>
            <a:ext cx="1053360" cy="785880"/>
          </a:xfrm>
          <a:custGeom>
            <a:avLst/>
            <a:gdLst/>
            <a:ahLst/>
            <a:cxnLst/>
            <a:rect l="0" t="0" r="r" b="b"/>
            <a:pathLst>
              <a:path w="2926" h="2183" fill="none">
                <a:moveTo>
                  <a:pt x="0" y="2020"/>
                </a:moveTo>
                <a:lnTo>
                  <a:pt x="0" y="162"/>
                </a:lnTo>
                <a:cubicBezTo>
                  <a:pt x="0" y="151"/>
                  <a:pt x="1" y="141"/>
                  <a:pt x="3" y="130"/>
                </a:cubicBezTo>
                <a:cubicBezTo>
                  <a:pt x="5" y="120"/>
                  <a:pt x="8" y="110"/>
                  <a:pt x="12" y="100"/>
                </a:cubicBezTo>
                <a:cubicBezTo>
                  <a:pt x="16" y="90"/>
                  <a:pt x="21" y="81"/>
                  <a:pt x="27" y="72"/>
                </a:cubicBezTo>
                <a:cubicBezTo>
                  <a:pt x="33" y="63"/>
                  <a:pt x="40" y="55"/>
                  <a:pt x="48" y="47"/>
                </a:cubicBezTo>
                <a:cubicBezTo>
                  <a:pt x="55" y="40"/>
                  <a:pt x="63" y="33"/>
                  <a:pt x="72" y="27"/>
                </a:cubicBezTo>
                <a:cubicBezTo>
                  <a:pt x="81" y="21"/>
                  <a:pt x="90" y="16"/>
                  <a:pt x="100" y="12"/>
                </a:cubicBezTo>
                <a:cubicBezTo>
                  <a:pt x="110" y="8"/>
                  <a:pt x="120" y="5"/>
                  <a:pt x="131" y="3"/>
                </a:cubicBezTo>
                <a:cubicBezTo>
                  <a:pt x="141" y="1"/>
                  <a:pt x="152" y="0"/>
                  <a:pt x="163" y="0"/>
                </a:cubicBezTo>
                <a:lnTo>
                  <a:pt x="2763" y="0"/>
                </a:lnTo>
                <a:cubicBezTo>
                  <a:pt x="2774" y="0"/>
                  <a:pt x="2785" y="1"/>
                  <a:pt x="2795" y="3"/>
                </a:cubicBezTo>
                <a:cubicBezTo>
                  <a:pt x="2806" y="5"/>
                  <a:pt x="2816" y="8"/>
                  <a:pt x="2826" y="12"/>
                </a:cubicBezTo>
                <a:cubicBezTo>
                  <a:pt x="2835" y="16"/>
                  <a:pt x="2845" y="21"/>
                  <a:pt x="2854" y="27"/>
                </a:cubicBezTo>
                <a:cubicBezTo>
                  <a:pt x="2863" y="33"/>
                  <a:pt x="2871" y="40"/>
                  <a:pt x="2878" y="47"/>
                </a:cubicBezTo>
                <a:cubicBezTo>
                  <a:pt x="2886" y="55"/>
                  <a:pt x="2893" y="63"/>
                  <a:pt x="2898" y="72"/>
                </a:cubicBezTo>
                <a:cubicBezTo>
                  <a:pt x="2904" y="81"/>
                  <a:pt x="2909" y="90"/>
                  <a:pt x="2913" y="100"/>
                </a:cubicBezTo>
                <a:cubicBezTo>
                  <a:pt x="2918" y="110"/>
                  <a:pt x="2921" y="120"/>
                  <a:pt x="2923" y="130"/>
                </a:cubicBezTo>
                <a:cubicBezTo>
                  <a:pt x="2925" y="141"/>
                  <a:pt x="2926" y="151"/>
                  <a:pt x="2926" y="162"/>
                </a:cubicBezTo>
                <a:lnTo>
                  <a:pt x="2926" y="2020"/>
                </a:lnTo>
                <a:cubicBezTo>
                  <a:pt x="2926" y="2031"/>
                  <a:pt x="2925" y="2041"/>
                  <a:pt x="2923" y="2052"/>
                </a:cubicBezTo>
                <a:cubicBezTo>
                  <a:pt x="2921" y="2062"/>
                  <a:pt x="2918" y="2073"/>
                  <a:pt x="2913" y="2082"/>
                </a:cubicBezTo>
                <a:cubicBezTo>
                  <a:pt x="2909" y="2092"/>
                  <a:pt x="2904" y="2102"/>
                  <a:pt x="2898" y="2110"/>
                </a:cubicBezTo>
                <a:cubicBezTo>
                  <a:pt x="2893" y="2119"/>
                  <a:pt x="2886" y="2128"/>
                  <a:pt x="2878" y="2135"/>
                </a:cubicBezTo>
                <a:cubicBezTo>
                  <a:pt x="2871" y="2143"/>
                  <a:pt x="2863" y="2149"/>
                  <a:pt x="2854" y="2155"/>
                </a:cubicBezTo>
                <a:cubicBezTo>
                  <a:pt x="2845" y="2161"/>
                  <a:pt x="2835" y="2166"/>
                  <a:pt x="2826" y="2170"/>
                </a:cubicBezTo>
                <a:cubicBezTo>
                  <a:pt x="2816" y="2174"/>
                  <a:pt x="2806" y="2177"/>
                  <a:pt x="2795" y="2180"/>
                </a:cubicBezTo>
                <a:cubicBezTo>
                  <a:pt x="2785" y="2182"/>
                  <a:pt x="2774" y="2183"/>
                  <a:pt x="2763" y="2183"/>
                </a:cubicBezTo>
                <a:lnTo>
                  <a:pt x="163" y="2183"/>
                </a:lnTo>
                <a:cubicBezTo>
                  <a:pt x="152" y="2183"/>
                  <a:pt x="141" y="2182"/>
                  <a:pt x="131" y="2180"/>
                </a:cubicBezTo>
                <a:cubicBezTo>
                  <a:pt x="120" y="2177"/>
                  <a:pt x="110" y="2174"/>
                  <a:pt x="100" y="2170"/>
                </a:cubicBezTo>
                <a:cubicBezTo>
                  <a:pt x="90" y="2166"/>
                  <a:pt x="81" y="2161"/>
                  <a:pt x="72" y="2155"/>
                </a:cubicBezTo>
                <a:cubicBezTo>
                  <a:pt x="63" y="2149"/>
                  <a:pt x="55" y="2143"/>
                  <a:pt x="48" y="2135"/>
                </a:cubicBezTo>
                <a:cubicBezTo>
                  <a:pt x="40" y="2128"/>
                  <a:pt x="33" y="2119"/>
                  <a:pt x="27" y="2110"/>
                </a:cubicBezTo>
                <a:cubicBezTo>
                  <a:pt x="21" y="2102"/>
                  <a:pt x="16" y="2092"/>
                  <a:pt x="12" y="2082"/>
                </a:cubicBezTo>
                <a:cubicBezTo>
                  <a:pt x="8" y="2073"/>
                  <a:pt x="5" y="2062"/>
                  <a:pt x="3" y="2052"/>
                </a:cubicBezTo>
                <a:cubicBezTo>
                  <a:pt x="1" y="2041"/>
                  <a:pt x="0" y="2031"/>
                  <a:pt x="0" y="2020"/>
                </a:cubicBezTo>
              </a:path>
            </a:pathLst>
          </a:custGeom>
          <a:ln w="16560">
            <a:solidFill>
              <a:srgbClr val="C0C0C0"/>
            </a:solidFill>
            <a:miter/>
          </a:ln>
        </p:spPr>
        <p:txBody>
          <a:bodyPr lIns="8280" tIns="8280" rIns="8280" bIns="8280" anchor="t">
            <a:noAutofit/>
          </a:bodyPr>
          <a:lstStyle/>
          <a:p>
            <a:endParaRPr lang="en-US" sz="2400" b="0" u="none" strike="noStrike">
              <a:solidFill>
                <a:srgbClr val="000000"/>
              </a:solidFill>
              <a:effectLst/>
              <a:uFillTx/>
              <a:latin typeface="Times New Roman"/>
            </a:endParaRPr>
          </a:p>
        </p:txBody>
      </p:sp>
      <p:pic>
        <p:nvPicPr>
          <p:cNvPr id="347" name="図 346"/>
          <p:cNvPicPr/>
          <p:nvPr/>
        </p:nvPicPr>
        <p:blipFill>
          <a:blip r:embed="rId11"/>
          <a:stretch/>
        </p:blipFill>
        <p:spPr>
          <a:xfrm>
            <a:off x="6133680" y="2457000"/>
            <a:ext cx="200160" cy="200160"/>
          </a:xfrm>
          <a:prstGeom prst="rect">
            <a:avLst/>
          </a:prstGeom>
          <a:noFill/>
          <a:ln w="0">
            <a:noFill/>
          </a:ln>
        </p:spPr>
      </p:pic>
      <p:sp>
        <p:nvSpPr>
          <p:cNvPr id="348" name="テキスト ボックス 347"/>
          <p:cNvSpPr txBox="1"/>
          <p:nvPr/>
        </p:nvSpPr>
        <p:spPr>
          <a:xfrm>
            <a:off x="727200" y="5774400"/>
            <a:ext cx="8737200" cy="169560"/>
          </a:xfrm>
          <a:prstGeom prst="rect">
            <a:avLst/>
          </a:prstGeom>
          <a:noFill/>
          <a:ln w="0">
            <a:noFill/>
          </a:ln>
        </p:spPr>
        <p:txBody>
          <a:bodyPr wrap="none" lIns="0" tIns="0" rIns="0" bIns="0" anchor="t">
            <a:spAutoFit/>
          </a:bodyPr>
          <a:lstStyle/>
          <a:p>
            <a:r>
              <a:rPr lang="en-US" sz="920" b="0" u="none" strike="noStrike">
                <a:solidFill>
                  <a:srgbClr val="D1D5DC"/>
                </a:solidFill>
                <a:effectLst/>
                <a:uFillTx/>
                <a:latin typeface="NotoSansJP"/>
                <a:ea typeface="NotoSansJP"/>
              </a:rPr>
              <a:t> ソニーセミコンダクタソリューションズなどの企業はこのセンサーフュージョンを開発の核に据え、 あらゆる環境下で認識性能を向上させることを目指しています。</a:t>
            </a:r>
            <a:endParaRPr lang="en-US" sz="920" b="0" u="none" strike="noStrike">
              <a:solidFill>
                <a:srgbClr val="000000"/>
              </a:solidFill>
              <a:effectLst/>
              <a:uFillTx/>
              <a:latin typeface="Times New Roman"/>
            </a:endParaRPr>
          </a:p>
        </p:txBody>
      </p:sp>
      <p:sp>
        <p:nvSpPr>
          <p:cNvPr id="349" name="テキスト ボックス 348"/>
          <p:cNvSpPr txBox="1"/>
          <p:nvPr/>
        </p:nvSpPr>
        <p:spPr>
          <a:xfrm>
            <a:off x="6062040" y="2715840"/>
            <a:ext cx="352800" cy="169560"/>
          </a:xfrm>
          <a:prstGeom prst="rect">
            <a:avLst/>
          </a:prstGeom>
          <a:noFill/>
          <a:ln w="0">
            <a:noFill/>
          </a:ln>
        </p:spPr>
        <p:txBody>
          <a:bodyPr wrap="none" lIns="0" tIns="0" rIns="0" bIns="0" anchor="t">
            <a:spAutoFit/>
          </a:bodyPr>
          <a:lstStyle/>
          <a:p>
            <a:r>
              <a:rPr lang="zh-CN" sz="920" b="0" u="none" strike="noStrike">
                <a:solidFill>
                  <a:srgbClr val="FFFFFF"/>
                </a:solidFill>
                <a:effectLst/>
                <a:uFillTx/>
                <a:latin typeface="NotoSansJP"/>
                <a:ea typeface="NotoSansJP"/>
              </a:rPr>
              <a:t>カメラ</a:t>
            </a:r>
            <a:endParaRPr lang="en-US" sz="920" b="0" u="none" strike="noStrike">
              <a:solidFill>
                <a:srgbClr val="000000"/>
              </a:solidFill>
              <a:effectLst/>
              <a:uFillTx/>
              <a:latin typeface="Times New Roman"/>
            </a:endParaRPr>
          </a:p>
        </p:txBody>
      </p:sp>
      <p:sp>
        <p:nvSpPr>
          <p:cNvPr id="350" name="テキスト ボックス 349"/>
          <p:cNvSpPr txBox="1"/>
          <p:nvPr/>
        </p:nvSpPr>
        <p:spPr>
          <a:xfrm>
            <a:off x="5786280" y="2873520"/>
            <a:ext cx="906120" cy="146520"/>
          </a:xfrm>
          <a:prstGeom prst="rect">
            <a:avLst/>
          </a:prstGeom>
          <a:noFill/>
          <a:ln w="0">
            <a:noFill/>
          </a:ln>
        </p:spPr>
        <p:txBody>
          <a:bodyPr wrap="none" lIns="0" tIns="0" rIns="0" bIns="0" anchor="t">
            <a:spAutoFit/>
          </a:bodyPr>
          <a:lstStyle/>
          <a:p>
            <a:r>
              <a:rPr lang="zh-CN" sz="790" b="0" u="none" strike="noStrike">
                <a:solidFill>
                  <a:srgbClr val="99A1AF"/>
                </a:solidFill>
                <a:effectLst/>
                <a:uFillTx/>
                <a:latin typeface="NotoSansJP"/>
                <a:ea typeface="NotoSansJP"/>
              </a:rPr>
              <a:t>物体の色や形を詳細</a:t>
            </a:r>
            <a:endParaRPr lang="en-US" sz="790" b="0" u="none" strike="noStrike">
              <a:solidFill>
                <a:srgbClr val="000000"/>
              </a:solidFill>
              <a:effectLst/>
              <a:uFillTx/>
              <a:latin typeface="Times New Roman"/>
            </a:endParaRPr>
          </a:p>
        </p:txBody>
      </p:sp>
      <p:sp>
        <p:nvSpPr>
          <p:cNvPr id="351" name="フリーフォーム: 図形 350"/>
          <p:cNvSpPr/>
          <p:nvPr/>
        </p:nvSpPr>
        <p:spPr>
          <a:xfrm>
            <a:off x="5122440" y="3208680"/>
            <a:ext cx="1053360" cy="785880"/>
          </a:xfrm>
          <a:custGeom>
            <a:avLst/>
            <a:gdLst/>
            <a:ahLst/>
            <a:cxnLst/>
            <a:rect l="0" t="0" r="r" b="b"/>
            <a:pathLst>
              <a:path w="2926" h="2183">
                <a:moveTo>
                  <a:pt x="0" y="2021"/>
                </a:moveTo>
                <a:lnTo>
                  <a:pt x="0" y="163"/>
                </a:lnTo>
                <a:cubicBezTo>
                  <a:pt x="0" y="152"/>
                  <a:pt x="1" y="142"/>
                  <a:pt x="3" y="131"/>
                </a:cubicBezTo>
                <a:cubicBezTo>
                  <a:pt x="5" y="121"/>
                  <a:pt x="8" y="110"/>
                  <a:pt x="12" y="101"/>
                </a:cubicBezTo>
                <a:cubicBezTo>
                  <a:pt x="17" y="91"/>
                  <a:pt x="22" y="81"/>
                  <a:pt x="27" y="73"/>
                </a:cubicBezTo>
                <a:cubicBezTo>
                  <a:pt x="33" y="64"/>
                  <a:pt x="40" y="55"/>
                  <a:pt x="48" y="48"/>
                </a:cubicBezTo>
                <a:cubicBezTo>
                  <a:pt x="55" y="40"/>
                  <a:pt x="63" y="34"/>
                  <a:pt x="72" y="28"/>
                </a:cubicBezTo>
                <a:cubicBezTo>
                  <a:pt x="81" y="22"/>
                  <a:pt x="91" y="17"/>
                  <a:pt x="100" y="13"/>
                </a:cubicBezTo>
                <a:cubicBezTo>
                  <a:pt x="110" y="9"/>
                  <a:pt x="120" y="6"/>
                  <a:pt x="131" y="3"/>
                </a:cubicBezTo>
                <a:cubicBezTo>
                  <a:pt x="141" y="1"/>
                  <a:pt x="152" y="0"/>
                  <a:pt x="163" y="0"/>
                </a:cubicBezTo>
                <a:lnTo>
                  <a:pt x="2763" y="0"/>
                </a:lnTo>
                <a:cubicBezTo>
                  <a:pt x="2774" y="0"/>
                  <a:pt x="2785" y="1"/>
                  <a:pt x="2795" y="3"/>
                </a:cubicBezTo>
                <a:cubicBezTo>
                  <a:pt x="2806" y="6"/>
                  <a:pt x="2816" y="9"/>
                  <a:pt x="2826" y="13"/>
                </a:cubicBezTo>
                <a:cubicBezTo>
                  <a:pt x="2835" y="17"/>
                  <a:pt x="2845" y="22"/>
                  <a:pt x="2854" y="28"/>
                </a:cubicBezTo>
                <a:cubicBezTo>
                  <a:pt x="2863" y="34"/>
                  <a:pt x="2871" y="40"/>
                  <a:pt x="2878" y="48"/>
                </a:cubicBezTo>
                <a:cubicBezTo>
                  <a:pt x="2886" y="55"/>
                  <a:pt x="2893" y="64"/>
                  <a:pt x="2899" y="73"/>
                </a:cubicBezTo>
                <a:cubicBezTo>
                  <a:pt x="2904" y="81"/>
                  <a:pt x="2909" y="91"/>
                  <a:pt x="2914" y="101"/>
                </a:cubicBezTo>
                <a:cubicBezTo>
                  <a:pt x="2918" y="110"/>
                  <a:pt x="2921" y="121"/>
                  <a:pt x="2923" y="131"/>
                </a:cubicBezTo>
                <a:cubicBezTo>
                  <a:pt x="2925" y="142"/>
                  <a:pt x="2926" y="152"/>
                  <a:pt x="2926" y="163"/>
                </a:cubicBezTo>
                <a:lnTo>
                  <a:pt x="2926" y="2021"/>
                </a:lnTo>
                <a:cubicBezTo>
                  <a:pt x="2926" y="2032"/>
                  <a:pt x="2925" y="2042"/>
                  <a:pt x="2923" y="2053"/>
                </a:cubicBezTo>
                <a:cubicBezTo>
                  <a:pt x="2921" y="2063"/>
                  <a:pt x="2918" y="2073"/>
                  <a:pt x="2914" y="2083"/>
                </a:cubicBezTo>
                <a:cubicBezTo>
                  <a:pt x="2909" y="2093"/>
                  <a:pt x="2904" y="2102"/>
                  <a:pt x="2899" y="2111"/>
                </a:cubicBezTo>
                <a:cubicBezTo>
                  <a:pt x="2893" y="2120"/>
                  <a:pt x="2886" y="2128"/>
                  <a:pt x="2878" y="2136"/>
                </a:cubicBezTo>
                <a:cubicBezTo>
                  <a:pt x="2871" y="2143"/>
                  <a:pt x="2863" y="2150"/>
                  <a:pt x="2854" y="2156"/>
                </a:cubicBezTo>
                <a:cubicBezTo>
                  <a:pt x="2845" y="2162"/>
                  <a:pt x="2835" y="2167"/>
                  <a:pt x="2826" y="2171"/>
                </a:cubicBezTo>
                <a:cubicBezTo>
                  <a:pt x="2816" y="2175"/>
                  <a:pt x="2806" y="2178"/>
                  <a:pt x="2795" y="2180"/>
                </a:cubicBezTo>
                <a:cubicBezTo>
                  <a:pt x="2785" y="2182"/>
                  <a:pt x="2774" y="2183"/>
                  <a:pt x="2763" y="2183"/>
                </a:cubicBezTo>
                <a:lnTo>
                  <a:pt x="163" y="2183"/>
                </a:lnTo>
                <a:cubicBezTo>
                  <a:pt x="152" y="2183"/>
                  <a:pt x="141" y="2182"/>
                  <a:pt x="131" y="2180"/>
                </a:cubicBezTo>
                <a:cubicBezTo>
                  <a:pt x="120" y="2178"/>
                  <a:pt x="110" y="2175"/>
                  <a:pt x="100" y="2171"/>
                </a:cubicBezTo>
                <a:cubicBezTo>
                  <a:pt x="91" y="2167"/>
                  <a:pt x="81" y="2162"/>
                  <a:pt x="72" y="2156"/>
                </a:cubicBezTo>
                <a:cubicBezTo>
                  <a:pt x="63" y="2150"/>
                  <a:pt x="55" y="2143"/>
                  <a:pt x="48" y="2136"/>
                </a:cubicBezTo>
                <a:cubicBezTo>
                  <a:pt x="40" y="2128"/>
                  <a:pt x="33" y="2120"/>
                  <a:pt x="27" y="2111"/>
                </a:cubicBezTo>
                <a:cubicBezTo>
                  <a:pt x="22" y="2102"/>
                  <a:pt x="17" y="2093"/>
                  <a:pt x="12" y="2083"/>
                </a:cubicBezTo>
                <a:cubicBezTo>
                  <a:pt x="8" y="2073"/>
                  <a:pt x="5" y="2063"/>
                  <a:pt x="3" y="2053"/>
                </a:cubicBezTo>
                <a:cubicBezTo>
                  <a:pt x="1" y="2042"/>
                  <a:pt x="0" y="2032"/>
                  <a:pt x="0" y="2021"/>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52" name="フリーフォーム: 図形 351"/>
          <p:cNvSpPr/>
          <p:nvPr/>
        </p:nvSpPr>
        <p:spPr>
          <a:xfrm>
            <a:off x="5122440" y="3208680"/>
            <a:ext cx="1053360" cy="785880"/>
          </a:xfrm>
          <a:custGeom>
            <a:avLst/>
            <a:gdLst/>
            <a:ahLst/>
            <a:cxnLst/>
            <a:rect l="0" t="0" r="r" b="b"/>
            <a:pathLst>
              <a:path w="2926" h="2183" fill="none">
                <a:moveTo>
                  <a:pt x="0" y="2021"/>
                </a:moveTo>
                <a:lnTo>
                  <a:pt x="0" y="163"/>
                </a:lnTo>
                <a:cubicBezTo>
                  <a:pt x="0" y="152"/>
                  <a:pt x="1" y="142"/>
                  <a:pt x="3" y="131"/>
                </a:cubicBezTo>
                <a:cubicBezTo>
                  <a:pt x="5" y="121"/>
                  <a:pt x="8" y="110"/>
                  <a:pt x="12" y="101"/>
                </a:cubicBezTo>
                <a:cubicBezTo>
                  <a:pt x="17" y="91"/>
                  <a:pt x="22" y="81"/>
                  <a:pt x="27" y="73"/>
                </a:cubicBezTo>
                <a:cubicBezTo>
                  <a:pt x="33" y="64"/>
                  <a:pt x="40" y="55"/>
                  <a:pt x="48" y="48"/>
                </a:cubicBezTo>
                <a:cubicBezTo>
                  <a:pt x="55" y="40"/>
                  <a:pt x="63" y="34"/>
                  <a:pt x="72" y="28"/>
                </a:cubicBezTo>
                <a:cubicBezTo>
                  <a:pt x="81" y="22"/>
                  <a:pt x="91" y="17"/>
                  <a:pt x="100" y="13"/>
                </a:cubicBezTo>
                <a:cubicBezTo>
                  <a:pt x="110" y="9"/>
                  <a:pt x="120" y="6"/>
                  <a:pt x="131" y="3"/>
                </a:cubicBezTo>
                <a:cubicBezTo>
                  <a:pt x="141" y="1"/>
                  <a:pt x="152" y="0"/>
                  <a:pt x="163" y="0"/>
                </a:cubicBezTo>
                <a:lnTo>
                  <a:pt x="2763" y="0"/>
                </a:lnTo>
                <a:cubicBezTo>
                  <a:pt x="2774" y="0"/>
                  <a:pt x="2785" y="1"/>
                  <a:pt x="2795" y="3"/>
                </a:cubicBezTo>
                <a:cubicBezTo>
                  <a:pt x="2806" y="6"/>
                  <a:pt x="2816" y="9"/>
                  <a:pt x="2826" y="13"/>
                </a:cubicBezTo>
                <a:cubicBezTo>
                  <a:pt x="2835" y="17"/>
                  <a:pt x="2845" y="22"/>
                  <a:pt x="2854" y="28"/>
                </a:cubicBezTo>
                <a:cubicBezTo>
                  <a:pt x="2863" y="34"/>
                  <a:pt x="2871" y="40"/>
                  <a:pt x="2878" y="48"/>
                </a:cubicBezTo>
                <a:cubicBezTo>
                  <a:pt x="2886" y="55"/>
                  <a:pt x="2893" y="64"/>
                  <a:pt x="2899" y="73"/>
                </a:cubicBezTo>
                <a:cubicBezTo>
                  <a:pt x="2904" y="81"/>
                  <a:pt x="2909" y="91"/>
                  <a:pt x="2914" y="101"/>
                </a:cubicBezTo>
                <a:cubicBezTo>
                  <a:pt x="2918" y="110"/>
                  <a:pt x="2921" y="121"/>
                  <a:pt x="2923" y="131"/>
                </a:cubicBezTo>
                <a:cubicBezTo>
                  <a:pt x="2925" y="142"/>
                  <a:pt x="2926" y="152"/>
                  <a:pt x="2926" y="163"/>
                </a:cubicBezTo>
                <a:lnTo>
                  <a:pt x="2926" y="2021"/>
                </a:lnTo>
                <a:cubicBezTo>
                  <a:pt x="2926" y="2032"/>
                  <a:pt x="2925" y="2042"/>
                  <a:pt x="2923" y="2053"/>
                </a:cubicBezTo>
                <a:cubicBezTo>
                  <a:pt x="2921" y="2063"/>
                  <a:pt x="2918" y="2073"/>
                  <a:pt x="2914" y="2083"/>
                </a:cubicBezTo>
                <a:cubicBezTo>
                  <a:pt x="2909" y="2093"/>
                  <a:pt x="2904" y="2102"/>
                  <a:pt x="2899" y="2111"/>
                </a:cubicBezTo>
                <a:cubicBezTo>
                  <a:pt x="2893" y="2120"/>
                  <a:pt x="2886" y="2128"/>
                  <a:pt x="2878" y="2136"/>
                </a:cubicBezTo>
                <a:cubicBezTo>
                  <a:pt x="2871" y="2143"/>
                  <a:pt x="2863" y="2150"/>
                  <a:pt x="2854" y="2156"/>
                </a:cubicBezTo>
                <a:cubicBezTo>
                  <a:pt x="2845" y="2162"/>
                  <a:pt x="2835" y="2167"/>
                  <a:pt x="2826" y="2171"/>
                </a:cubicBezTo>
                <a:cubicBezTo>
                  <a:pt x="2816" y="2175"/>
                  <a:pt x="2806" y="2178"/>
                  <a:pt x="2795" y="2180"/>
                </a:cubicBezTo>
                <a:cubicBezTo>
                  <a:pt x="2785" y="2182"/>
                  <a:pt x="2774" y="2183"/>
                  <a:pt x="2763" y="2183"/>
                </a:cubicBezTo>
                <a:lnTo>
                  <a:pt x="163" y="2183"/>
                </a:lnTo>
                <a:cubicBezTo>
                  <a:pt x="152" y="2183"/>
                  <a:pt x="141" y="2182"/>
                  <a:pt x="131" y="2180"/>
                </a:cubicBezTo>
                <a:cubicBezTo>
                  <a:pt x="120" y="2178"/>
                  <a:pt x="110" y="2175"/>
                  <a:pt x="100" y="2171"/>
                </a:cubicBezTo>
                <a:cubicBezTo>
                  <a:pt x="91" y="2167"/>
                  <a:pt x="81" y="2162"/>
                  <a:pt x="72" y="2156"/>
                </a:cubicBezTo>
                <a:cubicBezTo>
                  <a:pt x="63" y="2150"/>
                  <a:pt x="55" y="2143"/>
                  <a:pt x="48" y="2136"/>
                </a:cubicBezTo>
                <a:cubicBezTo>
                  <a:pt x="40" y="2128"/>
                  <a:pt x="33" y="2120"/>
                  <a:pt x="27" y="2111"/>
                </a:cubicBezTo>
                <a:cubicBezTo>
                  <a:pt x="22" y="2102"/>
                  <a:pt x="17" y="2093"/>
                  <a:pt x="12" y="2083"/>
                </a:cubicBezTo>
                <a:cubicBezTo>
                  <a:pt x="8" y="2073"/>
                  <a:pt x="5" y="2063"/>
                  <a:pt x="3" y="2053"/>
                </a:cubicBezTo>
                <a:cubicBezTo>
                  <a:pt x="1" y="2042"/>
                  <a:pt x="0" y="2032"/>
                  <a:pt x="0" y="2021"/>
                </a:cubicBezTo>
              </a:path>
            </a:pathLst>
          </a:custGeom>
          <a:ln w="16560">
            <a:solidFill>
              <a:srgbClr val="C0C0C0"/>
            </a:solidFill>
            <a:miter/>
          </a:ln>
        </p:spPr>
        <p:txBody>
          <a:bodyPr lIns="8280" tIns="8280" rIns="8280" bIns="8280" anchor="t">
            <a:noAutofit/>
          </a:bodyPr>
          <a:lstStyle/>
          <a:p>
            <a:endParaRPr lang="en-US" sz="2400" b="0" u="none" strike="noStrike">
              <a:solidFill>
                <a:srgbClr val="000000"/>
              </a:solidFill>
              <a:effectLst/>
              <a:uFillTx/>
              <a:latin typeface="Times New Roman"/>
            </a:endParaRPr>
          </a:p>
        </p:txBody>
      </p:sp>
      <p:pic>
        <p:nvPicPr>
          <p:cNvPr id="353" name="図 352"/>
          <p:cNvPicPr/>
          <p:nvPr/>
        </p:nvPicPr>
        <p:blipFill>
          <a:blip r:embed="rId12"/>
          <a:stretch/>
        </p:blipFill>
        <p:spPr>
          <a:xfrm>
            <a:off x="5532120" y="3334320"/>
            <a:ext cx="225360" cy="200160"/>
          </a:xfrm>
          <a:prstGeom prst="rect">
            <a:avLst/>
          </a:prstGeom>
          <a:noFill/>
          <a:ln w="0">
            <a:noFill/>
          </a:ln>
        </p:spPr>
      </p:pic>
      <p:sp>
        <p:nvSpPr>
          <p:cNvPr id="354" name="テキスト ボックス 353"/>
          <p:cNvSpPr txBox="1"/>
          <p:nvPr/>
        </p:nvSpPr>
        <p:spPr>
          <a:xfrm>
            <a:off x="6086880" y="3007440"/>
            <a:ext cx="302400" cy="146520"/>
          </a:xfrm>
          <a:prstGeom prst="rect">
            <a:avLst/>
          </a:prstGeom>
          <a:noFill/>
          <a:ln w="0">
            <a:noFill/>
          </a:ln>
        </p:spPr>
        <p:txBody>
          <a:bodyPr wrap="none" lIns="0" tIns="0" rIns="0" bIns="0" anchor="t">
            <a:spAutoFit/>
          </a:bodyPr>
          <a:lstStyle/>
          <a:p>
            <a:r>
              <a:rPr lang="zh-CN" sz="790" b="0" u="none" strike="noStrike">
                <a:solidFill>
                  <a:srgbClr val="99A1AF"/>
                </a:solidFill>
                <a:effectLst/>
                <a:uFillTx/>
                <a:latin typeface="NotoSansJP"/>
                <a:ea typeface="NotoSansJP"/>
              </a:rPr>
              <a:t>に認識</a:t>
            </a:r>
            <a:endParaRPr lang="en-US" sz="790" b="0" u="none" strike="noStrike">
              <a:solidFill>
                <a:srgbClr val="000000"/>
              </a:solidFill>
              <a:effectLst/>
              <a:uFillTx/>
              <a:latin typeface="Times New Roman"/>
            </a:endParaRPr>
          </a:p>
        </p:txBody>
      </p:sp>
      <p:sp>
        <p:nvSpPr>
          <p:cNvPr id="355" name="テキスト ボックス 354"/>
          <p:cNvSpPr txBox="1"/>
          <p:nvPr/>
        </p:nvSpPr>
        <p:spPr>
          <a:xfrm>
            <a:off x="5474880" y="3593520"/>
            <a:ext cx="351000" cy="136080"/>
          </a:xfrm>
          <a:prstGeom prst="rect">
            <a:avLst/>
          </a:prstGeom>
          <a:noFill/>
          <a:ln w="0">
            <a:noFill/>
          </a:ln>
        </p:spPr>
        <p:txBody>
          <a:bodyPr wrap="none" lIns="0" tIns="0" rIns="0" bIns="0" anchor="t">
            <a:spAutoFit/>
          </a:bodyPr>
          <a:lstStyle/>
          <a:p>
            <a:r>
              <a:rPr lang="en-US" sz="920" b="0" u="none" strike="noStrike">
                <a:solidFill>
                  <a:srgbClr val="FFFFFF"/>
                </a:solidFill>
                <a:effectLst/>
                <a:uFillTx/>
                <a:latin typeface="NotoSansJP"/>
                <a:ea typeface="NotoSansJP"/>
              </a:rPr>
              <a:t>LiDAR</a:t>
            </a:r>
            <a:endParaRPr lang="en-US" sz="920" b="0" u="none" strike="noStrike">
              <a:solidFill>
                <a:srgbClr val="000000"/>
              </a:solidFill>
              <a:effectLst/>
              <a:uFillTx/>
              <a:latin typeface="Times New Roman"/>
            </a:endParaRPr>
          </a:p>
        </p:txBody>
      </p:sp>
      <p:sp>
        <p:nvSpPr>
          <p:cNvPr id="356" name="フリーフォーム: 図形 355"/>
          <p:cNvSpPr/>
          <p:nvPr/>
        </p:nvSpPr>
        <p:spPr>
          <a:xfrm>
            <a:off x="4161600" y="2899440"/>
            <a:ext cx="1053000" cy="785880"/>
          </a:xfrm>
          <a:custGeom>
            <a:avLst/>
            <a:gdLst/>
            <a:ahLst/>
            <a:cxnLst/>
            <a:rect l="0" t="0" r="r" b="b"/>
            <a:pathLst>
              <a:path w="2925" h="2183">
                <a:moveTo>
                  <a:pt x="0" y="2021"/>
                </a:moveTo>
                <a:lnTo>
                  <a:pt x="0" y="163"/>
                </a:lnTo>
                <a:cubicBezTo>
                  <a:pt x="0" y="152"/>
                  <a:pt x="1" y="142"/>
                  <a:pt x="3" y="131"/>
                </a:cubicBezTo>
                <a:cubicBezTo>
                  <a:pt x="5" y="121"/>
                  <a:pt x="8" y="111"/>
                  <a:pt x="12" y="101"/>
                </a:cubicBezTo>
                <a:cubicBezTo>
                  <a:pt x="16" y="91"/>
                  <a:pt x="21" y="82"/>
                  <a:pt x="27" y="73"/>
                </a:cubicBezTo>
                <a:cubicBezTo>
                  <a:pt x="33" y="64"/>
                  <a:pt x="40" y="56"/>
                  <a:pt x="47" y="48"/>
                </a:cubicBezTo>
                <a:cubicBezTo>
                  <a:pt x="55" y="40"/>
                  <a:pt x="63" y="34"/>
                  <a:pt x="72" y="28"/>
                </a:cubicBezTo>
                <a:cubicBezTo>
                  <a:pt x="81" y="22"/>
                  <a:pt x="90" y="17"/>
                  <a:pt x="100" y="13"/>
                </a:cubicBezTo>
                <a:cubicBezTo>
                  <a:pt x="110" y="9"/>
                  <a:pt x="120" y="6"/>
                  <a:pt x="130" y="4"/>
                </a:cubicBezTo>
                <a:cubicBezTo>
                  <a:pt x="141" y="1"/>
                  <a:pt x="151" y="0"/>
                  <a:pt x="162" y="0"/>
                </a:cubicBezTo>
                <a:lnTo>
                  <a:pt x="2763" y="0"/>
                </a:lnTo>
                <a:cubicBezTo>
                  <a:pt x="2774" y="0"/>
                  <a:pt x="2784" y="1"/>
                  <a:pt x="2795" y="4"/>
                </a:cubicBezTo>
                <a:cubicBezTo>
                  <a:pt x="2805" y="6"/>
                  <a:pt x="2815" y="9"/>
                  <a:pt x="2825" y="13"/>
                </a:cubicBezTo>
                <a:cubicBezTo>
                  <a:pt x="2835" y="17"/>
                  <a:pt x="2844" y="22"/>
                  <a:pt x="2853" y="28"/>
                </a:cubicBezTo>
                <a:cubicBezTo>
                  <a:pt x="2862" y="34"/>
                  <a:pt x="2870" y="40"/>
                  <a:pt x="2878" y="48"/>
                </a:cubicBezTo>
                <a:cubicBezTo>
                  <a:pt x="2885" y="56"/>
                  <a:pt x="2892" y="64"/>
                  <a:pt x="2898" y="73"/>
                </a:cubicBezTo>
                <a:cubicBezTo>
                  <a:pt x="2904" y="82"/>
                  <a:pt x="2909" y="91"/>
                  <a:pt x="2913" y="101"/>
                </a:cubicBezTo>
                <a:cubicBezTo>
                  <a:pt x="2917" y="111"/>
                  <a:pt x="2920" y="121"/>
                  <a:pt x="2922" y="131"/>
                </a:cubicBezTo>
                <a:cubicBezTo>
                  <a:pt x="2924" y="142"/>
                  <a:pt x="2925" y="152"/>
                  <a:pt x="2925" y="163"/>
                </a:cubicBezTo>
                <a:lnTo>
                  <a:pt x="2925" y="2021"/>
                </a:lnTo>
                <a:cubicBezTo>
                  <a:pt x="2925" y="2032"/>
                  <a:pt x="2924" y="2042"/>
                  <a:pt x="2922" y="2053"/>
                </a:cubicBezTo>
                <a:cubicBezTo>
                  <a:pt x="2920" y="2063"/>
                  <a:pt x="2917" y="2073"/>
                  <a:pt x="2913" y="2083"/>
                </a:cubicBezTo>
                <a:cubicBezTo>
                  <a:pt x="2909" y="2093"/>
                  <a:pt x="2904" y="2102"/>
                  <a:pt x="2898" y="2111"/>
                </a:cubicBezTo>
                <a:cubicBezTo>
                  <a:pt x="2892" y="2120"/>
                  <a:pt x="2885" y="2128"/>
                  <a:pt x="2878" y="2136"/>
                </a:cubicBezTo>
                <a:cubicBezTo>
                  <a:pt x="2870" y="2143"/>
                  <a:pt x="2862" y="2150"/>
                  <a:pt x="2853" y="2156"/>
                </a:cubicBezTo>
                <a:cubicBezTo>
                  <a:pt x="2844" y="2162"/>
                  <a:pt x="2835" y="2167"/>
                  <a:pt x="2825" y="2171"/>
                </a:cubicBezTo>
                <a:cubicBezTo>
                  <a:pt x="2815" y="2175"/>
                  <a:pt x="2805" y="2178"/>
                  <a:pt x="2795" y="2180"/>
                </a:cubicBezTo>
                <a:cubicBezTo>
                  <a:pt x="2784" y="2182"/>
                  <a:pt x="2774" y="2183"/>
                  <a:pt x="2763" y="2183"/>
                </a:cubicBezTo>
                <a:lnTo>
                  <a:pt x="162" y="2183"/>
                </a:lnTo>
                <a:cubicBezTo>
                  <a:pt x="151" y="2183"/>
                  <a:pt x="141" y="2182"/>
                  <a:pt x="130" y="2180"/>
                </a:cubicBezTo>
                <a:cubicBezTo>
                  <a:pt x="120" y="2178"/>
                  <a:pt x="110" y="2175"/>
                  <a:pt x="100" y="2171"/>
                </a:cubicBezTo>
                <a:cubicBezTo>
                  <a:pt x="90" y="2167"/>
                  <a:pt x="81" y="2162"/>
                  <a:pt x="72" y="2156"/>
                </a:cubicBezTo>
                <a:cubicBezTo>
                  <a:pt x="63" y="2150"/>
                  <a:pt x="55" y="2143"/>
                  <a:pt x="47" y="2136"/>
                </a:cubicBezTo>
                <a:cubicBezTo>
                  <a:pt x="40" y="2128"/>
                  <a:pt x="33" y="2120"/>
                  <a:pt x="27" y="2111"/>
                </a:cubicBezTo>
                <a:cubicBezTo>
                  <a:pt x="21" y="2102"/>
                  <a:pt x="16" y="2093"/>
                  <a:pt x="12" y="2083"/>
                </a:cubicBezTo>
                <a:cubicBezTo>
                  <a:pt x="8" y="2073"/>
                  <a:pt x="5" y="2063"/>
                  <a:pt x="3" y="2053"/>
                </a:cubicBezTo>
                <a:cubicBezTo>
                  <a:pt x="1" y="2042"/>
                  <a:pt x="0" y="2032"/>
                  <a:pt x="0" y="2021"/>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57" name="フリーフォーム: 図形 356"/>
          <p:cNvSpPr/>
          <p:nvPr/>
        </p:nvSpPr>
        <p:spPr>
          <a:xfrm>
            <a:off x="4161600" y="2899440"/>
            <a:ext cx="1053000" cy="785880"/>
          </a:xfrm>
          <a:custGeom>
            <a:avLst/>
            <a:gdLst/>
            <a:ahLst/>
            <a:cxnLst/>
            <a:rect l="0" t="0" r="r" b="b"/>
            <a:pathLst>
              <a:path w="2925" h="2183" fill="none">
                <a:moveTo>
                  <a:pt x="0" y="2021"/>
                </a:moveTo>
                <a:lnTo>
                  <a:pt x="0" y="163"/>
                </a:lnTo>
                <a:cubicBezTo>
                  <a:pt x="0" y="152"/>
                  <a:pt x="1" y="142"/>
                  <a:pt x="3" y="131"/>
                </a:cubicBezTo>
                <a:cubicBezTo>
                  <a:pt x="5" y="121"/>
                  <a:pt x="8" y="111"/>
                  <a:pt x="12" y="101"/>
                </a:cubicBezTo>
                <a:cubicBezTo>
                  <a:pt x="16" y="91"/>
                  <a:pt x="21" y="82"/>
                  <a:pt x="27" y="73"/>
                </a:cubicBezTo>
                <a:cubicBezTo>
                  <a:pt x="33" y="64"/>
                  <a:pt x="40" y="56"/>
                  <a:pt x="47" y="48"/>
                </a:cubicBezTo>
                <a:cubicBezTo>
                  <a:pt x="55" y="40"/>
                  <a:pt x="63" y="34"/>
                  <a:pt x="72" y="28"/>
                </a:cubicBezTo>
                <a:cubicBezTo>
                  <a:pt x="81" y="22"/>
                  <a:pt x="90" y="17"/>
                  <a:pt x="100" y="13"/>
                </a:cubicBezTo>
                <a:cubicBezTo>
                  <a:pt x="110" y="9"/>
                  <a:pt x="120" y="6"/>
                  <a:pt x="130" y="4"/>
                </a:cubicBezTo>
                <a:cubicBezTo>
                  <a:pt x="141" y="1"/>
                  <a:pt x="151" y="0"/>
                  <a:pt x="162" y="0"/>
                </a:cubicBezTo>
                <a:lnTo>
                  <a:pt x="2763" y="0"/>
                </a:lnTo>
                <a:cubicBezTo>
                  <a:pt x="2774" y="0"/>
                  <a:pt x="2784" y="1"/>
                  <a:pt x="2795" y="4"/>
                </a:cubicBezTo>
                <a:cubicBezTo>
                  <a:pt x="2805" y="6"/>
                  <a:pt x="2815" y="9"/>
                  <a:pt x="2825" y="13"/>
                </a:cubicBezTo>
                <a:cubicBezTo>
                  <a:pt x="2835" y="17"/>
                  <a:pt x="2844" y="22"/>
                  <a:pt x="2853" y="28"/>
                </a:cubicBezTo>
                <a:cubicBezTo>
                  <a:pt x="2862" y="34"/>
                  <a:pt x="2870" y="40"/>
                  <a:pt x="2878" y="48"/>
                </a:cubicBezTo>
                <a:cubicBezTo>
                  <a:pt x="2885" y="56"/>
                  <a:pt x="2892" y="64"/>
                  <a:pt x="2898" y="73"/>
                </a:cubicBezTo>
                <a:cubicBezTo>
                  <a:pt x="2904" y="82"/>
                  <a:pt x="2909" y="91"/>
                  <a:pt x="2913" y="101"/>
                </a:cubicBezTo>
                <a:cubicBezTo>
                  <a:pt x="2917" y="111"/>
                  <a:pt x="2920" y="121"/>
                  <a:pt x="2922" y="131"/>
                </a:cubicBezTo>
                <a:cubicBezTo>
                  <a:pt x="2924" y="142"/>
                  <a:pt x="2925" y="152"/>
                  <a:pt x="2925" y="163"/>
                </a:cubicBezTo>
                <a:lnTo>
                  <a:pt x="2925" y="2021"/>
                </a:lnTo>
                <a:cubicBezTo>
                  <a:pt x="2925" y="2032"/>
                  <a:pt x="2924" y="2042"/>
                  <a:pt x="2922" y="2053"/>
                </a:cubicBezTo>
                <a:cubicBezTo>
                  <a:pt x="2920" y="2063"/>
                  <a:pt x="2917" y="2073"/>
                  <a:pt x="2913" y="2083"/>
                </a:cubicBezTo>
                <a:cubicBezTo>
                  <a:pt x="2909" y="2093"/>
                  <a:pt x="2904" y="2102"/>
                  <a:pt x="2898" y="2111"/>
                </a:cubicBezTo>
                <a:cubicBezTo>
                  <a:pt x="2892" y="2120"/>
                  <a:pt x="2885" y="2128"/>
                  <a:pt x="2878" y="2136"/>
                </a:cubicBezTo>
                <a:cubicBezTo>
                  <a:pt x="2870" y="2143"/>
                  <a:pt x="2862" y="2150"/>
                  <a:pt x="2853" y="2156"/>
                </a:cubicBezTo>
                <a:cubicBezTo>
                  <a:pt x="2844" y="2162"/>
                  <a:pt x="2835" y="2167"/>
                  <a:pt x="2825" y="2171"/>
                </a:cubicBezTo>
                <a:cubicBezTo>
                  <a:pt x="2815" y="2175"/>
                  <a:pt x="2805" y="2178"/>
                  <a:pt x="2795" y="2180"/>
                </a:cubicBezTo>
                <a:cubicBezTo>
                  <a:pt x="2784" y="2182"/>
                  <a:pt x="2774" y="2183"/>
                  <a:pt x="2763" y="2183"/>
                </a:cubicBezTo>
                <a:lnTo>
                  <a:pt x="162" y="2183"/>
                </a:lnTo>
                <a:cubicBezTo>
                  <a:pt x="151" y="2183"/>
                  <a:pt x="141" y="2182"/>
                  <a:pt x="130" y="2180"/>
                </a:cubicBezTo>
                <a:cubicBezTo>
                  <a:pt x="120" y="2178"/>
                  <a:pt x="110" y="2175"/>
                  <a:pt x="100" y="2171"/>
                </a:cubicBezTo>
                <a:cubicBezTo>
                  <a:pt x="90" y="2167"/>
                  <a:pt x="81" y="2162"/>
                  <a:pt x="72" y="2156"/>
                </a:cubicBezTo>
                <a:cubicBezTo>
                  <a:pt x="63" y="2150"/>
                  <a:pt x="55" y="2143"/>
                  <a:pt x="47" y="2136"/>
                </a:cubicBezTo>
                <a:cubicBezTo>
                  <a:pt x="40" y="2128"/>
                  <a:pt x="33" y="2120"/>
                  <a:pt x="27" y="2111"/>
                </a:cubicBezTo>
                <a:cubicBezTo>
                  <a:pt x="21" y="2102"/>
                  <a:pt x="16" y="2093"/>
                  <a:pt x="12" y="2083"/>
                </a:cubicBezTo>
                <a:cubicBezTo>
                  <a:pt x="8" y="2073"/>
                  <a:pt x="5" y="2063"/>
                  <a:pt x="3" y="2053"/>
                </a:cubicBezTo>
                <a:cubicBezTo>
                  <a:pt x="1" y="2042"/>
                  <a:pt x="0" y="2032"/>
                  <a:pt x="0" y="2021"/>
                </a:cubicBezTo>
              </a:path>
            </a:pathLst>
          </a:custGeom>
          <a:ln w="16560">
            <a:solidFill>
              <a:srgbClr val="C0C0C0"/>
            </a:solidFill>
            <a:miter/>
          </a:ln>
        </p:spPr>
        <p:txBody>
          <a:bodyPr lIns="8280" tIns="8280" rIns="8280" bIns="8280" anchor="t">
            <a:noAutofit/>
          </a:bodyPr>
          <a:lstStyle/>
          <a:p>
            <a:endParaRPr lang="en-US" sz="2400" b="0" u="none" strike="noStrike">
              <a:solidFill>
                <a:srgbClr val="000000"/>
              </a:solidFill>
              <a:effectLst/>
              <a:uFillTx/>
              <a:latin typeface="Times New Roman"/>
            </a:endParaRPr>
          </a:p>
        </p:txBody>
      </p:sp>
      <p:pic>
        <p:nvPicPr>
          <p:cNvPr id="358" name="図 357"/>
          <p:cNvPicPr/>
          <p:nvPr/>
        </p:nvPicPr>
        <p:blipFill>
          <a:blip r:embed="rId13"/>
          <a:stretch/>
        </p:blipFill>
        <p:spPr>
          <a:xfrm>
            <a:off x="4579560" y="2958120"/>
            <a:ext cx="225360" cy="200160"/>
          </a:xfrm>
          <a:prstGeom prst="rect">
            <a:avLst/>
          </a:prstGeom>
          <a:noFill/>
          <a:ln w="0">
            <a:noFill/>
          </a:ln>
        </p:spPr>
      </p:pic>
      <p:sp>
        <p:nvSpPr>
          <p:cNvPr id="359" name="テキスト ボックス 358"/>
          <p:cNvSpPr txBox="1"/>
          <p:nvPr/>
        </p:nvSpPr>
        <p:spPr>
          <a:xfrm>
            <a:off x="5215680" y="3751200"/>
            <a:ext cx="922320" cy="146520"/>
          </a:xfrm>
          <a:prstGeom prst="rect">
            <a:avLst/>
          </a:prstGeom>
          <a:noFill/>
          <a:ln w="0">
            <a:noFill/>
          </a:ln>
        </p:spPr>
        <p:txBody>
          <a:bodyPr wrap="none" lIns="0" tIns="0" rIns="0" bIns="0" anchor="t">
            <a:spAutoFit/>
          </a:bodyPr>
          <a:lstStyle/>
          <a:p>
            <a:r>
              <a:rPr lang="zh-CN" sz="790" b="0" u="none" strike="noStrike">
                <a:solidFill>
                  <a:srgbClr val="99A1AF"/>
                </a:solidFill>
                <a:effectLst/>
                <a:uFillTx/>
                <a:latin typeface="NotoSansJP"/>
                <a:ea typeface="NotoSansJP"/>
              </a:rPr>
              <a:t>高精度な</a:t>
            </a:r>
            <a:r>
              <a:rPr lang="en-US" sz="790" b="0" u="none" strike="noStrike">
                <a:solidFill>
                  <a:srgbClr val="99A1AF"/>
                </a:solidFill>
                <a:effectLst/>
                <a:uFillTx/>
                <a:latin typeface="NotoSansJP"/>
                <a:ea typeface="NotoSansJP"/>
              </a:rPr>
              <a:t>3</a:t>
            </a:r>
            <a:r>
              <a:rPr lang="zh-CN" sz="790" b="0" u="none" strike="noStrike">
                <a:solidFill>
                  <a:srgbClr val="99A1AF"/>
                </a:solidFill>
                <a:effectLst/>
                <a:uFillTx/>
                <a:latin typeface="NotoSansJP"/>
                <a:ea typeface="NotoSansJP"/>
              </a:rPr>
              <a:t>次元情報</a:t>
            </a:r>
            <a:endParaRPr lang="en-US" sz="790" b="0" u="none" strike="noStrike">
              <a:solidFill>
                <a:srgbClr val="000000"/>
              </a:solidFill>
              <a:effectLst/>
              <a:uFillTx/>
              <a:latin typeface="Times New Roman"/>
            </a:endParaRPr>
          </a:p>
        </p:txBody>
      </p:sp>
      <p:sp>
        <p:nvSpPr>
          <p:cNvPr id="360" name="テキスト ボックス 359"/>
          <p:cNvSpPr txBox="1"/>
          <p:nvPr/>
        </p:nvSpPr>
        <p:spPr>
          <a:xfrm>
            <a:off x="4280040" y="3217320"/>
            <a:ext cx="822240" cy="169560"/>
          </a:xfrm>
          <a:prstGeom prst="rect">
            <a:avLst/>
          </a:prstGeom>
          <a:noFill/>
          <a:ln w="0">
            <a:noFill/>
          </a:ln>
        </p:spPr>
        <p:txBody>
          <a:bodyPr wrap="none" lIns="0" tIns="0" rIns="0" bIns="0" anchor="t">
            <a:spAutoFit/>
          </a:bodyPr>
          <a:lstStyle/>
          <a:p>
            <a:r>
              <a:rPr lang="zh-CN" sz="920" b="0" u="none" strike="noStrike">
                <a:solidFill>
                  <a:srgbClr val="FFFFFF"/>
                </a:solidFill>
                <a:effectLst/>
                <a:uFillTx/>
                <a:latin typeface="NotoSansJP"/>
                <a:ea typeface="NotoSansJP"/>
              </a:rPr>
              <a:t>ミリ波レーダー</a:t>
            </a:r>
            <a:endParaRPr lang="en-US" sz="920" b="0" u="none" strike="noStrike">
              <a:solidFill>
                <a:srgbClr val="000000"/>
              </a:solidFill>
              <a:effectLst/>
              <a:uFillTx/>
              <a:latin typeface="Times New Roman"/>
            </a:endParaRPr>
          </a:p>
        </p:txBody>
      </p:sp>
      <p:sp>
        <p:nvSpPr>
          <p:cNvPr id="361" name="テキスト ボックス 360"/>
          <p:cNvSpPr txBox="1"/>
          <p:nvPr/>
        </p:nvSpPr>
        <p:spPr>
          <a:xfrm>
            <a:off x="4238280" y="3375000"/>
            <a:ext cx="906120" cy="146520"/>
          </a:xfrm>
          <a:prstGeom prst="rect">
            <a:avLst/>
          </a:prstGeom>
          <a:noFill/>
          <a:ln w="0">
            <a:noFill/>
          </a:ln>
        </p:spPr>
        <p:txBody>
          <a:bodyPr wrap="none" lIns="0" tIns="0" rIns="0" bIns="0" anchor="t">
            <a:spAutoFit/>
          </a:bodyPr>
          <a:lstStyle/>
          <a:p>
            <a:r>
              <a:rPr lang="zh-CN" sz="790" b="0" u="none" strike="noStrike">
                <a:solidFill>
                  <a:srgbClr val="99A1AF"/>
                </a:solidFill>
                <a:effectLst/>
                <a:uFillTx/>
                <a:latin typeface="NotoSansJP"/>
                <a:ea typeface="NotoSansJP"/>
              </a:rPr>
              <a:t>悪天候でも安定した</a:t>
            </a:r>
            <a:endParaRPr lang="en-US" sz="790" b="0" u="none" strike="noStrike">
              <a:solidFill>
                <a:srgbClr val="000000"/>
              </a:solidFill>
              <a:effectLst/>
              <a:uFillTx/>
              <a:latin typeface="Times New Roman"/>
            </a:endParaRPr>
          </a:p>
        </p:txBody>
      </p:sp>
      <p:sp>
        <p:nvSpPr>
          <p:cNvPr id="362" name="フリーフォーム: 図形 361"/>
          <p:cNvSpPr/>
          <p:nvPr/>
        </p:nvSpPr>
        <p:spPr>
          <a:xfrm>
            <a:off x="4161600" y="1896840"/>
            <a:ext cx="1053000" cy="785880"/>
          </a:xfrm>
          <a:custGeom>
            <a:avLst/>
            <a:gdLst/>
            <a:ahLst/>
            <a:cxnLst/>
            <a:rect l="0" t="0" r="r" b="b"/>
            <a:pathLst>
              <a:path w="2925" h="2183">
                <a:moveTo>
                  <a:pt x="0" y="2020"/>
                </a:moveTo>
                <a:lnTo>
                  <a:pt x="0" y="162"/>
                </a:lnTo>
                <a:cubicBezTo>
                  <a:pt x="0" y="152"/>
                  <a:pt x="1" y="141"/>
                  <a:pt x="3" y="131"/>
                </a:cubicBezTo>
                <a:cubicBezTo>
                  <a:pt x="5" y="120"/>
                  <a:pt x="8" y="110"/>
                  <a:pt x="12" y="100"/>
                </a:cubicBezTo>
                <a:cubicBezTo>
                  <a:pt x="16" y="90"/>
                  <a:pt x="21" y="81"/>
                  <a:pt x="27" y="72"/>
                </a:cubicBezTo>
                <a:cubicBezTo>
                  <a:pt x="33" y="63"/>
                  <a:pt x="40" y="55"/>
                  <a:pt x="47" y="47"/>
                </a:cubicBezTo>
                <a:cubicBezTo>
                  <a:pt x="55" y="40"/>
                  <a:pt x="63" y="33"/>
                  <a:pt x="72" y="27"/>
                </a:cubicBezTo>
                <a:cubicBezTo>
                  <a:pt x="81" y="21"/>
                  <a:pt x="90" y="16"/>
                  <a:pt x="100" y="12"/>
                </a:cubicBezTo>
                <a:cubicBezTo>
                  <a:pt x="110" y="8"/>
                  <a:pt x="120" y="5"/>
                  <a:pt x="130" y="3"/>
                </a:cubicBezTo>
                <a:cubicBezTo>
                  <a:pt x="141" y="1"/>
                  <a:pt x="151" y="0"/>
                  <a:pt x="162" y="0"/>
                </a:cubicBezTo>
                <a:lnTo>
                  <a:pt x="2763" y="0"/>
                </a:lnTo>
                <a:cubicBezTo>
                  <a:pt x="2774" y="0"/>
                  <a:pt x="2784" y="1"/>
                  <a:pt x="2795" y="3"/>
                </a:cubicBezTo>
                <a:cubicBezTo>
                  <a:pt x="2805" y="5"/>
                  <a:pt x="2815" y="8"/>
                  <a:pt x="2825" y="12"/>
                </a:cubicBezTo>
                <a:cubicBezTo>
                  <a:pt x="2835" y="16"/>
                  <a:pt x="2844" y="21"/>
                  <a:pt x="2853" y="27"/>
                </a:cubicBezTo>
                <a:cubicBezTo>
                  <a:pt x="2862" y="33"/>
                  <a:pt x="2870" y="40"/>
                  <a:pt x="2878" y="47"/>
                </a:cubicBezTo>
                <a:cubicBezTo>
                  <a:pt x="2885" y="55"/>
                  <a:pt x="2892" y="63"/>
                  <a:pt x="2898" y="72"/>
                </a:cubicBezTo>
                <a:cubicBezTo>
                  <a:pt x="2904" y="81"/>
                  <a:pt x="2909" y="90"/>
                  <a:pt x="2913" y="100"/>
                </a:cubicBezTo>
                <a:cubicBezTo>
                  <a:pt x="2917" y="110"/>
                  <a:pt x="2920" y="120"/>
                  <a:pt x="2922" y="131"/>
                </a:cubicBezTo>
                <a:cubicBezTo>
                  <a:pt x="2924" y="141"/>
                  <a:pt x="2925" y="152"/>
                  <a:pt x="2925" y="162"/>
                </a:cubicBezTo>
                <a:lnTo>
                  <a:pt x="2925" y="2020"/>
                </a:lnTo>
                <a:cubicBezTo>
                  <a:pt x="2925" y="2031"/>
                  <a:pt x="2924" y="2042"/>
                  <a:pt x="2922" y="2052"/>
                </a:cubicBezTo>
                <a:cubicBezTo>
                  <a:pt x="2920" y="2063"/>
                  <a:pt x="2917" y="2073"/>
                  <a:pt x="2913" y="2083"/>
                </a:cubicBezTo>
                <a:cubicBezTo>
                  <a:pt x="2909" y="2092"/>
                  <a:pt x="2904" y="2102"/>
                  <a:pt x="2898" y="2111"/>
                </a:cubicBezTo>
                <a:cubicBezTo>
                  <a:pt x="2892" y="2120"/>
                  <a:pt x="2885" y="2128"/>
                  <a:pt x="2878" y="2135"/>
                </a:cubicBezTo>
                <a:cubicBezTo>
                  <a:pt x="2870" y="2143"/>
                  <a:pt x="2862" y="2150"/>
                  <a:pt x="2853" y="2156"/>
                </a:cubicBezTo>
                <a:cubicBezTo>
                  <a:pt x="2844" y="2161"/>
                  <a:pt x="2835" y="2166"/>
                  <a:pt x="2825" y="2171"/>
                </a:cubicBezTo>
                <a:cubicBezTo>
                  <a:pt x="2815" y="2175"/>
                  <a:pt x="2805" y="2178"/>
                  <a:pt x="2795" y="2180"/>
                </a:cubicBezTo>
                <a:cubicBezTo>
                  <a:pt x="2784" y="2182"/>
                  <a:pt x="2774" y="2183"/>
                  <a:pt x="2763" y="2183"/>
                </a:cubicBezTo>
                <a:lnTo>
                  <a:pt x="162" y="2183"/>
                </a:lnTo>
                <a:cubicBezTo>
                  <a:pt x="151" y="2183"/>
                  <a:pt x="141" y="2182"/>
                  <a:pt x="130" y="2180"/>
                </a:cubicBezTo>
                <a:cubicBezTo>
                  <a:pt x="120" y="2178"/>
                  <a:pt x="110" y="2175"/>
                  <a:pt x="100" y="2171"/>
                </a:cubicBezTo>
                <a:cubicBezTo>
                  <a:pt x="90" y="2166"/>
                  <a:pt x="81" y="2161"/>
                  <a:pt x="72" y="2156"/>
                </a:cubicBezTo>
                <a:cubicBezTo>
                  <a:pt x="63" y="2150"/>
                  <a:pt x="55" y="2143"/>
                  <a:pt x="47" y="2135"/>
                </a:cubicBezTo>
                <a:cubicBezTo>
                  <a:pt x="40" y="2128"/>
                  <a:pt x="33" y="2120"/>
                  <a:pt x="27" y="2111"/>
                </a:cubicBezTo>
                <a:cubicBezTo>
                  <a:pt x="21" y="2102"/>
                  <a:pt x="16" y="2092"/>
                  <a:pt x="12" y="2083"/>
                </a:cubicBezTo>
                <a:cubicBezTo>
                  <a:pt x="8" y="2073"/>
                  <a:pt x="5" y="2063"/>
                  <a:pt x="3" y="2052"/>
                </a:cubicBezTo>
                <a:cubicBezTo>
                  <a:pt x="1" y="2042"/>
                  <a:pt x="0" y="2031"/>
                  <a:pt x="0" y="2020"/>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63" name="フリーフォーム: 図形 362"/>
          <p:cNvSpPr/>
          <p:nvPr/>
        </p:nvSpPr>
        <p:spPr>
          <a:xfrm>
            <a:off x="4161600" y="1896840"/>
            <a:ext cx="1053000" cy="785880"/>
          </a:xfrm>
          <a:custGeom>
            <a:avLst/>
            <a:gdLst/>
            <a:ahLst/>
            <a:cxnLst/>
            <a:rect l="0" t="0" r="r" b="b"/>
            <a:pathLst>
              <a:path w="2925" h="2183" fill="none">
                <a:moveTo>
                  <a:pt x="0" y="2020"/>
                </a:moveTo>
                <a:lnTo>
                  <a:pt x="0" y="162"/>
                </a:lnTo>
                <a:cubicBezTo>
                  <a:pt x="0" y="152"/>
                  <a:pt x="1" y="141"/>
                  <a:pt x="3" y="131"/>
                </a:cubicBezTo>
                <a:cubicBezTo>
                  <a:pt x="5" y="120"/>
                  <a:pt x="8" y="110"/>
                  <a:pt x="12" y="100"/>
                </a:cubicBezTo>
                <a:cubicBezTo>
                  <a:pt x="16" y="90"/>
                  <a:pt x="21" y="81"/>
                  <a:pt x="27" y="72"/>
                </a:cubicBezTo>
                <a:cubicBezTo>
                  <a:pt x="33" y="63"/>
                  <a:pt x="40" y="55"/>
                  <a:pt x="47" y="47"/>
                </a:cubicBezTo>
                <a:cubicBezTo>
                  <a:pt x="55" y="40"/>
                  <a:pt x="63" y="33"/>
                  <a:pt x="72" y="27"/>
                </a:cubicBezTo>
                <a:cubicBezTo>
                  <a:pt x="81" y="21"/>
                  <a:pt x="90" y="16"/>
                  <a:pt x="100" y="12"/>
                </a:cubicBezTo>
                <a:cubicBezTo>
                  <a:pt x="110" y="8"/>
                  <a:pt x="120" y="5"/>
                  <a:pt x="130" y="3"/>
                </a:cubicBezTo>
                <a:cubicBezTo>
                  <a:pt x="141" y="1"/>
                  <a:pt x="151" y="0"/>
                  <a:pt x="162" y="0"/>
                </a:cubicBezTo>
                <a:lnTo>
                  <a:pt x="2763" y="0"/>
                </a:lnTo>
                <a:cubicBezTo>
                  <a:pt x="2774" y="0"/>
                  <a:pt x="2784" y="1"/>
                  <a:pt x="2795" y="3"/>
                </a:cubicBezTo>
                <a:cubicBezTo>
                  <a:pt x="2805" y="5"/>
                  <a:pt x="2815" y="8"/>
                  <a:pt x="2825" y="12"/>
                </a:cubicBezTo>
                <a:cubicBezTo>
                  <a:pt x="2835" y="16"/>
                  <a:pt x="2844" y="21"/>
                  <a:pt x="2853" y="27"/>
                </a:cubicBezTo>
                <a:cubicBezTo>
                  <a:pt x="2862" y="33"/>
                  <a:pt x="2870" y="40"/>
                  <a:pt x="2878" y="47"/>
                </a:cubicBezTo>
                <a:cubicBezTo>
                  <a:pt x="2885" y="55"/>
                  <a:pt x="2892" y="63"/>
                  <a:pt x="2898" y="72"/>
                </a:cubicBezTo>
                <a:cubicBezTo>
                  <a:pt x="2904" y="81"/>
                  <a:pt x="2909" y="90"/>
                  <a:pt x="2913" y="100"/>
                </a:cubicBezTo>
                <a:cubicBezTo>
                  <a:pt x="2917" y="110"/>
                  <a:pt x="2920" y="120"/>
                  <a:pt x="2922" y="131"/>
                </a:cubicBezTo>
                <a:cubicBezTo>
                  <a:pt x="2924" y="141"/>
                  <a:pt x="2925" y="152"/>
                  <a:pt x="2925" y="162"/>
                </a:cubicBezTo>
                <a:lnTo>
                  <a:pt x="2925" y="2020"/>
                </a:lnTo>
                <a:cubicBezTo>
                  <a:pt x="2925" y="2031"/>
                  <a:pt x="2924" y="2042"/>
                  <a:pt x="2922" y="2052"/>
                </a:cubicBezTo>
                <a:cubicBezTo>
                  <a:pt x="2920" y="2063"/>
                  <a:pt x="2917" y="2073"/>
                  <a:pt x="2913" y="2083"/>
                </a:cubicBezTo>
                <a:cubicBezTo>
                  <a:pt x="2909" y="2092"/>
                  <a:pt x="2904" y="2102"/>
                  <a:pt x="2898" y="2111"/>
                </a:cubicBezTo>
                <a:cubicBezTo>
                  <a:pt x="2892" y="2120"/>
                  <a:pt x="2885" y="2128"/>
                  <a:pt x="2878" y="2135"/>
                </a:cubicBezTo>
                <a:cubicBezTo>
                  <a:pt x="2870" y="2143"/>
                  <a:pt x="2862" y="2150"/>
                  <a:pt x="2853" y="2156"/>
                </a:cubicBezTo>
                <a:cubicBezTo>
                  <a:pt x="2844" y="2161"/>
                  <a:pt x="2835" y="2166"/>
                  <a:pt x="2825" y="2171"/>
                </a:cubicBezTo>
                <a:cubicBezTo>
                  <a:pt x="2815" y="2175"/>
                  <a:pt x="2805" y="2178"/>
                  <a:pt x="2795" y="2180"/>
                </a:cubicBezTo>
                <a:cubicBezTo>
                  <a:pt x="2784" y="2182"/>
                  <a:pt x="2774" y="2183"/>
                  <a:pt x="2763" y="2183"/>
                </a:cubicBezTo>
                <a:lnTo>
                  <a:pt x="162" y="2183"/>
                </a:lnTo>
                <a:cubicBezTo>
                  <a:pt x="151" y="2183"/>
                  <a:pt x="141" y="2182"/>
                  <a:pt x="130" y="2180"/>
                </a:cubicBezTo>
                <a:cubicBezTo>
                  <a:pt x="120" y="2178"/>
                  <a:pt x="110" y="2175"/>
                  <a:pt x="100" y="2171"/>
                </a:cubicBezTo>
                <a:cubicBezTo>
                  <a:pt x="90" y="2166"/>
                  <a:pt x="81" y="2161"/>
                  <a:pt x="72" y="2156"/>
                </a:cubicBezTo>
                <a:cubicBezTo>
                  <a:pt x="63" y="2150"/>
                  <a:pt x="55" y="2143"/>
                  <a:pt x="47" y="2135"/>
                </a:cubicBezTo>
                <a:cubicBezTo>
                  <a:pt x="40" y="2128"/>
                  <a:pt x="33" y="2120"/>
                  <a:pt x="27" y="2111"/>
                </a:cubicBezTo>
                <a:cubicBezTo>
                  <a:pt x="21" y="2102"/>
                  <a:pt x="16" y="2092"/>
                  <a:pt x="12" y="2083"/>
                </a:cubicBezTo>
                <a:cubicBezTo>
                  <a:pt x="8" y="2073"/>
                  <a:pt x="5" y="2063"/>
                  <a:pt x="3" y="2052"/>
                </a:cubicBezTo>
                <a:cubicBezTo>
                  <a:pt x="1" y="2042"/>
                  <a:pt x="0" y="2031"/>
                  <a:pt x="0" y="2020"/>
                </a:cubicBezTo>
              </a:path>
            </a:pathLst>
          </a:custGeom>
          <a:ln w="16560">
            <a:solidFill>
              <a:srgbClr val="C0C0C0"/>
            </a:solidFill>
            <a:miter/>
          </a:ln>
        </p:spPr>
        <p:txBody>
          <a:bodyPr lIns="8280" tIns="8280" rIns="8280" bIns="8280" anchor="t">
            <a:noAutofit/>
          </a:bodyPr>
          <a:lstStyle/>
          <a:p>
            <a:endParaRPr lang="en-US" sz="2400" b="0" u="none" strike="noStrike">
              <a:solidFill>
                <a:srgbClr val="000000"/>
              </a:solidFill>
              <a:effectLst/>
              <a:uFillTx/>
              <a:latin typeface="Times New Roman"/>
            </a:endParaRPr>
          </a:p>
        </p:txBody>
      </p:sp>
      <p:pic>
        <p:nvPicPr>
          <p:cNvPr id="364" name="図 363"/>
          <p:cNvPicPr/>
          <p:nvPr/>
        </p:nvPicPr>
        <p:blipFill>
          <a:blip r:embed="rId14"/>
          <a:stretch/>
        </p:blipFill>
        <p:spPr>
          <a:xfrm>
            <a:off x="4562640" y="2022480"/>
            <a:ext cx="250200" cy="200160"/>
          </a:xfrm>
          <a:prstGeom prst="rect">
            <a:avLst/>
          </a:prstGeom>
          <a:noFill/>
          <a:ln w="0">
            <a:noFill/>
          </a:ln>
        </p:spPr>
      </p:pic>
      <p:sp>
        <p:nvSpPr>
          <p:cNvPr id="365" name="テキスト ボックス 364"/>
          <p:cNvSpPr txBox="1"/>
          <p:nvPr/>
        </p:nvSpPr>
        <p:spPr>
          <a:xfrm>
            <a:off x="4589280" y="3508560"/>
            <a:ext cx="201960" cy="146520"/>
          </a:xfrm>
          <a:prstGeom prst="rect">
            <a:avLst/>
          </a:prstGeom>
          <a:noFill/>
          <a:ln w="0">
            <a:noFill/>
          </a:ln>
        </p:spPr>
        <p:txBody>
          <a:bodyPr wrap="none" lIns="0" tIns="0" rIns="0" bIns="0" anchor="t">
            <a:spAutoFit/>
          </a:bodyPr>
          <a:lstStyle/>
          <a:p>
            <a:r>
              <a:rPr lang="zh-CN" sz="790" b="0" u="none" strike="noStrike">
                <a:solidFill>
                  <a:srgbClr val="99A1AF"/>
                </a:solidFill>
                <a:effectLst/>
                <a:uFillTx/>
                <a:latin typeface="NotoSansJP"/>
                <a:ea typeface="NotoSansJP"/>
              </a:rPr>
              <a:t>検知</a:t>
            </a:r>
            <a:endParaRPr lang="en-US" sz="790" b="0" u="none" strike="noStrike">
              <a:solidFill>
                <a:srgbClr val="000000"/>
              </a:solidFill>
              <a:effectLst/>
              <a:uFillTx/>
              <a:latin typeface="Times New Roman"/>
            </a:endParaRPr>
          </a:p>
        </p:txBody>
      </p:sp>
      <p:sp>
        <p:nvSpPr>
          <p:cNvPr id="366" name="テキスト ボックス 365"/>
          <p:cNvSpPr txBox="1"/>
          <p:nvPr/>
        </p:nvSpPr>
        <p:spPr>
          <a:xfrm>
            <a:off x="4280040" y="2281320"/>
            <a:ext cx="822240" cy="169560"/>
          </a:xfrm>
          <a:prstGeom prst="rect">
            <a:avLst/>
          </a:prstGeom>
          <a:noFill/>
          <a:ln w="0">
            <a:noFill/>
          </a:ln>
        </p:spPr>
        <p:txBody>
          <a:bodyPr wrap="none" lIns="0" tIns="0" rIns="0" bIns="0" anchor="t">
            <a:spAutoFit/>
          </a:bodyPr>
          <a:lstStyle/>
          <a:p>
            <a:r>
              <a:rPr lang="zh-CN" sz="920" b="0" u="none" strike="noStrike">
                <a:solidFill>
                  <a:srgbClr val="FFFFFF"/>
                </a:solidFill>
                <a:effectLst/>
                <a:uFillTx/>
                <a:latin typeface="NotoSansJP"/>
                <a:ea typeface="NotoSansJP"/>
              </a:rPr>
              <a:t>超音波センサー</a:t>
            </a:r>
            <a:endParaRPr lang="en-US" sz="920" b="0" u="none" strike="noStrike">
              <a:solidFill>
                <a:srgbClr val="000000"/>
              </a:solidFill>
              <a:effectLst/>
              <a:uFillTx/>
              <a:latin typeface="Times New Roman"/>
            </a:endParaRPr>
          </a:p>
        </p:txBody>
      </p:sp>
      <p:sp>
        <p:nvSpPr>
          <p:cNvPr id="367" name="フリーフォーム: 図形 366"/>
          <p:cNvSpPr/>
          <p:nvPr/>
        </p:nvSpPr>
        <p:spPr>
          <a:xfrm>
            <a:off x="5122440" y="1587600"/>
            <a:ext cx="1053360" cy="785880"/>
          </a:xfrm>
          <a:custGeom>
            <a:avLst/>
            <a:gdLst/>
            <a:ahLst/>
            <a:cxnLst/>
            <a:rect l="0" t="0" r="r" b="b"/>
            <a:pathLst>
              <a:path w="2926" h="2183">
                <a:moveTo>
                  <a:pt x="0" y="2021"/>
                </a:moveTo>
                <a:lnTo>
                  <a:pt x="0" y="162"/>
                </a:lnTo>
                <a:cubicBezTo>
                  <a:pt x="0" y="152"/>
                  <a:pt x="1" y="141"/>
                  <a:pt x="3" y="131"/>
                </a:cubicBezTo>
                <a:cubicBezTo>
                  <a:pt x="5" y="120"/>
                  <a:pt x="8" y="110"/>
                  <a:pt x="12" y="100"/>
                </a:cubicBezTo>
                <a:cubicBezTo>
                  <a:pt x="17" y="90"/>
                  <a:pt x="22" y="81"/>
                  <a:pt x="27" y="72"/>
                </a:cubicBezTo>
                <a:cubicBezTo>
                  <a:pt x="33" y="63"/>
                  <a:pt x="40" y="55"/>
                  <a:pt x="48" y="48"/>
                </a:cubicBezTo>
                <a:cubicBezTo>
                  <a:pt x="55" y="40"/>
                  <a:pt x="63" y="33"/>
                  <a:pt x="72" y="27"/>
                </a:cubicBezTo>
                <a:cubicBezTo>
                  <a:pt x="81" y="21"/>
                  <a:pt x="91" y="16"/>
                  <a:pt x="100" y="12"/>
                </a:cubicBezTo>
                <a:cubicBezTo>
                  <a:pt x="110" y="8"/>
                  <a:pt x="120" y="5"/>
                  <a:pt x="131" y="3"/>
                </a:cubicBezTo>
                <a:cubicBezTo>
                  <a:pt x="141" y="1"/>
                  <a:pt x="152" y="0"/>
                  <a:pt x="163" y="0"/>
                </a:cubicBezTo>
                <a:lnTo>
                  <a:pt x="2763" y="0"/>
                </a:lnTo>
                <a:cubicBezTo>
                  <a:pt x="2774" y="0"/>
                  <a:pt x="2785" y="1"/>
                  <a:pt x="2795" y="3"/>
                </a:cubicBezTo>
                <a:cubicBezTo>
                  <a:pt x="2806" y="5"/>
                  <a:pt x="2816" y="8"/>
                  <a:pt x="2826" y="12"/>
                </a:cubicBezTo>
                <a:cubicBezTo>
                  <a:pt x="2835" y="16"/>
                  <a:pt x="2845" y="21"/>
                  <a:pt x="2854" y="27"/>
                </a:cubicBezTo>
                <a:cubicBezTo>
                  <a:pt x="2863" y="33"/>
                  <a:pt x="2871" y="40"/>
                  <a:pt x="2878" y="48"/>
                </a:cubicBezTo>
                <a:cubicBezTo>
                  <a:pt x="2886" y="55"/>
                  <a:pt x="2893" y="63"/>
                  <a:pt x="2899" y="72"/>
                </a:cubicBezTo>
                <a:cubicBezTo>
                  <a:pt x="2904" y="81"/>
                  <a:pt x="2909" y="90"/>
                  <a:pt x="2914" y="100"/>
                </a:cubicBezTo>
                <a:cubicBezTo>
                  <a:pt x="2918" y="110"/>
                  <a:pt x="2921" y="120"/>
                  <a:pt x="2923" y="131"/>
                </a:cubicBezTo>
                <a:cubicBezTo>
                  <a:pt x="2925" y="141"/>
                  <a:pt x="2926" y="152"/>
                  <a:pt x="2926" y="162"/>
                </a:cubicBezTo>
                <a:lnTo>
                  <a:pt x="2926" y="2021"/>
                </a:lnTo>
                <a:cubicBezTo>
                  <a:pt x="2926" y="2031"/>
                  <a:pt x="2925" y="2042"/>
                  <a:pt x="2923" y="2052"/>
                </a:cubicBezTo>
                <a:cubicBezTo>
                  <a:pt x="2921" y="2063"/>
                  <a:pt x="2918" y="2073"/>
                  <a:pt x="2914" y="2083"/>
                </a:cubicBezTo>
                <a:cubicBezTo>
                  <a:pt x="2909" y="2093"/>
                  <a:pt x="2904" y="2102"/>
                  <a:pt x="2899" y="2111"/>
                </a:cubicBezTo>
                <a:cubicBezTo>
                  <a:pt x="2893" y="2120"/>
                  <a:pt x="2886" y="2128"/>
                  <a:pt x="2878" y="2135"/>
                </a:cubicBezTo>
                <a:cubicBezTo>
                  <a:pt x="2871" y="2143"/>
                  <a:pt x="2863" y="2150"/>
                  <a:pt x="2854" y="2156"/>
                </a:cubicBezTo>
                <a:cubicBezTo>
                  <a:pt x="2845" y="2162"/>
                  <a:pt x="2835" y="2167"/>
                  <a:pt x="2826" y="2171"/>
                </a:cubicBezTo>
                <a:cubicBezTo>
                  <a:pt x="2816" y="2175"/>
                  <a:pt x="2806" y="2178"/>
                  <a:pt x="2795" y="2180"/>
                </a:cubicBezTo>
                <a:cubicBezTo>
                  <a:pt x="2785" y="2182"/>
                  <a:pt x="2774" y="2183"/>
                  <a:pt x="2763" y="2183"/>
                </a:cubicBezTo>
                <a:lnTo>
                  <a:pt x="163" y="2183"/>
                </a:lnTo>
                <a:cubicBezTo>
                  <a:pt x="152" y="2183"/>
                  <a:pt x="141" y="2182"/>
                  <a:pt x="131" y="2180"/>
                </a:cubicBezTo>
                <a:cubicBezTo>
                  <a:pt x="120" y="2178"/>
                  <a:pt x="110" y="2175"/>
                  <a:pt x="100" y="2171"/>
                </a:cubicBezTo>
                <a:cubicBezTo>
                  <a:pt x="91" y="2167"/>
                  <a:pt x="81" y="2162"/>
                  <a:pt x="72" y="2156"/>
                </a:cubicBezTo>
                <a:cubicBezTo>
                  <a:pt x="63" y="2150"/>
                  <a:pt x="55" y="2143"/>
                  <a:pt x="48" y="2135"/>
                </a:cubicBezTo>
                <a:cubicBezTo>
                  <a:pt x="40" y="2128"/>
                  <a:pt x="33" y="2120"/>
                  <a:pt x="27" y="2111"/>
                </a:cubicBezTo>
                <a:cubicBezTo>
                  <a:pt x="22" y="2102"/>
                  <a:pt x="17" y="2093"/>
                  <a:pt x="12" y="2083"/>
                </a:cubicBezTo>
                <a:cubicBezTo>
                  <a:pt x="8" y="2073"/>
                  <a:pt x="5" y="2063"/>
                  <a:pt x="3" y="2052"/>
                </a:cubicBezTo>
                <a:cubicBezTo>
                  <a:pt x="1" y="2042"/>
                  <a:pt x="0" y="2031"/>
                  <a:pt x="0" y="2021"/>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68" name="フリーフォーム: 図形 367"/>
          <p:cNvSpPr/>
          <p:nvPr/>
        </p:nvSpPr>
        <p:spPr>
          <a:xfrm>
            <a:off x="5122440" y="1587600"/>
            <a:ext cx="1053360" cy="785880"/>
          </a:xfrm>
          <a:custGeom>
            <a:avLst/>
            <a:gdLst/>
            <a:ahLst/>
            <a:cxnLst/>
            <a:rect l="0" t="0" r="r" b="b"/>
            <a:pathLst>
              <a:path w="2926" h="2183" fill="none">
                <a:moveTo>
                  <a:pt x="0" y="2021"/>
                </a:moveTo>
                <a:lnTo>
                  <a:pt x="0" y="162"/>
                </a:lnTo>
                <a:cubicBezTo>
                  <a:pt x="0" y="152"/>
                  <a:pt x="1" y="141"/>
                  <a:pt x="3" y="131"/>
                </a:cubicBezTo>
                <a:cubicBezTo>
                  <a:pt x="5" y="120"/>
                  <a:pt x="8" y="110"/>
                  <a:pt x="12" y="100"/>
                </a:cubicBezTo>
                <a:cubicBezTo>
                  <a:pt x="17" y="90"/>
                  <a:pt x="22" y="81"/>
                  <a:pt x="27" y="72"/>
                </a:cubicBezTo>
                <a:cubicBezTo>
                  <a:pt x="33" y="63"/>
                  <a:pt x="40" y="55"/>
                  <a:pt x="48" y="48"/>
                </a:cubicBezTo>
                <a:cubicBezTo>
                  <a:pt x="55" y="40"/>
                  <a:pt x="63" y="33"/>
                  <a:pt x="72" y="27"/>
                </a:cubicBezTo>
                <a:cubicBezTo>
                  <a:pt x="81" y="21"/>
                  <a:pt x="91" y="16"/>
                  <a:pt x="100" y="12"/>
                </a:cubicBezTo>
                <a:cubicBezTo>
                  <a:pt x="110" y="8"/>
                  <a:pt x="120" y="5"/>
                  <a:pt x="131" y="3"/>
                </a:cubicBezTo>
                <a:cubicBezTo>
                  <a:pt x="141" y="1"/>
                  <a:pt x="152" y="0"/>
                  <a:pt x="163" y="0"/>
                </a:cubicBezTo>
                <a:lnTo>
                  <a:pt x="2763" y="0"/>
                </a:lnTo>
                <a:cubicBezTo>
                  <a:pt x="2774" y="0"/>
                  <a:pt x="2785" y="1"/>
                  <a:pt x="2795" y="3"/>
                </a:cubicBezTo>
                <a:cubicBezTo>
                  <a:pt x="2806" y="5"/>
                  <a:pt x="2816" y="8"/>
                  <a:pt x="2826" y="12"/>
                </a:cubicBezTo>
                <a:cubicBezTo>
                  <a:pt x="2835" y="16"/>
                  <a:pt x="2845" y="21"/>
                  <a:pt x="2854" y="27"/>
                </a:cubicBezTo>
                <a:cubicBezTo>
                  <a:pt x="2863" y="33"/>
                  <a:pt x="2871" y="40"/>
                  <a:pt x="2878" y="48"/>
                </a:cubicBezTo>
                <a:cubicBezTo>
                  <a:pt x="2886" y="55"/>
                  <a:pt x="2893" y="63"/>
                  <a:pt x="2899" y="72"/>
                </a:cubicBezTo>
                <a:cubicBezTo>
                  <a:pt x="2904" y="81"/>
                  <a:pt x="2909" y="90"/>
                  <a:pt x="2914" y="100"/>
                </a:cubicBezTo>
                <a:cubicBezTo>
                  <a:pt x="2918" y="110"/>
                  <a:pt x="2921" y="120"/>
                  <a:pt x="2923" y="131"/>
                </a:cubicBezTo>
                <a:cubicBezTo>
                  <a:pt x="2925" y="141"/>
                  <a:pt x="2926" y="152"/>
                  <a:pt x="2926" y="162"/>
                </a:cubicBezTo>
                <a:lnTo>
                  <a:pt x="2926" y="2021"/>
                </a:lnTo>
                <a:cubicBezTo>
                  <a:pt x="2926" y="2031"/>
                  <a:pt x="2925" y="2042"/>
                  <a:pt x="2923" y="2052"/>
                </a:cubicBezTo>
                <a:cubicBezTo>
                  <a:pt x="2921" y="2063"/>
                  <a:pt x="2918" y="2073"/>
                  <a:pt x="2914" y="2083"/>
                </a:cubicBezTo>
                <a:cubicBezTo>
                  <a:pt x="2909" y="2093"/>
                  <a:pt x="2904" y="2102"/>
                  <a:pt x="2899" y="2111"/>
                </a:cubicBezTo>
                <a:cubicBezTo>
                  <a:pt x="2893" y="2120"/>
                  <a:pt x="2886" y="2128"/>
                  <a:pt x="2878" y="2135"/>
                </a:cubicBezTo>
                <a:cubicBezTo>
                  <a:pt x="2871" y="2143"/>
                  <a:pt x="2863" y="2150"/>
                  <a:pt x="2854" y="2156"/>
                </a:cubicBezTo>
                <a:cubicBezTo>
                  <a:pt x="2845" y="2162"/>
                  <a:pt x="2835" y="2167"/>
                  <a:pt x="2826" y="2171"/>
                </a:cubicBezTo>
                <a:cubicBezTo>
                  <a:pt x="2816" y="2175"/>
                  <a:pt x="2806" y="2178"/>
                  <a:pt x="2795" y="2180"/>
                </a:cubicBezTo>
                <a:cubicBezTo>
                  <a:pt x="2785" y="2182"/>
                  <a:pt x="2774" y="2183"/>
                  <a:pt x="2763" y="2183"/>
                </a:cubicBezTo>
                <a:lnTo>
                  <a:pt x="163" y="2183"/>
                </a:lnTo>
                <a:cubicBezTo>
                  <a:pt x="152" y="2183"/>
                  <a:pt x="141" y="2182"/>
                  <a:pt x="131" y="2180"/>
                </a:cubicBezTo>
                <a:cubicBezTo>
                  <a:pt x="120" y="2178"/>
                  <a:pt x="110" y="2175"/>
                  <a:pt x="100" y="2171"/>
                </a:cubicBezTo>
                <a:cubicBezTo>
                  <a:pt x="91" y="2167"/>
                  <a:pt x="81" y="2162"/>
                  <a:pt x="72" y="2156"/>
                </a:cubicBezTo>
                <a:cubicBezTo>
                  <a:pt x="63" y="2150"/>
                  <a:pt x="55" y="2143"/>
                  <a:pt x="48" y="2135"/>
                </a:cubicBezTo>
                <a:cubicBezTo>
                  <a:pt x="40" y="2128"/>
                  <a:pt x="33" y="2120"/>
                  <a:pt x="27" y="2111"/>
                </a:cubicBezTo>
                <a:cubicBezTo>
                  <a:pt x="22" y="2102"/>
                  <a:pt x="17" y="2093"/>
                  <a:pt x="12" y="2083"/>
                </a:cubicBezTo>
                <a:cubicBezTo>
                  <a:pt x="8" y="2073"/>
                  <a:pt x="5" y="2063"/>
                  <a:pt x="3" y="2052"/>
                </a:cubicBezTo>
                <a:cubicBezTo>
                  <a:pt x="1" y="2042"/>
                  <a:pt x="0" y="2031"/>
                  <a:pt x="0" y="2021"/>
                </a:cubicBezTo>
              </a:path>
            </a:pathLst>
          </a:custGeom>
          <a:ln w="16560">
            <a:solidFill>
              <a:srgbClr val="C0C0C0"/>
            </a:solidFill>
            <a:miter/>
          </a:ln>
        </p:spPr>
        <p:txBody>
          <a:bodyPr lIns="8280" tIns="8280" rIns="8280" bIns="8280" anchor="t">
            <a:noAutofit/>
          </a:bodyPr>
          <a:lstStyle/>
          <a:p>
            <a:endParaRPr lang="en-US" sz="2400" b="0" u="none" strike="noStrike">
              <a:solidFill>
                <a:srgbClr val="000000"/>
              </a:solidFill>
              <a:effectLst/>
              <a:uFillTx/>
              <a:latin typeface="Times New Roman"/>
            </a:endParaRPr>
          </a:p>
        </p:txBody>
      </p:sp>
      <p:pic>
        <p:nvPicPr>
          <p:cNvPr id="369" name="図 368"/>
          <p:cNvPicPr/>
          <p:nvPr/>
        </p:nvPicPr>
        <p:blipFill>
          <a:blip r:embed="rId15"/>
          <a:stretch/>
        </p:blipFill>
        <p:spPr>
          <a:xfrm>
            <a:off x="5548680" y="1713240"/>
            <a:ext cx="200160" cy="200160"/>
          </a:xfrm>
          <a:prstGeom prst="rect">
            <a:avLst/>
          </a:prstGeom>
          <a:noFill/>
          <a:ln w="0">
            <a:noFill/>
          </a:ln>
        </p:spPr>
      </p:pic>
      <p:sp>
        <p:nvSpPr>
          <p:cNvPr id="370" name="テキスト ボックス 369"/>
          <p:cNvSpPr txBox="1"/>
          <p:nvPr/>
        </p:nvSpPr>
        <p:spPr>
          <a:xfrm>
            <a:off x="4238280" y="2439000"/>
            <a:ext cx="906120" cy="146520"/>
          </a:xfrm>
          <a:prstGeom prst="rect">
            <a:avLst/>
          </a:prstGeom>
          <a:noFill/>
          <a:ln w="0">
            <a:noFill/>
          </a:ln>
        </p:spPr>
        <p:txBody>
          <a:bodyPr wrap="none" lIns="0" tIns="0" rIns="0" bIns="0" anchor="t">
            <a:spAutoFit/>
          </a:bodyPr>
          <a:lstStyle/>
          <a:p>
            <a:r>
              <a:rPr lang="zh-CN" sz="790" b="0" u="none" strike="noStrike">
                <a:solidFill>
                  <a:srgbClr val="99A1AF"/>
                </a:solidFill>
                <a:effectLst/>
                <a:uFillTx/>
                <a:latin typeface="NotoSansJP"/>
                <a:ea typeface="NotoSansJP"/>
              </a:rPr>
              <a:t>近距離の障害物検知</a:t>
            </a:r>
            <a:endParaRPr lang="en-US" sz="790" b="0" u="none" strike="noStrike">
              <a:solidFill>
                <a:srgbClr val="000000"/>
              </a:solidFill>
              <a:effectLst/>
              <a:uFillTx/>
              <a:latin typeface="Times New Roman"/>
            </a:endParaRPr>
          </a:p>
        </p:txBody>
      </p:sp>
      <p:sp>
        <p:nvSpPr>
          <p:cNvPr id="371" name="テキスト ボックス 370"/>
          <p:cNvSpPr txBox="1"/>
          <p:nvPr/>
        </p:nvSpPr>
        <p:spPr>
          <a:xfrm>
            <a:off x="5236560" y="1972080"/>
            <a:ext cx="822240" cy="169560"/>
          </a:xfrm>
          <a:prstGeom prst="rect">
            <a:avLst/>
          </a:prstGeom>
          <a:noFill/>
          <a:ln w="0">
            <a:noFill/>
          </a:ln>
        </p:spPr>
        <p:txBody>
          <a:bodyPr wrap="none" lIns="0" tIns="0" rIns="0" bIns="0" anchor="t">
            <a:spAutoFit/>
          </a:bodyPr>
          <a:lstStyle/>
          <a:p>
            <a:r>
              <a:rPr lang="zh-CN" sz="920" b="0" u="none" strike="noStrike">
                <a:solidFill>
                  <a:srgbClr val="FFFFFF"/>
                </a:solidFill>
                <a:effectLst/>
                <a:uFillTx/>
                <a:latin typeface="NotoSansJP"/>
                <a:ea typeface="NotoSansJP"/>
              </a:rPr>
              <a:t>赤外線センサー</a:t>
            </a:r>
            <a:endParaRPr lang="en-US" sz="920" b="0" u="none" strike="noStrike">
              <a:solidFill>
                <a:srgbClr val="000000"/>
              </a:solidFill>
              <a:effectLst/>
              <a:uFillTx/>
              <a:latin typeface="Times New Roman"/>
            </a:endParaRPr>
          </a:p>
        </p:txBody>
      </p:sp>
      <p:pic>
        <p:nvPicPr>
          <p:cNvPr id="372" name="図 371"/>
          <p:cNvPicPr/>
          <p:nvPr/>
        </p:nvPicPr>
        <p:blipFill>
          <a:blip r:embed="rId16"/>
          <a:stretch/>
        </p:blipFill>
        <p:spPr>
          <a:xfrm>
            <a:off x="0" y="6418080"/>
            <a:ext cx="7133400" cy="33120"/>
          </a:xfrm>
          <a:prstGeom prst="rect">
            <a:avLst/>
          </a:prstGeom>
          <a:noFill/>
          <a:ln w="0">
            <a:noFill/>
          </a:ln>
        </p:spPr>
      </p:pic>
      <p:pic>
        <p:nvPicPr>
          <p:cNvPr id="373" name="図 372"/>
          <p:cNvPicPr/>
          <p:nvPr/>
        </p:nvPicPr>
        <p:blipFill>
          <a:blip r:embed="rId17"/>
          <a:stretch/>
        </p:blipFill>
        <p:spPr>
          <a:xfrm>
            <a:off x="9760680" y="2139480"/>
            <a:ext cx="534600" cy="534600"/>
          </a:xfrm>
          <a:prstGeom prst="rect">
            <a:avLst/>
          </a:prstGeom>
          <a:noFill/>
          <a:ln w="0">
            <a:noFill/>
          </a:ln>
        </p:spPr>
      </p:pic>
      <p:pic>
        <p:nvPicPr>
          <p:cNvPr id="374" name="図 373"/>
          <p:cNvPicPr/>
          <p:nvPr/>
        </p:nvPicPr>
        <p:blipFill>
          <a:blip r:embed="rId18"/>
          <a:stretch/>
        </p:blipFill>
        <p:spPr>
          <a:xfrm>
            <a:off x="802080" y="5114160"/>
            <a:ext cx="267120" cy="267120"/>
          </a:xfrm>
          <a:prstGeom prst="rect">
            <a:avLst/>
          </a:prstGeom>
          <a:noFill/>
          <a:ln w="0">
            <a:noFill/>
          </a:ln>
        </p:spPr>
      </p:pic>
      <p:pic>
        <p:nvPicPr>
          <p:cNvPr id="375" name="図 374"/>
          <p:cNvPicPr/>
          <p:nvPr/>
        </p:nvPicPr>
        <p:blipFill>
          <a:blip r:embed="rId19"/>
          <a:stretch/>
        </p:blipFill>
        <p:spPr>
          <a:xfrm>
            <a:off x="4713120" y="2172600"/>
            <a:ext cx="1269720" cy="1269720"/>
          </a:xfrm>
          <a:prstGeom prst="rect">
            <a:avLst/>
          </a:prstGeom>
          <a:noFill/>
          <a:ln w="0">
            <a:noFill/>
          </a:ln>
        </p:spPr>
      </p:pic>
      <p:sp>
        <p:nvSpPr>
          <p:cNvPr id="376" name="フリーフォーム: 図形 375"/>
          <p:cNvSpPr/>
          <p:nvPr/>
        </p:nvSpPr>
        <p:spPr>
          <a:xfrm>
            <a:off x="4696200" y="2155680"/>
            <a:ext cx="1303920" cy="1304280"/>
          </a:xfrm>
          <a:custGeom>
            <a:avLst/>
            <a:gdLst/>
            <a:ahLst/>
            <a:cxnLst/>
            <a:rect l="0" t="0" r="r" b="b"/>
            <a:pathLst>
              <a:path w="3622" h="3623" fill="none">
                <a:moveTo>
                  <a:pt x="0" y="0"/>
                </a:moveTo>
                <a:lnTo>
                  <a:pt x="3622" y="0"/>
                </a:lnTo>
                <a:lnTo>
                  <a:pt x="3622" y="3623"/>
                </a:lnTo>
                <a:lnTo>
                  <a:pt x="0" y="3623"/>
                </a:lnTo>
                <a:lnTo>
                  <a:pt x="0" y="0"/>
                </a:lnTo>
              </a:path>
            </a:pathLst>
          </a:custGeom>
          <a:ln w="33120">
            <a:solidFill>
              <a:srgbClr val="FFFFFF"/>
            </a:solidFill>
            <a:miter/>
          </a:ln>
        </p:spPr>
        <p:txBody>
          <a:bodyPr lIns="16560" tIns="16560" rIns="16560" bIns="16560" anchor="t">
            <a:noAutofit/>
          </a:bodyPr>
          <a:lstStyle/>
          <a:p>
            <a:endParaRPr lang="en-US" sz="2400" b="0" u="none" strike="noStrike">
              <a:solidFill>
                <a:srgbClr val="000000"/>
              </a:solidFill>
              <a:effectLst/>
              <a:uFillTx/>
              <a:latin typeface="Times New Roman"/>
            </a:endParaRPr>
          </a:p>
        </p:txBody>
      </p:sp>
      <p:pic>
        <p:nvPicPr>
          <p:cNvPr id="377" name="図 376"/>
          <p:cNvPicPr/>
          <p:nvPr/>
        </p:nvPicPr>
        <p:blipFill>
          <a:blip r:embed="rId20"/>
          <a:stretch/>
        </p:blipFill>
        <p:spPr>
          <a:xfrm>
            <a:off x="5198040" y="2440080"/>
            <a:ext cx="300600" cy="300600"/>
          </a:xfrm>
          <a:prstGeom prst="rect">
            <a:avLst/>
          </a:prstGeom>
          <a:noFill/>
          <a:ln w="0">
            <a:noFill/>
          </a:ln>
        </p:spPr>
      </p:pic>
      <p:sp>
        <p:nvSpPr>
          <p:cNvPr id="378" name="テキスト ボックス 377"/>
          <p:cNvSpPr txBox="1"/>
          <p:nvPr/>
        </p:nvSpPr>
        <p:spPr>
          <a:xfrm>
            <a:off x="5244840" y="2129760"/>
            <a:ext cx="805320" cy="146520"/>
          </a:xfrm>
          <a:prstGeom prst="rect">
            <a:avLst/>
          </a:prstGeom>
          <a:noFill/>
          <a:ln w="0">
            <a:noFill/>
          </a:ln>
        </p:spPr>
        <p:txBody>
          <a:bodyPr wrap="none" lIns="0" tIns="0" rIns="0" bIns="0" anchor="t">
            <a:spAutoFit/>
          </a:bodyPr>
          <a:lstStyle/>
          <a:p>
            <a:r>
              <a:rPr lang="zh-CN" sz="790" b="0" u="none" strike="noStrike">
                <a:solidFill>
                  <a:srgbClr val="99A1AF"/>
                </a:solidFill>
                <a:effectLst/>
                <a:uFillTx/>
                <a:latin typeface="NotoSansJP"/>
                <a:ea typeface="NotoSansJP"/>
              </a:rPr>
              <a:t>夜間の視認性向上</a:t>
            </a:r>
            <a:endParaRPr lang="en-US" sz="790" b="0" u="none" strike="noStrike">
              <a:solidFill>
                <a:srgbClr val="000000"/>
              </a:solidFill>
              <a:effectLst/>
              <a:uFillTx/>
              <a:latin typeface="Times New Roman"/>
            </a:endParaRPr>
          </a:p>
        </p:txBody>
      </p:sp>
      <p:sp>
        <p:nvSpPr>
          <p:cNvPr id="379" name="テキスト ボックス 378"/>
          <p:cNvSpPr txBox="1"/>
          <p:nvPr/>
        </p:nvSpPr>
        <p:spPr>
          <a:xfrm>
            <a:off x="5122800" y="2852280"/>
            <a:ext cx="484920" cy="219960"/>
          </a:xfrm>
          <a:prstGeom prst="rect">
            <a:avLst/>
          </a:prstGeom>
          <a:noFill/>
          <a:ln w="0">
            <a:noFill/>
          </a:ln>
        </p:spPr>
        <p:txBody>
          <a:bodyPr wrap="none" lIns="0" tIns="0" rIns="0" bIns="0" anchor="t">
            <a:spAutoFit/>
          </a:bodyPr>
          <a:lstStyle/>
          <a:p>
            <a:r>
              <a:rPr lang="en-US" sz="1180" b="0" u="none" strike="noStrike">
                <a:solidFill>
                  <a:srgbClr val="FFFFFF"/>
                </a:solidFill>
                <a:effectLst/>
                <a:uFillTx/>
                <a:latin typeface="NotoSansJP"/>
                <a:ea typeface="NotoSansJP"/>
              </a:rPr>
              <a:t>AI</a:t>
            </a:r>
            <a:r>
              <a:rPr lang="zh-CN" sz="1180" b="0" u="none" strike="noStrike">
                <a:solidFill>
                  <a:srgbClr val="FFFFFF"/>
                </a:solidFill>
                <a:effectLst/>
                <a:uFillTx/>
                <a:latin typeface="NotoSansJP"/>
                <a:ea typeface="NotoSansJP"/>
              </a:rPr>
              <a:t>処理</a:t>
            </a:r>
            <a:endParaRPr lang="en-US" sz="1180" b="0" u="none" strike="noStrike">
              <a:solidFill>
                <a:srgbClr val="000000"/>
              </a:solidFill>
              <a:effectLst/>
              <a:uFillTx/>
              <a:latin typeface="Times New Roman"/>
            </a:endParaRPr>
          </a:p>
        </p:txBody>
      </p:sp>
      <p:sp>
        <p:nvSpPr>
          <p:cNvPr id="380" name="テキスト ボックス 379"/>
          <p:cNvSpPr txBox="1"/>
          <p:nvPr/>
        </p:nvSpPr>
        <p:spPr>
          <a:xfrm>
            <a:off x="4867920" y="3057480"/>
            <a:ext cx="993600" cy="146520"/>
          </a:xfrm>
          <a:prstGeom prst="rect">
            <a:avLst/>
          </a:prstGeom>
          <a:noFill/>
          <a:ln w="0">
            <a:noFill/>
          </a:ln>
        </p:spPr>
        <p:txBody>
          <a:bodyPr wrap="none" lIns="0" tIns="0" rIns="0" bIns="0" anchor="t">
            <a:spAutoFit/>
          </a:bodyPr>
          <a:lstStyle/>
          <a:p>
            <a:r>
              <a:rPr lang="en-US" sz="790" b="0" u="none" strike="noStrike">
                <a:solidFill>
                  <a:srgbClr val="FFFFFF"/>
                </a:solidFill>
                <a:effectLst/>
                <a:uFillTx/>
                <a:latin typeface="NotoSansJP"/>
                <a:ea typeface="NotoSansJP"/>
              </a:rPr>
              <a:t>3</a:t>
            </a:r>
            <a:r>
              <a:rPr lang="zh-CN" sz="790" b="0" u="none" strike="noStrike">
                <a:solidFill>
                  <a:srgbClr val="FFFFFF"/>
                </a:solidFill>
                <a:effectLst/>
                <a:uFillTx/>
                <a:latin typeface="NotoSansJP"/>
                <a:ea typeface="NotoSansJP"/>
              </a:rPr>
              <a:t>次元環境モデル構築</a:t>
            </a:r>
            <a:endParaRPr lang="en-US" sz="790" b="0" u="none" strike="noStrike">
              <a:solidFill>
                <a:srgbClr val="000000"/>
              </a:solidFill>
              <a:effectLst/>
              <a:uFillTx/>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1" name="図 380"/>
          <p:cNvPicPr/>
          <p:nvPr/>
        </p:nvPicPr>
        <p:blipFill>
          <a:blip r:embed="rId2"/>
          <a:stretch/>
        </p:blipFill>
        <p:spPr>
          <a:xfrm>
            <a:off x="0" y="0"/>
            <a:ext cx="10696320" cy="6016320"/>
          </a:xfrm>
          <a:prstGeom prst="rect">
            <a:avLst/>
          </a:prstGeom>
          <a:noFill/>
          <a:ln w="0">
            <a:noFill/>
          </a:ln>
        </p:spPr>
      </p:pic>
      <p:sp>
        <p:nvSpPr>
          <p:cNvPr id="382" name="テキスト ボックス 381"/>
          <p:cNvSpPr txBox="1"/>
          <p:nvPr/>
        </p:nvSpPr>
        <p:spPr>
          <a:xfrm>
            <a:off x="401040" y="389520"/>
            <a:ext cx="270288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機械学習の応用事例</a:t>
            </a:r>
            <a:endParaRPr lang="en-US" sz="2370" b="0" u="none" strike="noStrike">
              <a:solidFill>
                <a:srgbClr val="000000"/>
              </a:solidFill>
              <a:effectLst/>
              <a:uFillTx/>
              <a:latin typeface="Times New Roman"/>
            </a:endParaRPr>
          </a:p>
        </p:txBody>
      </p:sp>
      <p:sp>
        <p:nvSpPr>
          <p:cNvPr id="383" name="テキスト ボックス 382"/>
          <p:cNvSpPr txBox="1"/>
          <p:nvPr/>
        </p:nvSpPr>
        <p:spPr>
          <a:xfrm>
            <a:off x="10002960" y="509760"/>
            <a:ext cx="338760" cy="13608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8 / 17</a:t>
            </a:r>
            <a:endParaRPr lang="en-US" sz="920" b="0" u="none" strike="noStrike">
              <a:solidFill>
                <a:srgbClr val="000000"/>
              </a:solidFill>
              <a:effectLst/>
              <a:uFillTx/>
              <a:latin typeface="Times New Roman"/>
            </a:endParaRPr>
          </a:p>
        </p:txBody>
      </p:sp>
      <p:sp>
        <p:nvSpPr>
          <p:cNvPr id="384" name="テキスト ボックス 383"/>
          <p:cNvSpPr txBox="1"/>
          <p:nvPr/>
        </p:nvSpPr>
        <p:spPr>
          <a:xfrm>
            <a:off x="401040" y="1031400"/>
            <a:ext cx="991908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機械学習（</a:t>
            </a:r>
            <a:r>
              <a:rPr lang="en-US" sz="1320" b="0" u="none" strike="noStrike">
                <a:solidFill>
                  <a:srgbClr val="D1D5DC"/>
                </a:solidFill>
                <a:effectLst/>
                <a:uFillTx/>
                <a:latin typeface="NotoSansJP"/>
                <a:ea typeface="NotoSansJP"/>
              </a:rPr>
              <a:t>ML</a:t>
            </a:r>
            <a:r>
              <a:rPr lang="zh-CN" sz="1320" b="0" u="none" strike="noStrike">
                <a:solidFill>
                  <a:srgbClr val="D1D5DC"/>
                </a:solidFill>
                <a:effectLst/>
                <a:uFillTx/>
                <a:latin typeface="NotoSansJP"/>
                <a:ea typeface="NotoSansJP"/>
              </a:rPr>
              <a:t>）技術は、自動車の安全性向上において多岐にわたる応用が進んでいます。 センサーデータ、運用データ、行動デー</a:t>
            </a:r>
            <a:endParaRPr lang="en-US" sz="1320" b="0" u="none" strike="noStrike">
              <a:solidFill>
                <a:srgbClr val="000000"/>
              </a:solidFill>
              <a:effectLst/>
              <a:uFillTx/>
              <a:latin typeface="Times New Roman"/>
            </a:endParaRPr>
          </a:p>
        </p:txBody>
      </p:sp>
      <p:pic>
        <p:nvPicPr>
          <p:cNvPr id="385" name="図 384"/>
          <p:cNvPicPr/>
          <p:nvPr/>
        </p:nvPicPr>
        <p:blipFill>
          <a:blip r:embed="rId3"/>
          <a:stretch/>
        </p:blipFill>
        <p:spPr>
          <a:xfrm>
            <a:off x="2139480" y="5465160"/>
            <a:ext cx="108360" cy="116640"/>
          </a:xfrm>
          <a:prstGeom prst="rect">
            <a:avLst/>
          </a:prstGeom>
          <a:noFill/>
          <a:ln w="0">
            <a:noFill/>
          </a:ln>
        </p:spPr>
      </p:pic>
      <p:sp>
        <p:nvSpPr>
          <p:cNvPr id="386" name="テキスト ボックス 385"/>
          <p:cNvSpPr txBox="1"/>
          <p:nvPr/>
        </p:nvSpPr>
        <p:spPr>
          <a:xfrm>
            <a:off x="401040" y="1265400"/>
            <a:ext cx="603576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タなどを分析することで、自動車をよりスマートで安全、かつ効率的にします。</a:t>
            </a:r>
            <a:endParaRPr lang="en-US" sz="1320" b="0" u="none" strike="noStrike">
              <a:solidFill>
                <a:srgbClr val="000000"/>
              </a:solidFill>
              <a:effectLst/>
              <a:uFillTx/>
              <a:latin typeface="Times New Roman"/>
            </a:endParaRPr>
          </a:p>
        </p:txBody>
      </p:sp>
      <p:pic>
        <p:nvPicPr>
          <p:cNvPr id="387" name="図 386"/>
          <p:cNvPicPr/>
          <p:nvPr/>
        </p:nvPicPr>
        <p:blipFill>
          <a:blip r:embed="rId4"/>
          <a:stretch/>
        </p:blipFill>
        <p:spPr>
          <a:xfrm>
            <a:off x="8457120" y="5465160"/>
            <a:ext cx="108360" cy="116640"/>
          </a:xfrm>
          <a:prstGeom prst="rect">
            <a:avLst/>
          </a:prstGeom>
          <a:noFill/>
          <a:ln w="0">
            <a:noFill/>
          </a:ln>
        </p:spPr>
      </p:pic>
      <p:sp>
        <p:nvSpPr>
          <p:cNvPr id="388" name="フリーフォーム: 図形 387"/>
          <p:cNvSpPr/>
          <p:nvPr/>
        </p:nvSpPr>
        <p:spPr>
          <a:xfrm>
            <a:off x="417600" y="1671120"/>
            <a:ext cx="4797000" cy="3443400"/>
          </a:xfrm>
          <a:custGeom>
            <a:avLst/>
            <a:gdLst/>
            <a:ahLst/>
            <a:cxnLst/>
            <a:rect l="0" t="0" r="r" b="b"/>
            <a:pathLst>
              <a:path w="13325" h="9565">
                <a:moveTo>
                  <a:pt x="0" y="9379"/>
                </a:moveTo>
                <a:lnTo>
                  <a:pt x="0" y="187"/>
                </a:lnTo>
                <a:cubicBezTo>
                  <a:pt x="0" y="175"/>
                  <a:pt x="1" y="163"/>
                  <a:pt x="3" y="151"/>
                </a:cubicBezTo>
                <a:cubicBezTo>
                  <a:pt x="5" y="138"/>
                  <a:pt x="7" y="126"/>
                  <a:pt x="11" y="115"/>
                </a:cubicBezTo>
                <a:cubicBezTo>
                  <a:pt x="14" y="103"/>
                  <a:pt x="19" y="93"/>
                  <a:pt x="24" y="83"/>
                </a:cubicBezTo>
                <a:cubicBezTo>
                  <a:pt x="29" y="73"/>
                  <a:pt x="34" y="63"/>
                  <a:pt x="41" y="55"/>
                </a:cubicBezTo>
                <a:cubicBezTo>
                  <a:pt x="47" y="46"/>
                  <a:pt x="54" y="38"/>
                  <a:pt x="62" y="31"/>
                </a:cubicBezTo>
                <a:cubicBezTo>
                  <a:pt x="70" y="25"/>
                  <a:pt x="78" y="19"/>
                  <a:pt x="86" y="14"/>
                </a:cubicBezTo>
                <a:cubicBezTo>
                  <a:pt x="95" y="10"/>
                  <a:pt x="103" y="6"/>
                  <a:pt x="112" y="4"/>
                </a:cubicBezTo>
                <a:cubicBezTo>
                  <a:pt x="121" y="1"/>
                  <a:pt x="130" y="0"/>
                  <a:pt x="139" y="0"/>
                </a:cubicBezTo>
                <a:lnTo>
                  <a:pt x="13140" y="0"/>
                </a:lnTo>
                <a:cubicBezTo>
                  <a:pt x="13152" y="0"/>
                  <a:pt x="13164" y="1"/>
                  <a:pt x="13176" y="4"/>
                </a:cubicBezTo>
                <a:cubicBezTo>
                  <a:pt x="13188" y="6"/>
                  <a:pt x="13200" y="10"/>
                  <a:pt x="13211" y="14"/>
                </a:cubicBezTo>
                <a:cubicBezTo>
                  <a:pt x="13222" y="19"/>
                  <a:pt x="13233" y="25"/>
                  <a:pt x="13243" y="31"/>
                </a:cubicBezTo>
                <a:cubicBezTo>
                  <a:pt x="13253" y="38"/>
                  <a:pt x="13262" y="46"/>
                  <a:pt x="13271" y="55"/>
                </a:cubicBezTo>
                <a:cubicBezTo>
                  <a:pt x="13280" y="63"/>
                  <a:pt x="13287" y="73"/>
                  <a:pt x="13294" y="83"/>
                </a:cubicBezTo>
                <a:cubicBezTo>
                  <a:pt x="13301" y="93"/>
                  <a:pt x="13307" y="103"/>
                  <a:pt x="13311" y="115"/>
                </a:cubicBezTo>
                <a:cubicBezTo>
                  <a:pt x="13316" y="126"/>
                  <a:pt x="13319" y="138"/>
                  <a:pt x="13322" y="151"/>
                </a:cubicBezTo>
                <a:cubicBezTo>
                  <a:pt x="13324" y="163"/>
                  <a:pt x="13325" y="175"/>
                  <a:pt x="13325" y="187"/>
                </a:cubicBezTo>
                <a:lnTo>
                  <a:pt x="13325" y="9379"/>
                </a:lnTo>
                <a:cubicBezTo>
                  <a:pt x="13325" y="9391"/>
                  <a:pt x="13324" y="9403"/>
                  <a:pt x="13322" y="9415"/>
                </a:cubicBezTo>
                <a:cubicBezTo>
                  <a:pt x="13319" y="9427"/>
                  <a:pt x="13316" y="9439"/>
                  <a:pt x="13311" y="9450"/>
                </a:cubicBezTo>
                <a:cubicBezTo>
                  <a:pt x="13307" y="9462"/>
                  <a:pt x="13301" y="9472"/>
                  <a:pt x="13294" y="9482"/>
                </a:cubicBezTo>
                <a:cubicBezTo>
                  <a:pt x="13287" y="9492"/>
                  <a:pt x="13280" y="9502"/>
                  <a:pt x="13271" y="9510"/>
                </a:cubicBezTo>
                <a:cubicBezTo>
                  <a:pt x="13262" y="9519"/>
                  <a:pt x="13253" y="9527"/>
                  <a:pt x="13243" y="9534"/>
                </a:cubicBezTo>
                <a:cubicBezTo>
                  <a:pt x="13233" y="9540"/>
                  <a:pt x="13222" y="9546"/>
                  <a:pt x="13211" y="9551"/>
                </a:cubicBezTo>
                <a:cubicBezTo>
                  <a:pt x="13200" y="9555"/>
                  <a:pt x="13188" y="9559"/>
                  <a:pt x="13176" y="9561"/>
                </a:cubicBezTo>
                <a:cubicBezTo>
                  <a:pt x="13164" y="9564"/>
                  <a:pt x="13152" y="9565"/>
                  <a:pt x="13140" y="9565"/>
                </a:cubicBezTo>
                <a:lnTo>
                  <a:pt x="139" y="9565"/>
                </a:lnTo>
                <a:cubicBezTo>
                  <a:pt x="130" y="9565"/>
                  <a:pt x="121" y="9564"/>
                  <a:pt x="112" y="9561"/>
                </a:cubicBezTo>
                <a:cubicBezTo>
                  <a:pt x="103" y="9559"/>
                  <a:pt x="95" y="9555"/>
                  <a:pt x="86" y="9551"/>
                </a:cubicBezTo>
                <a:cubicBezTo>
                  <a:pt x="78" y="9546"/>
                  <a:pt x="70" y="9540"/>
                  <a:pt x="62" y="9534"/>
                </a:cubicBezTo>
                <a:cubicBezTo>
                  <a:pt x="54" y="9527"/>
                  <a:pt x="47" y="9519"/>
                  <a:pt x="41" y="9510"/>
                </a:cubicBezTo>
                <a:cubicBezTo>
                  <a:pt x="34" y="9502"/>
                  <a:pt x="29" y="9492"/>
                  <a:pt x="24" y="9482"/>
                </a:cubicBezTo>
                <a:cubicBezTo>
                  <a:pt x="19" y="9472"/>
                  <a:pt x="14" y="9462"/>
                  <a:pt x="11" y="9450"/>
                </a:cubicBezTo>
                <a:cubicBezTo>
                  <a:pt x="7" y="9439"/>
                  <a:pt x="5" y="9427"/>
                  <a:pt x="3" y="9415"/>
                </a:cubicBezTo>
                <a:cubicBezTo>
                  <a:pt x="1" y="9403"/>
                  <a:pt x="0" y="9391"/>
                  <a:pt x="0" y="9379"/>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89" name="フリーフォーム: 図形 388"/>
          <p:cNvSpPr/>
          <p:nvPr/>
        </p:nvSpPr>
        <p:spPr>
          <a:xfrm>
            <a:off x="401040" y="1671120"/>
            <a:ext cx="66960" cy="3443400"/>
          </a:xfrm>
          <a:custGeom>
            <a:avLst/>
            <a:gdLst/>
            <a:ahLst/>
            <a:cxnLst/>
            <a:rect l="0" t="0" r="r" b="b"/>
            <a:pathLst>
              <a:path w="186" h="9565">
                <a:moveTo>
                  <a:pt x="151" y="14"/>
                </a:moveTo>
                <a:cubicBezTo>
                  <a:pt x="140" y="24"/>
                  <a:pt x="129" y="37"/>
                  <a:pt x="121" y="55"/>
                </a:cubicBezTo>
                <a:cubicBezTo>
                  <a:pt x="112" y="72"/>
                  <a:pt x="105" y="92"/>
                  <a:pt x="101" y="115"/>
                </a:cubicBezTo>
                <a:cubicBezTo>
                  <a:pt x="96" y="138"/>
                  <a:pt x="94" y="162"/>
                  <a:pt x="94" y="187"/>
                </a:cubicBezTo>
                <a:lnTo>
                  <a:pt x="94" y="9379"/>
                </a:lnTo>
                <a:cubicBezTo>
                  <a:pt x="94" y="9404"/>
                  <a:pt x="96" y="9427"/>
                  <a:pt x="101" y="9450"/>
                </a:cubicBezTo>
                <a:cubicBezTo>
                  <a:pt x="105" y="9473"/>
                  <a:pt x="112" y="9493"/>
                  <a:pt x="121" y="9510"/>
                </a:cubicBezTo>
                <a:cubicBezTo>
                  <a:pt x="129" y="9528"/>
                  <a:pt x="140" y="9541"/>
                  <a:pt x="151" y="9551"/>
                </a:cubicBezTo>
                <a:cubicBezTo>
                  <a:pt x="162" y="9560"/>
                  <a:pt x="174" y="9565"/>
                  <a:pt x="186" y="9565"/>
                </a:cubicBezTo>
                <a:cubicBezTo>
                  <a:pt x="162" y="9565"/>
                  <a:pt x="138" y="9560"/>
                  <a:pt x="115" y="9551"/>
                </a:cubicBezTo>
                <a:cubicBezTo>
                  <a:pt x="93" y="9541"/>
                  <a:pt x="72" y="9528"/>
                  <a:pt x="54" y="9510"/>
                </a:cubicBezTo>
                <a:cubicBezTo>
                  <a:pt x="37" y="9493"/>
                  <a:pt x="23" y="9473"/>
                  <a:pt x="14" y="9450"/>
                </a:cubicBezTo>
                <a:cubicBezTo>
                  <a:pt x="4" y="9427"/>
                  <a:pt x="0" y="9404"/>
                  <a:pt x="0" y="9379"/>
                </a:cubicBezTo>
                <a:lnTo>
                  <a:pt x="0" y="187"/>
                </a:lnTo>
                <a:cubicBezTo>
                  <a:pt x="0" y="162"/>
                  <a:pt x="4" y="138"/>
                  <a:pt x="14" y="115"/>
                </a:cubicBezTo>
                <a:cubicBezTo>
                  <a:pt x="23" y="92"/>
                  <a:pt x="37" y="72"/>
                  <a:pt x="54" y="55"/>
                </a:cubicBezTo>
                <a:cubicBezTo>
                  <a:pt x="72" y="37"/>
                  <a:pt x="93" y="24"/>
                  <a:pt x="115" y="14"/>
                </a:cubicBezTo>
                <a:cubicBezTo>
                  <a:pt x="138" y="5"/>
                  <a:pt x="162" y="0"/>
                  <a:pt x="186" y="0"/>
                </a:cubicBezTo>
                <a:cubicBezTo>
                  <a:pt x="174" y="0"/>
                  <a:pt x="162" y="5"/>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90" name="フリーフォーム: 図形 389"/>
          <p:cNvSpPr/>
          <p:nvPr/>
        </p:nvSpPr>
        <p:spPr>
          <a:xfrm>
            <a:off x="635040" y="4061160"/>
            <a:ext cx="4379040" cy="367920"/>
          </a:xfrm>
          <a:custGeom>
            <a:avLst/>
            <a:gdLst/>
            <a:ahLst/>
            <a:cxnLst/>
            <a:rect l="0" t="0" r="r" b="b"/>
            <a:pathLst>
              <a:path w="12164" h="1022">
                <a:moveTo>
                  <a:pt x="0" y="930"/>
                </a:moveTo>
                <a:lnTo>
                  <a:pt x="0" y="93"/>
                </a:lnTo>
                <a:cubicBezTo>
                  <a:pt x="0" y="81"/>
                  <a:pt x="2" y="69"/>
                  <a:pt x="7" y="57"/>
                </a:cubicBezTo>
                <a:cubicBezTo>
                  <a:pt x="11" y="46"/>
                  <a:pt x="18" y="36"/>
                  <a:pt x="27" y="27"/>
                </a:cubicBezTo>
                <a:cubicBezTo>
                  <a:pt x="36" y="19"/>
                  <a:pt x="46" y="12"/>
                  <a:pt x="57" y="7"/>
                </a:cubicBezTo>
                <a:cubicBezTo>
                  <a:pt x="68" y="2"/>
                  <a:pt x="80" y="0"/>
                  <a:pt x="93" y="0"/>
                </a:cubicBezTo>
                <a:lnTo>
                  <a:pt x="12071" y="0"/>
                </a:lnTo>
                <a:cubicBezTo>
                  <a:pt x="12084" y="0"/>
                  <a:pt x="12096" y="2"/>
                  <a:pt x="12107" y="7"/>
                </a:cubicBezTo>
                <a:cubicBezTo>
                  <a:pt x="12118" y="12"/>
                  <a:pt x="12128" y="19"/>
                  <a:pt x="12137" y="27"/>
                </a:cubicBezTo>
                <a:cubicBezTo>
                  <a:pt x="12146" y="36"/>
                  <a:pt x="12153" y="46"/>
                  <a:pt x="12157" y="57"/>
                </a:cubicBezTo>
                <a:cubicBezTo>
                  <a:pt x="12162" y="69"/>
                  <a:pt x="12164" y="81"/>
                  <a:pt x="12164" y="93"/>
                </a:cubicBezTo>
                <a:lnTo>
                  <a:pt x="12164" y="930"/>
                </a:lnTo>
                <a:cubicBezTo>
                  <a:pt x="12164" y="942"/>
                  <a:pt x="12162" y="954"/>
                  <a:pt x="12157" y="965"/>
                </a:cubicBezTo>
                <a:cubicBezTo>
                  <a:pt x="12153" y="976"/>
                  <a:pt x="12146" y="987"/>
                  <a:pt x="12137" y="995"/>
                </a:cubicBezTo>
                <a:cubicBezTo>
                  <a:pt x="12128" y="1004"/>
                  <a:pt x="12118" y="1011"/>
                  <a:pt x="12107" y="1015"/>
                </a:cubicBezTo>
                <a:cubicBezTo>
                  <a:pt x="12096" y="1020"/>
                  <a:pt x="12084" y="1022"/>
                  <a:pt x="12071" y="1022"/>
                </a:cubicBezTo>
                <a:lnTo>
                  <a:pt x="93" y="1022"/>
                </a:lnTo>
                <a:cubicBezTo>
                  <a:pt x="80" y="1022"/>
                  <a:pt x="68" y="1020"/>
                  <a:pt x="57" y="1015"/>
                </a:cubicBezTo>
                <a:cubicBezTo>
                  <a:pt x="46" y="1011"/>
                  <a:pt x="36" y="1004"/>
                  <a:pt x="27" y="995"/>
                </a:cubicBezTo>
                <a:cubicBezTo>
                  <a:pt x="18" y="987"/>
                  <a:pt x="11" y="976"/>
                  <a:pt x="7" y="965"/>
                </a:cubicBezTo>
                <a:cubicBezTo>
                  <a:pt x="2" y="954"/>
                  <a:pt x="0" y="942"/>
                  <a:pt x="0" y="930"/>
                </a:cubicBezTo>
                <a:close/>
              </a:path>
            </a:pathLst>
          </a:custGeom>
          <a:solidFill>
            <a:srgbClr val="003366">
              <a:alpha val="19000"/>
            </a:srgbClr>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91" name="フリーフォーム: 図形 390"/>
          <p:cNvSpPr/>
          <p:nvPr/>
        </p:nvSpPr>
        <p:spPr>
          <a:xfrm>
            <a:off x="635040" y="1871640"/>
            <a:ext cx="401400" cy="418320"/>
          </a:xfrm>
          <a:custGeom>
            <a:avLst/>
            <a:gdLst/>
            <a:ahLst/>
            <a:cxnLst/>
            <a:rect l="0" t="0" r="r" b="b"/>
            <a:pathLst>
              <a:path w="1115" h="1162">
                <a:moveTo>
                  <a:pt x="0" y="605"/>
                </a:moveTo>
                <a:lnTo>
                  <a:pt x="0" y="558"/>
                </a:lnTo>
                <a:cubicBezTo>
                  <a:pt x="0" y="522"/>
                  <a:pt x="3" y="486"/>
                  <a:pt x="10" y="450"/>
                </a:cubicBezTo>
                <a:cubicBezTo>
                  <a:pt x="18" y="414"/>
                  <a:pt x="28" y="379"/>
                  <a:pt x="42" y="345"/>
                </a:cubicBezTo>
                <a:cubicBezTo>
                  <a:pt x="56" y="311"/>
                  <a:pt x="73" y="279"/>
                  <a:pt x="94" y="249"/>
                </a:cubicBezTo>
                <a:cubicBezTo>
                  <a:pt x="114" y="218"/>
                  <a:pt x="137" y="190"/>
                  <a:pt x="163" y="164"/>
                </a:cubicBezTo>
                <a:cubicBezTo>
                  <a:pt x="189" y="139"/>
                  <a:pt x="217" y="115"/>
                  <a:pt x="247" y="95"/>
                </a:cubicBezTo>
                <a:cubicBezTo>
                  <a:pt x="278" y="75"/>
                  <a:pt x="310" y="58"/>
                  <a:pt x="344" y="44"/>
                </a:cubicBezTo>
                <a:cubicBezTo>
                  <a:pt x="377" y="30"/>
                  <a:pt x="412" y="18"/>
                  <a:pt x="448" y="11"/>
                </a:cubicBezTo>
                <a:cubicBezTo>
                  <a:pt x="484" y="4"/>
                  <a:pt x="520" y="0"/>
                  <a:pt x="557" y="0"/>
                </a:cubicBezTo>
                <a:cubicBezTo>
                  <a:pt x="593" y="0"/>
                  <a:pt x="630" y="4"/>
                  <a:pt x="665" y="11"/>
                </a:cubicBezTo>
                <a:cubicBezTo>
                  <a:pt x="701" y="18"/>
                  <a:pt x="736" y="30"/>
                  <a:pt x="770" y="44"/>
                </a:cubicBezTo>
                <a:cubicBezTo>
                  <a:pt x="804" y="58"/>
                  <a:pt x="836" y="75"/>
                  <a:pt x="866" y="95"/>
                </a:cubicBezTo>
                <a:cubicBezTo>
                  <a:pt x="897" y="115"/>
                  <a:pt x="925" y="139"/>
                  <a:pt x="951" y="164"/>
                </a:cubicBezTo>
                <a:cubicBezTo>
                  <a:pt x="977" y="190"/>
                  <a:pt x="1000" y="218"/>
                  <a:pt x="1020" y="249"/>
                </a:cubicBezTo>
                <a:cubicBezTo>
                  <a:pt x="1041" y="279"/>
                  <a:pt x="1059" y="311"/>
                  <a:pt x="1073" y="345"/>
                </a:cubicBezTo>
                <a:cubicBezTo>
                  <a:pt x="1087" y="379"/>
                  <a:pt x="1097" y="414"/>
                  <a:pt x="1104" y="450"/>
                </a:cubicBezTo>
                <a:cubicBezTo>
                  <a:pt x="1111" y="486"/>
                  <a:pt x="1115" y="522"/>
                  <a:pt x="1115" y="558"/>
                </a:cubicBezTo>
                <a:lnTo>
                  <a:pt x="1115" y="605"/>
                </a:lnTo>
                <a:cubicBezTo>
                  <a:pt x="1115" y="641"/>
                  <a:pt x="1111" y="678"/>
                  <a:pt x="1104" y="713"/>
                </a:cubicBezTo>
                <a:cubicBezTo>
                  <a:pt x="1097" y="749"/>
                  <a:pt x="1087" y="784"/>
                  <a:pt x="1073" y="818"/>
                </a:cubicBezTo>
                <a:cubicBezTo>
                  <a:pt x="1059" y="852"/>
                  <a:pt x="1041" y="884"/>
                  <a:pt x="1020" y="914"/>
                </a:cubicBezTo>
                <a:cubicBezTo>
                  <a:pt x="1000" y="945"/>
                  <a:pt x="977" y="973"/>
                  <a:pt x="951" y="999"/>
                </a:cubicBezTo>
                <a:cubicBezTo>
                  <a:pt x="925" y="1025"/>
                  <a:pt x="897" y="1048"/>
                  <a:pt x="866" y="1068"/>
                </a:cubicBezTo>
                <a:cubicBezTo>
                  <a:pt x="836" y="1088"/>
                  <a:pt x="804" y="1105"/>
                  <a:pt x="770" y="1119"/>
                </a:cubicBezTo>
                <a:cubicBezTo>
                  <a:pt x="736" y="1133"/>
                  <a:pt x="701" y="1144"/>
                  <a:pt x="665" y="1151"/>
                </a:cubicBezTo>
                <a:cubicBezTo>
                  <a:pt x="630" y="1158"/>
                  <a:pt x="593" y="1162"/>
                  <a:pt x="557" y="1162"/>
                </a:cubicBezTo>
                <a:cubicBezTo>
                  <a:pt x="520" y="1162"/>
                  <a:pt x="484" y="1158"/>
                  <a:pt x="448" y="1151"/>
                </a:cubicBezTo>
                <a:cubicBezTo>
                  <a:pt x="412" y="1144"/>
                  <a:pt x="377" y="1133"/>
                  <a:pt x="344" y="1119"/>
                </a:cubicBezTo>
                <a:cubicBezTo>
                  <a:pt x="310" y="1105"/>
                  <a:pt x="278" y="1088"/>
                  <a:pt x="247" y="1068"/>
                </a:cubicBezTo>
                <a:cubicBezTo>
                  <a:pt x="217" y="1048"/>
                  <a:pt x="189" y="1025"/>
                  <a:pt x="163" y="999"/>
                </a:cubicBezTo>
                <a:cubicBezTo>
                  <a:pt x="137" y="973"/>
                  <a:pt x="114" y="945"/>
                  <a:pt x="94" y="914"/>
                </a:cubicBezTo>
                <a:cubicBezTo>
                  <a:pt x="73" y="884"/>
                  <a:pt x="56" y="852"/>
                  <a:pt x="42" y="818"/>
                </a:cubicBezTo>
                <a:cubicBezTo>
                  <a:pt x="28" y="784"/>
                  <a:pt x="18" y="749"/>
                  <a:pt x="10" y="713"/>
                </a:cubicBezTo>
                <a:cubicBezTo>
                  <a:pt x="3" y="678"/>
                  <a:pt x="0" y="641"/>
                  <a:pt x="0" y="605"/>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392" name="図 391"/>
          <p:cNvPicPr/>
          <p:nvPr/>
        </p:nvPicPr>
        <p:blipFill>
          <a:blip r:embed="rId5"/>
          <a:stretch/>
        </p:blipFill>
        <p:spPr>
          <a:xfrm>
            <a:off x="735480" y="1972080"/>
            <a:ext cx="200160" cy="200160"/>
          </a:xfrm>
          <a:prstGeom prst="rect">
            <a:avLst/>
          </a:prstGeom>
          <a:noFill/>
          <a:ln w="0">
            <a:noFill/>
          </a:ln>
        </p:spPr>
      </p:pic>
      <p:sp>
        <p:nvSpPr>
          <p:cNvPr id="393" name="テキスト ボックス 392"/>
          <p:cNvSpPr txBox="1"/>
          <p:nvPr/>
        </p:nvSpPr>
        <p:spPr>
          <a:xfrm>
            <a:off x="2310480" y="5425920"/>
            <a:ext cx="6103440" cy="219960"/>
          </a:xfrm>
          <a:prstGeom prst="rect">
            <a:avLst/>
          </a:prstGeom>
          <a:noFill/>
          <a:ln w="0">
            <a:noFill/>
          </a:ln>
        </p:spPr>
        <p:txBody>
          <a:bodyPr wrap="none" lIns="0" tIns="0" rIns="0" bIns="0" anchor="t">
            <a:spAutoFit/>
          </a:bodyPr>
          <a:lstStyle/>
          <a:p>
            <a:r>
              <a:rPr lang="en-US" sz="1180" b="0" u="none" strike="noStrike">
                <a:solidFill>
                  <a:srgbClr val="D1D5DC"/>
                </a:solidFill>
                <a:effectLst/>
                <a:uFillTx/>
                <a:latin typeface="NotoSansJP"/>
                <a:ea typeface="NotoSansJP"/>
              </a:rPr>
              <a:t> 機械学習技術は、事後対応から</a:t>
            </a:r>
            <a:r>
              <a:rPr lang="zh-CN" sz="1180" b="0" u="none" strike="noStrike">
                <a:solidFill>
                  <a:srgbClr val="FF0000"/>
                </a:solidFill>
                <a:effectLst/>
                <a:uFillTx/>
                <a:latin typeface="NotoSansJP"/>
                <a:ea typeface="NotoSansJP"/>
              </a:rPr>
              <a:t>予測的安全対策</a:t>
            </a:r>
            <a:r>
              <a:rPr lang="zh-CN" sz="1180" b="0" u="none" strike="noStrike">
                <a:solidFill>
                  <a:srgbClr val="D1D5DC"/>
                </a:solidFill>
                <a:effectLst/>
                <a:uFillTx/>
                <a:latin typeface="NotoSansJP"/>
                <a:ea typeface="NotoSansJP"/>
              </a:rPr>
              <a:t>へのパラダイムシフトを可能にしています </a:t>
            </a:r>
            <a:endParaRPr lang="en-US" sz="1180" b="0" u="none" strike="noStrike">
              <a:solidFill>
                <a:srgbClr val="000000"/>
              </a:solidFill>
              <a:effectLst/>
              <a:uFillTx/>
              <a:latin typeface="Times New Roman"/>
            </a:endParaRPr>
          </a:p>
        </p:txBody>
      </p:sp>
      <p:sp>
        <p:nvSpPr>
          <p:cNvPr id="394" name="テキスト ボックス 393"/>
          <p:cNvSpPr txBox="1"/>
          <p:nvPr/>
        </p:nvSpPr>
        <p:spPr>
          <a:xfrm>
            <a:off x="1170000" y="1978200"/>
            <a:ext cx="805320" cy="291600"/>
          </a:xfrm>
          <a:prstGeom prst="rect">
            <a:avLst/>
          </a:prstGeom>
          <a:noFill/>
          <a:ln w="0">
            <a:noFill/>
          </a:ln>
        </p:spPr>
        <p:txBody>
          <a:bodyPr wrap="none" lIns="0" tIns="0" rIns="0" bIns="0" anchor="t">
            <a:spAutoFit/>
          </a:bodyPr>
          <a:lstStyle/>
          <a:p>
            <a:r>
              <a:rPr lang="zh-CN" sz="1580" b="0" u="none" strike="noStrike">
                <a:solidFill>
                  <a:srgbClr val="FFFFFF"/>
                </a:solidFill>
                <a:effectLst/>
                <a:uFillTx/>
                <a:latin typeface="NotoSansJP"/>
                <a:ea typeface="NotoSansJP"/>
              </a:rPr>
              <a:t>予知保全</a:t>
            </a:r>
            <a:endParaRPr lang="en-US" sz="1580" b="0" u="none" strike="noStrike">
              <a:solidFill>
                <a:srgbClr val="000000"/>
              </a:solidFill>
              <a:effectLst/>
              <a:uFillTx/>
              <a:latin typeface="Times New Roman"/>
            </a:endParaRPr>
          </a:p>
        </p:txBody>
      </p:sp>
      <p:pic>
        <p:nvPicPr>
          <p:cNvPr id="395" name="図 394"/>
          <p:cNvPicPr/>
          <p:nvPr/>
        </p:nvPicPr>
        <p:blipFill>
          <a:blip r:embed="rId6"/>
          <a:stretch/>
        </p:blipFill>
        <p:spPr>
          <a:xfrm>
            <a:off x="635040" y="2557080"/>
            <a:ext cx="133200" cy="133200"/>
          </a:xfrm>
          <a:prstGeom prst="rect">
            <a:avLst/>
          </a:prstGeom>
          <a:noFill/>
          <a:ln w="0">
            <a:noFill/>
          </a:ln>
        </p:spPr>
      </p:pic>
      <p:sp>
        <p:nvSpPr>
          <p:cNvPr id="396" name="テキスト ボックス 395"/>
          <p:cNvSpPr txBox="1"/>
          <p:nvPr/>
        </p:nvSpPr>
        <p:spPr>
          <a:xfrm>
            <a:off x="2039040" y="2040480"/>
            <a:ext cx="1677960" cy="157320"/>
          </a:xfrm>
          <a:prstGeom prst="rect">
            <a:avLst/>
          </a:prstGeom>
          <a:noFill/>
          <a:ln w="0">
            <a:noFill/>
          </a:ln>
        </p:spPr>
        <p:txBody>
          <a:bodyPr wrap="none" lIns="0" tIns="0" rIns="0" bIns="0" anchor="t">
            <a:spAutoFit/>
          </a:bodyPr>
          <a:lstStyle/>
          <a:p>
            <a:r>
              <a:rPr lang="en-US" sz="1050" b="0" u="none" strike="noStrike">
                <a:solidFill>
                  <a:srgbClr val="99A1AF"/>
                </a:solidFill>
                <a:effectLst/>
                <a:uFillTx/>
                <a:latin typeface="NotoSansJP"/>
                <a:ea typeface="NotoSansJP"/>
              </a:rPr>
              <a:t>(Predictive Maintenance)</a:t>
            </a:r>
            <a:endParaRPr lang="en-US" sz="1050" b="0" u="none" strike="noStrike">
              <a:solidFill>
                <a:srgbClr val="000000"/>
              </a:solidFill>
              <a:effectLst/>
              <a:uFillTx/>
              <a:latin typeface="Times New Roman"/>
            </a:endParaRPr>
          </a:p>
        </p:txBody>
      </p:sp>
      <p:sp>
        <p:nvSpPr>
          <p:cNvPr id="397" name="テキスト ボックス 396"/>
          <p:cNvSpPr txBox="1"/>
          <p:nvPr/>
        </p:nvSpPr>
        <p:spPr>
          <a:xfrm>
            <a:off x="869040" y="2458080"/>
            <a:ext cx="415836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車両センサーから収集されるデータを機械学習で分析し、</a:t>
            </a:r>
            <a:r>
              <a:rPr lang="zh-CN" sz="1050" b="0" u="none" strike="noStrike">
                <a:solidFill>
                  <a:srgbClr val="FF0000"/>
                </a:solidFill>
                <a:effectLst/>
                <a:uFillTx/>
                <a:latin typeface="NotoSansJP"/>
                <a:ea typeface="NotoSansJP"/>
              </a:rPr>
              <a:t>部品の故障</a:t>
            </a:r>
            <a:endParaRPr lang="en-US" sz="1050" b="0" u="none" strike="noStrike">
              <a:solidFill>
                <a:srgbClr val="000000"/>
              </a:solidFill>
              <a:effectLst/>
              <a:uFillTx/>
              <a:latin typeface="Times New Roman"/>
            </a:endParaRPr>
          </a:p>
        </p:txBody>
      </p:sp>
      <p:pic>
        <p:nvPicPr>
          <p:cNvPr id="398" name="図 397"/>
          <p:cNvPicPr/>
          <p:nvPr/>
        </p:nvPicPr>
        <p:blipFill>
          <a:blip r:embed="rId6"/>
          <a:stretch/>
        </p:blipFill>
        <p:spPr>
          <a:xfrm>
            <a:off x="635040" y="3058560"/>
            <a:ext cx="133200" cy="133200"/>
          </a:xfrm>
          <a:prstGeom prst="rect">
            <a:avLst/>
          </a:prstGeom>
          <a:noFill/>
          <a:ln w="0">
            <a:noFill/>
          </a:ln>
        </p:spPr>
      </p:pic>
      <p:sp>
        <p:nvSpPr>
          <p:cNvPr id="399" name="テキスト ボックス 398"/>
          <p:cNvSpPr txBox="1"/>
          <p:nvPr/>
        </p:nvSpPr>
        <p:spPr>
          <a:xfrm>
            <a:off x="869040" y="2658600"/>
            <a:ext cx="1609920" cy="194040"/>
          </a:xfrm>
          <a:prstGeom prst="rect">
            <a:avLst/>
          </a:prstGeom>
          <a:noFill/>
          <a:ln w="0">
            <a:noFill/>
          </a:ln>
        </p:spPr>
        <p:txBody>
          <a:bodyPr wrap="none" lIns="0" tIns="0" rIns="0" bIns="0" anchor="t">
            <a:spAutoFit/>
          </a:bodyPr>
          <a:lstStyle/>
          <a:p>
            <a:r>
              <a:rPr lang="zh-CN" sz="1050" b="0" u="none" strike="noStrike">
                <a:solidFill>
                  <a:srgbClr val="FF0000"/>
                </a:solidFill>
                <a:effectLst/>
                <a:uFillTx/>
                <a:latin typeface="NotoSansJP"/>
                <a:ea typeface="NotoSansJP"/>
              </a:rPr>
              <a:t>や劣化の兆候を事前に予測</a:t>
            </a:r>
            <a:endParaRPr lang="en-US" sz="1050" b="0" u="none" strike="noStrike">
              <a:solidFill>
                <a:srgbClr val="000000"/>
              </a:solidFill>
              <a:effectLst/>
              <a:uFillTx/>
              <a:latin typeface="Times New Roman"/>
            </a:endParaRPr>
          </a:p>
        </p:txBody>
      </p:sp>
      <p:sp>
        <p:nvSpPr>
          <p:cNvPr id="400" name="テキスト ボックス 399"/>
          <p:cNvSpPr txBox="1"/>
          <p:nvPr/>
        </p:nvSpPr>
        <p:spPr>
          <a:xfrm>
            <a:off x="869040" y="2959560"/>
            <a:ext cx="4086720" cy="19404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Ford</a:t>
            </a:r>
            <a:r>
              <a:rPr lang="zh-CN" sz="1050" b="0" u="none" strike="noStrike">
                <a:solidFill>
                  <a:srgbClr val="FFFFFF"/>
                </a:solidFill>
                <a:effectLst/>
                <a:uFillTx/>
                <a:latin typeface="NotoSansJP"/>
                <a:ea typeface="NotoSansJP"/>
              </a:rPr>
              <a:t>社の事例：コネクテッドカーから得られる診断トラブルコード</a:t>
            </a:r>
            <a:endParaRPr lang="en-US" sz="1050" b="0" u="none" strike="noStrike">
              <a:solidFill>
                <a:srgbClr val="000000"/>
              </a:solidFill>
              <a:effectLst/>
              <a:uFillTx/>
              <a:latin typeface="Times New Roman"/>
            </a:endParaRPr>
          </a:p>
        </p:txBody>
      </p:sp>
      <p:pic>
        <p:nvPicPr>
          <p:cNvPr id="401" name="図 400"/>
          <p:cNvPicPr/>
          <p:nvPr/>
        </p:nvPicPr>
        <p:blipFill>
          <a:blip r:embed="rId6"/>
          <a:stretch/>
        </p:blipFill>
        <p:spPr>
          <a:xfrm>
            <a:off x="635040" y="3459600"/>
            <a:ext cx="133200" cy="133200"/>
          </a:xfrm>
          <a:prstGeom prst="rect">
            <a:avLst/>
          </a:prstGeom>
          <a:noFill/>
          <a:ln w="0">
            <a:noFill/>
          </a:ln>
        </p:spPr>
      </p:pic>
      <p:sp>
        <p:nvSpPr>
          <p:cNvPr id="402" name="テキスト ボックス 401"/>
          <p:cNvSpPr txBox="1"/>
          <p:nvPr/>
        </p:nvSpPr>
        <p:spPr>
          <a:xfrm>
            <a:off x="869040" y="3160080"/>
            <a:ext cx="289800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a:t>
            </a:r>
            <a:r>
              <a:rPr lang="en-US" sz="1050" b="0" u="none" strike="noStrike">
                <a:solidFill>
                  <a:srgbClr val="FFFFFF"/>
                </a:solidFill>
                <a:effectLst/>
                <a:uFillTx/>
                <a:latin typeface="NotoSansJP"/>
                <a:ea typeface="NotoSansJP"/>
              </a:rPr>
              <a:t>DTC</a:t>
            </a:r>
            <a:r>
              <a:rPr lang="zh-CN" sz="1050" b="0" u="none" strike="noStrike">
                <a:solidFill>
                  <a:srgbClr val="FFFFFF"/>
                </a:solidFill>
                <a:effectLst/>
                <a:uFillTx/>
                <a:latin typeface="NotoSansJP"/>
                <a:ea typeface="NotoSansJP"/>
              </a:rPr>
              <a:t>）や車両のメタデータを機械学習で分析</a:t>
            </a:r>
            <a:endParaRPr lang="en-US" sz="1050" b="0" u="none" strike="noStrike">
              <a:solidFill>
                <a:srgbClr val="000000"/>
              </a:solidFill>
              <a:effectLst/>
              <a:uFillTx/>
              <a:latin typeface="Times New Roman"/>
            </a:endParaRPr>
          </a:p>
        </p:txBody>
      </p:sp>
      <p:pic>
        <p:nvPicPr>
          <p:cNvPr id="403" name="図 402"/>
          <p:cNvPicPr/>
          <p:nvPr/>
        </p:nvPicPr>
        <p:blipFill>
          <a:blip r:embed="rId6"/>
          <a:stretch/>
        </p:blipFill>
        <p:spPr>
          <a:xfrm>
            <a:off x="635040" y="3760560"/>
            <a:ext cx="133200" cy="133200"/>
          </a:xfrm>
          <a:prstGeom prst="rect">
            <a:avLst/>
          </a:prstGeom>
          <a:noFill/>
          <a:ln w="0">
            <a:noFill/>
          </a:ln>
        </p:spPr>
      </p:pic>
      <p:sp>
        <p:nvSpPr>
          <p:cNvPr id="404" name="テキスト ボックス 403"/>
          <p:cNvSpPr txBox="1"/>
          <p:nvPr/>
        </p:nvSpPr>
        <p:spPr>
          <a:xfrm>
            <a:off x="869040" y="3461040"/>
            <a:ext cx="4066200" cy="19404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DTC</a:t>
            </a:r>
            <a:r>
              <a:rPr lang="zh-CN" sz="1050" b="0" u="none" strike="noStrike">
                <a:solidFill>
                  <a:srgbClr val="FFFFFF"/>
                </a:solidFill>
                <a:effectLst/>
                <a:uFillTx/>
                <a:latin typeface="NotoSansJP"/>
                <a:ea typeface="NotoSansJP"/>
              </a:rPr>
              <a:t>の誤検知を機械学習により低減し、故障予測精度を大幅に向上</a:t>
            </a:r>
            <a:endParaRPr lang="en-US" sz="1050" b="0" u="none" strike="noStrike">
              <a:solidFill>
                <a:srgbClr val="000000"/>
              </a:solidFill>
              <a:effectLst/>
              <a:uFillTx/>
              <a:latin typeface="Times New Roman"/>
            </a:endParaRPr>
          </a:p>
        </p:txBody>
      </p:sp>
      <p:pic>
        <p:nvPicPr>
          <p:cNvPr id="405" name="図 404"/>
          <p:cNvPicPr/>
          <p:nvPr/>
        </p:nvPicPr>
        <p:blipFill>
          <a:blip r:embed="rId7"/>
          <a:stretch/>
        </p:blipFill>
        <p:spPr>
          <a:xfrm>
            <a:off x="735480" y="4178520"/>
            <a:ext cx="100080" cy="133200"/>
          </a:xfrm>
          <a:prstGeom prst="rect">
            <a:avLst/>
          </a:prstGeom>
          <a:noFill/>
          <a:ln w="0">
            <a:noFill/>
          </a:ln>
        </p:spPr>
      </p:pic>
      <p:sp>
        <p:nvSpPr>
          <p:cNvPr id="406" name="テキスト ボックス 405"/>
          <p:cNvSpPr txBox="1"/>
          <p:nvPr/>
        </p:nvSpPr>
        <p:spPr>
          <a:xfrm>
            <a:off x="869040" y="3761640"/>
            <a:ext cx="402408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走行中の突発的な故障リスクを低減し、車両のダウンタイムを削減</a:t>
            </a:r>
            <a:endParaRPr lang="en-US" sz="1050" b="0" u="none" strike="noStrike">
              <a:solidFill>
                <a:srgbClr val="000000"/>
              </a:solidFill>
              <a:effectLst/>
              <a:uFillTx/>
              <a:latin typeface="Times New Roman"/>
            </a:endParaRPr>
          </a:p>
        </p:txBody>
      </p:sp>
      <p:sp>
        <p:nvSpPr>
          <p:cNvPr id="407" name="フリーフォーム: 図形 406"/>
          <p:cNvSpPr/>
          <p:nvPr/>
        </p:nvSpPr>
        <p:spPr>
          <a:xfrm>
            <a:off x="5498640" y="1671120"/>
            <a:ext cx="4797000" cy="3443400"/>
          </a:xfrm>
          <a:custGeom>
            <a:avLst/>
            <a:gdLst/>
            <a:ahLst/>
            <a:cxnLst/>
            <a:rect l="0" t="0" r="r" b="b"/>
            <a:pathLst>
              <a:path w="13325" h="9565">
                <a:moveTo>
                  <a:pt x="0" y="9379"/>
                </a:moveTo>
                <a:lnTo>
                  <a:pt x="0" y="187"/>
                </a:lnTo>
                <a:cubicBezTo>
                  <a:pt x="0" y="175"/>
                  <a:pt x="1" y="163"/>
                  <a:pt x="2" y="151"/>
                </a:cubicBezTo>
                <a:cubicBezTo>
                  <a:pt x="4" y="138"/>
                  <a:pt x="7" y="126"/>
                  <a:pt x="10" y="115"/>
                </a:cubicBezTo>
                <a:cubicBezTo>
                  <a:pt x="14" y="103"/>
                  <a:pt x="18" y="93"/>
                  <a:pt x="23" y="83"/>
                </a:cubicBezTo>
                <a:cubicBezTo>
                  <a:pt x="28" y="73"/>
                  <a:pt x="34" y="63"/>
                  <a:pt x="40" y="55"/>
                </a:cubicBezTo>
                <a:cubicBezTo>
                  <a:pt x="47" y="46"/>
                  <a:pt x="54" y="38"/>
                  <a:pt x="62" y="31"/>
                </a:cubicBezTo>
                <a:cubicBezTo>
                  <a:pt x="69" y="25"/>
                  <a:pt x="77" y="19"/>
                  <a:pt x="86" y="14"/>
                </a:cubicBezTo>
                <a:cubicBezTo>
                  <a:pt x="94" y="10"/>
                  <a:pt x="103" y="6"/>
                  <a:pt x="112" y="4"/>
                </a:cubicBezTo>
                <a:cubicBezTo>
                  <a:pt x="121" y="1"/>
                  <a:pt x="130" y="0"/>
                  <a:pt x="139" y="0"/>
                </a:cubicBezTo>
                <a:lnTo>
                  <a:pt x="13139" y="0"/>
                </a:lnTo>
                <a:cubicBezTo>
                  <a:pt x="13151" y="0"/>
                  <a:pt x="13164" y="1"/>
                  <a:pt x="13176" y="4"/>
                </a:cubicBezTo>
                <a:cubicBezTo>
                  <a:pt x="13187" y="6"/>
                  <a:pt x="13199" y="10"/>
                  <a:pt x="13210" y="14"/>
                </a:cubicBezTo>
                <a:cubicBezTo>
                  <a:pt x="13222" y="19"/>
                  <a:pt x="13232" y="25"/>
                  <a:pt x="13242" y="31"/>
                </a:cubicBezTo>
                <a:cubicBezTo>
                  <a:pt x="13253" y="38"/>
                  <a:pt x="13262" y="46"/>
                  <a:pt x="13271" y="55"/>
                </a:cubicBezTo>
                <a:cubicBezTo>
                  <a:pt x="13279" y="63"/>
                  <a:pt x="13287" y="73"/>
                  <a:pt x="13294" y="83"/>
                </a:cubicBezTo>
                <a:cubicBezTo>
                  <a:pt x="13300" y="93"/>
                  <a:pt x="13306" y="103"/>
                  <a:pt x="13311" y="115"/>
                </a:cubicBezTo>
                <a:cubicBezTo>
                  <a:pt x="13316" y="126"/>
                  <a:pt x="13319" y="138"/>
                  <a:pt x="13321" y="151"/>
                </a:cubicBezTo>
                <a:cubicBezTo>
                  <a:pt x="13324" y="163"/>
                  <a:pt x="13325" y="175"/>
                  <a:pt x="13325" y="187"/>
                </a:cubicBezTo>
                <a:lnTo>
                  <a:pt x="13325" y="9379"/>
                </a:lnTo>
                <a:cubicBezTo>
                  <a:pt x="13325" y="9391"/>
                  <a:pt x="13324" y="9403"/>
                  <a:pt x="13321" y="9415"/>
                </a:cubicBezTo>
                <a:cubicBezTo>
                  <a:pt x="13319" y="9427"/>
                  <a:pt x="13316" y="9439"/>
                  <a:pt x="13311" y="9450"/>
                </a:cubicBezTo>
                <a:cubicBezTo>
                  <a:pt x="13306" y="9462"/>
                  <a:pt x="13300" y="9472"/>
                  <a:pt x="13294" y="9482"/>
                </a:cubicBezTo>
                <a:cubicBezTo>
                  <a:pt x="13287" y="9492"/>
                  <a:pt x="13279" y="9502"/>
                  <a:pt x="13271" y="9510"/>
                </a:cubicBezTo>
                <a:cubicBezTo>
                  <a:pt x="13262" y="9519"/>
                  <a:pt x="13253" y="9527"/>
                  <a:pt x="13242" y="9534"/>
                </a:cubicBezTo>
                <a:cubicBezTo>
                  <a:pt x="13232" y="9540"/>
                  <a:pt x="13222" y="9546"/>
                  <a:pt x="13210" y="9551"/>
                </a:cubicBezTo>
                <a:cubicBezTo>
                  <a:pt x="13199" y="9555"/>
                  <a:pt x="13187" y="9559"/>
                  <a:pt x="13176" y="9561"/>
                </a:cubicBezTo>
                <a:cubicBezTo>
                  <a:pt x="13164" y="9564"/>
                  <a:pt x="13151" y="9565"/>
                  <a:pt x="13139" y="9565"/>
                </a:cubicBezTo>
                <a:lnTo>
                  <a:pt x="139" y="9565"/>
                </a:lnTo>
                <a:cubicBezTo>
                  <a:pt x="130" y="9565"/>
                  <a:pt x="121" y="9564"/>
                  <a:pt x="112" y="9561"/>
                </a:cubicBezTo>
                <a:cubicBezTo>
                  <a:pt x="103" y="9559"/>
                  <a:pt x="94" y="9555"/>
                  <a:pt x="86" y="9551"/>
                </a:cubicBezTo>
                <a:cubicBezTo>
                  <a:pt x="77" y="9546"/>
                  <a:pt x="69" y="9540"/>
                  <a:pt x="62" y="9534"/>
                </a:cubicBezTo>
                <a:cubicBezTo>
                  <a:pt x="54" y="9527"/>
                  <a:pt x="47" y="9519"/>
                  <a:pt x="40" y="9510"/>
                </a:cubicBezTo>
                <a:cubicBezTo>
                  <a:pt x="34" y="9502"/>
                  <a:pt x="28" y="9492"/>
                  <a:pt x="23" y="9482"/>
                </a:cubicBezTo>
                <a:cubicBezTo>
                  <a:pt x="18" y="9472"/>
                  <a:pt x="14" y="9462"/>
                  <a:pt x="10" y="9450"/>
                </a:cubicBezTo>
                <a:cubicBezTo>
                  <a:pt x="7" y="9439"/>
                  <a:pt x="4" y="9427"/>
                  <a:pt x="2" y="9415"/>
                </a:cubicBezTo>
                <a:cubicBezTo>
                  <a:pt x="1" y="9403"/>
                  <a:pt x="0" y="9391"/>
                  <a:pt x="0" y="9379"/>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08" name="フリーフォーム: 図形 407"/>
          <p:cNvSpPr/>
          <p:nvPr/>
        </p:nvSpPr>
        <p:spPr>
          <a:xfrm>
            <a:off x="5481720" y="1671120"/>
            <a:ext cx="67320" cy="3443400"/>
          </a:xfrm>
          <a:custGeom>
            <a:avLst/>
            <a:gdLst/>
            <a:ahLst/>
            <a:cxnLst/>
            <a:rect l="0" t="0" r="r" b="b"/>
            <a:pathLst>
              <a:path w="187" h="9565">
                <a:moveTo>
                  <a:pt x="151" y="14"/>
                </a:moveTo>
                <a:cubicBezTo>
                  <a:pt x="140" y="24"/>
                  <a:pt x="130" y="37"/>
                  <a:pt x="121" y="55"/>
                </a:cubicBezTo>
                <a:cubicBezTo>
                  <a:pt x="113" y="72"/>
                  <a:pt x="106" y="92"/>
                  <a:pt x="101" y="115"/>
                </a:cubicBezTo>
                <a:cubicBezTo>
                  <a:pt x="96" y="138"/>
                  <a:pt x="94" y="162"/>
                  <a:pt x="94" y="187"/>
                </a:cubicBezTo>
                <a:lnTo>
                  <a:pt x="94" y="9379"/>
                </a:lnTo>
                <a:cubicBezTo>
                  <a:pt x="94" y="9404"/>
                  <a:pt x="96" y="9427"/>
                  <a:pt x="101" y="9450"/>
                </a:cubicBezTo>
                <a:cubicBezTo>
                  <a:pt x="106" y="9473"/>
                  <a:pt x="113" y="9493"/>
                  <a:pt x="121" y="9510"/>
                </a:cubicBezTo>
                <a:cubicBezTo>
                  <a:pt x="130" y="9528"/>
                  <a:pt x="140" y="9541"/>
                  <a:pt x="151" y="9551"/>
                </a:cubicBezTo>
                <a:cubicBezTo>
                  <a:pt x="163" y="9560"/>
                  <a:pt x="175" y="9565"/>
                  <a:pt x="187" y="9565"/>
                </a:cubicBezTo>
                <a:cubicBezTo>
                  <a:pt x="162" y="9565"/>
                  <a:pt x="139" y="9560"/>
                  <a:pt x="116" y="9551"/>
                </a:cubicBezTo>
                <a:cubicBezTo>
                  <a:pt x="93" y="9541"/>
                  <a:pt x="73" y="9528"/>
                  <a:pt x="56" y="9510"/>
                </a:cubicBezTo>
                <a:cubicBezTo>
                  <a:pt x="38" y="9493"/>
                  <a:pt x="24" y="9473"/>
                  <a:pt x="14" y="9450"/>
                </a:cubicBezTo>
                <a:cubicBezTo>
                  <a:pt x="5" y="9428"/>
                  <a:pt x="0" y="9404"/>
                  <a:pt x="0" y="9379"/>
                </a:cubicBezTo>
                <a:lnTo>
                  <a:pt x="0" y="187"/>
                </a:lnTo>
                <a:cubicBezTo>
                  <a:pt x="0" y="162"/>
                  <a:pt x="5" y="137"/>
                  <a:pt x="14" y="115"/>
                </a:cubicBezTo>
                <a:cubicBezTo>
                  <a:pt x="24" y="92"/>
                  <a:pt x="38" y="72"/>
                  <a:pt x="56" y="55"/>
                </a:cubicBezTo>
                <a:cubicBezTo>
                  <a:pt x="73" y="37"/>
                  <a:pt x="93" y="24"/>
                  <a:pt x="116" y="14"/>
                </a:cubicBezTo>
                <a:cubicBezTo>
                  <a:pt x="139" y="5"/>
                  <a:pt x="162" y="0"/>
                  <a:pt x="187" y="0"/>
                </a:cubicBezTo>
                <a:cubicBezTo>
                  <a:pt x="175" y="0"/>
                  <a:pt x="163" y="5"/>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09" name="フリーフォーム: 図形 408"/>
          <p:cNvSpPr/>
          <p:nvPr/>
        </p:nvSpPr>
        <p:spPr>
          <a:xfrm>
            <a:off x="5715720" y="4261680"/>
            <a:ext cx="4379400" cy="368280"/>
          </a:xfrm>
          <a:custGeom>
            <a:avLst/>
            <a:gdLst/>
            <a:ahLst/>
            <a:cxnLst/>
            <a:rect l="0" t="0" r="r" b="b"/>
            <a:pathLst>
              <a:path w="12165" h="1023">
                <a:moveTo>
                  <a:pt x="0" y="930"/>
                </a:moveTo>
                <a:lnTo>
                  <a:pt x="0" y="93"/>
                </a:lnTo>
                <a:cubicBezTo>
                  <a:pt x="0" y="81"/>
                  <a:pt x="3" y="69"/>
                  <a:pt x="7" y="57"/>
                </a:cubicBezTo>
                <a:cubicBezTo>
                  <a:pt x="12" y="46"/>
                  <a:pt x="19" y="36"/>
                  <a:pt x="27" y="27"/>
                </a:cubicBezTo>
                <a:cubicBezTo>
                  <a:pt x="36" y="19"/>
                  <a:pt x="46" y="12"/>
                  <a:pt x="58" y="7"/>
                </a:cubicBezTo>
                <a:cubicBezTo>
                  <a:pt x="69" y="3"/>
                  <a:pt x="81" y="0"/>
                  <a:pt x="93" y="0"/>
                </a:cubicBezTo>
                <a:lnTo>
                  <a:pt x="12072" y="0"/>
                </a:lnTo>
                <a:cubicBezTo>
                  <a:pt x="12084" y="0"/>
                  <a:pt x="12096" y="3"/>
                  <a:pt x="12108" y="7"/>
                </a:cubicBezTo>
                <a:cubicBezTo>
                  <a:pt x="12119" y="12"/>
                  <a:pt x="12129" y="19"/>
                  <a:pt x="12138" y="27"/>
                </a:cubicBezTo>
                <a:cubicBezTo>
                  <a:pt x="12146" y="36"/>
                  <a:pt x="12153" y="46"/>
                  <a:pt x="12158" y="57"/>
                </a:cubicBezTo>
                <a:cubicBezTo>
                  <a:pt x="12163" y="69"/>
                  <a:pt x="12165" y="81"/>
                  <a:pt x="12165" y="93"/>
                </a:cubicBezTo>
                <a:lnTo>
                  <a:pt x="12165" y="930"/>
                </a:lnTo>
                <a:cubicBezTo>
                  <a:pt x="12165" y="942"/>
                  <a:pt x="12163" y="954"/>
                  <a:pt x="12158" y="965"/>
                </a:cubicBezTo>
                <a:cubicBezTo>
                  <a:pt x="12153" y="977"/>
                  <a:pt x="12146" y="987"/>
                  <a:pt x="12138" y="995"/>
                </a:cubicBezTo>
                <a:cubicBezTo>
                  <a:pt x="12129" y="1004"/>
                  <a:pt x="12119" y="1011"/>
                  <a:pt x="12108" y="1015"/>
                </a:cubicBezTo>
                <a:cubicBezTo>
                  <a:pt x="12096" y="1020"/>
                  <a:pt x="12084" y="1023"/>
                  <a:pt x="12072" y="1023"/>
                </a:cubicBezTo>
                <a:lnTo>
                  <a:pt x="93" y="1023"/>
                </a:lnTo>
                <a:cubicBezTo>
                  <a:pt x="81" y="1023"/>
                  <a:pt x="69" y="1020"/>
                  <a:pt x="58" y="1015"/>
                </a:cubicBezTo>
                <a:cubicBezTo>
                  <a:pt x="46" y="1011"/>
                  <a:pt x="36" y="1004"/>
                  <a:pt x="27" y="995"/>
                </a:cubicBezTo>
                <a:cubicBezTo>
                  <a:pt x="19" y="987"/>
                  <a:pt x="12" y="977"/>
                  <a:pt x="7" y="965"/>
                </a:cubicBezTo>
                <a:cubicBezTo>
                  <a:pt x="3" y="954"/>
                  <a:pt x="0" y="942"/>
                  <a:pt x="0" y="930"/>
                </a:cubicBezTo>
                <a:close/>
              </a:path>
            </a:pathLst>
          </a:custGeom>
          <a:solidFill>
            <a:srgbClr val="003366">
              <a:alpha val="19000"/>
            </a:srgbClr>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10" name="フリーフォーム: 図形 409"/>
          <p:cNvSpPr/>
          <p:nvPr/>
        </p:nvSpPr>
        <p:spPr>
          <a:xfrm>
            <a:off x="5715720" y="1871640"/>
            <a:ext cx="426600" cy="418320"/>
          </a:xfrm>
          <a:custGeom>
            <a:avLst/>
            <a:gdLst/>
            <a:ahLst/>
            <a:cxnLst/>
            <a:rect l="0" t="0" r="r" b="b"/>
            <a:pathLst>
              <a:path w="1185" h="1162">
                <a:moveTo>
                  <a:pt x="0" y="582"/>
                </a:moveTo>
                <a:cubicBezTo>
                  <a:pt x="0" y="563"/>
                  <a:pt x="1" y="544"/>
                  <a:pt x="3" y="525"/>
                </a:cubicBezTo>
                <a:cubicBezTo>
                  <a:pt x="5" y="506"/>
                  <a:pt x="8" y="487"/>
                  <a:pt x="11" y="468"/>
                </a:cubicBezTo>
                <a:cubicBezTo>
                  <a:pt x="15" y="450"/>
                  <a:pt x="20" y="431"/>
                  <a:pt x="25" y="413"/>
                </a:cubicBezTo>
                <a:cubicBezTo>
                  <a:pt x="31" y="395"/>
                  <a:pt x="37" y="377"/>
                  <a:pt x="44" y="359"/>
                </a:cubicBezTo>
                <a:cubicBezTo>
                  <a:pt x="52" y="342"/>
                  <a:pt x="60" y="325"/>
                  <a:pt x="69" y="308"/>
                </a:cubicBezTo>
                <a:cubicBezTo>
                  <a:pt x="78" y="291"/>
                  <a:pt x="87" y="275"/>
                  <a:pt x="99" y="259"/>
                </a:cubicBezTo>
                <a:cubicBezTo>
                  <a:pt x="110" y="243"/>
                  <a:pt x="121" y="228"/>
                  <a:pt x="133" y="213"/>
                </a:cubicBezTo>
                <a:cubicBezTo>
                  <a:pt x="145" y="199"/>
                  <a:pt x="158" y="185"/>
                  <a:pt x="171" y="171"/>
                </a:cubicBezTo>
                <a:cubicBezTo>
                  <a:pt x="185" y="158"/>
                  <a:pt x="199" y="145"/>
                  <a:pt x="213" y="133"/>
                </a:cubicBezTo>
                <a:cubicBezTo>
                  <a:pt x="228" y="121"/>
                  <a:pt x="243" y="110"/>
                  <a:pt x="259" y="99"/>
                </a:cubicBezTo>
                <a:cubicBezTo>
                  <a:pt x="275" y="88"/>
                  <a:pt x="291" y="79"/>
                  <a:pt x="308" y="70"/>
                </a:cubicBezTo>
                <a:cubicBezTo>
                  <a:pt x="325" y="61"/>
                  <a:pt x="342" y="53"/>
                  <a:pt x="359" y="45"/>
                </a:cubicBezTo>
                <a:cubicBezTo>
                  <a:pt x="377" y="38"/>
                  <a:pt x="395" y="32"/>
                  <a:pt x="413" y="26"/>
                </a:cubicBezTo>
                <a:cubicBezTo>
                  <a:pt x="431" y="20"/>
                  <a:pt x="450" y="15"/>
                  <a:pt x="468" y="11"/>
                </a:cubicBezTo>
                <a:cubicBezTo>
                  <a:pt x="487" y="8"/>
                  <a:pt x="506" y="5"/>
                  <a:pt x="525" y="3"/>
                </a:cubicBezTo>
                <a:cubicBezTo>
                  <a:pt x="544" y="1"/>
                  <a:pt x="563" y="0"/>
                  <a:pt x="582" y="0"/>
                </a:cubicBezTo>
                <a:lnTo>
                  <a:pt x="605" y="0"/>
                </a:lnTo>
                <a:cubicBezTo>
                  <a:pt x="624" y="0"/>
                  <a:pt x="643" y="1"/>
                  <a:pt x="662" y="3"/>
                </a:cubicBezTo>
                <a:cubicBezTo>
                  <a:pt x="681" y="5"/>
                  <a:pt x="699" y="8"/>
                  <a:pt x="718" y="11"/>
                </a:cubicBezTo>
                <a:cubicBezTo>
                  <a:pt x="737" y="15"/>
                  <a:pt x="755" y="20"/>
                  <a:pt x="773" y="26"/>
                </a:cubicBezTo>
                <a:cubicBezTo>
                  <a:pt x="791" y="32"/>
                  <a:pt x="809" y="38"/>
                  <a:pt x="827" y="45"/>
                </a:cubicBezTo>
                <a:cubicBezTo>
                  <a:pt x="844" y="53"/>
                  <a:pt x="862" y="61"/>
                  <a:pt x="878" y="70"/>
                </a:cubicBezTo>
                <a:cubicBezTo>
                  <a:pt x="895" y="79"/>
                  <a:pt x="911" y="88"/>
                  <a:pt x="927" y="99"/>
                </a:cubicBezTo>
                <a:cubicBezTo>
                  <a:pt x="943" y="110"/>
                  <a:pt x="958" y="121"/>
                  <a:pt x="973" y="133"/>
                </a:cubicBezTo>
                <a:cubicBezTo>
                  <a:pt x="988" y="145"/>
                  <a:pt x="1002" y="158"/>
                  <a:pt x="1015" y="171"/>
                </a:cubicBezTo>
                <a:cubicBezTo>
                  <a:pt x="1029" y="185"/>
                  <a:pt x="1041" y="199"/>
                  <a:pt x="1053" y="213"/>
                </a:cubicBezTo>
                <a:cubicBezTo>
                  <a:pt x="1065" y="228"/>
                  <a:pt x="1077" y="243"/>
                  <a:pt x="1087" y="259"/>
                </a:cubicBezTo>
                <a:cubicBezTo>
                  <a:pt x="1098" y="275"/>
                  <a:pt x="1108" y="291"/>
                  <a:pt x="1117" y="308"/>
                </a:cubicBezTo>
                <a:cubicBezTo>
                  <a:pt x="1126" y="325"/>
                  <a:pt x="1134" y="342"/>
                  <a:pt x="1141" y="359"/>
                </a:cubicBezTo>
                <a:cubicBezTo>
                  <a:pt x="1148" y="377"/>
                  <a:pt x="1155" y="395"/>
                  <a:pt x="1160" y="413"/>
                </a:cubicBezTo>
                <a:cubicBezTo>
                  <a:pt x="1166" y="431"/>
                  <a:pt x="1170" y="450"/>
                  <a:pt x="1174" y="468"/>
                </a:cubicBezTo>
                <a:cubicBezTo>
                  <a:pt x="1178" y="487"/>
                  <a:pt x="1180" y="506"/>
                  <a:pt x="1182" y="525"/>
                </a:cubicBezTo>
                <a:cubicBezTo>
                  <a:pt x="1184" y="544"/>
                  <a:pt x="1185" y="563"/>
                  <a:pt x="1185" y="582"/>
                </a:cubicBezTo>
                <a:cubicBezTo>
                  <a:pt x="1185" y="601"/>
                  <a:pt x="1184" y="620"/>
                  <a:pt x="1182" y="638"/>
                </a:cubicBezTo>
                <a:cubicBezTo>
                  <a:pt x="1180" y="657"/>
                  <a:pt x="1178" y="676"/>
                  <a:pt x="1174" y="695"/>
                </a:cubicBezTo>
                <a:cubicBezTo>
                  <a:pt x="1170" y="713"/>
                  <a:pt x="1166" y="732"/>
                  <a:pt x="1160" y="750"/>
                </a:cubicBezTo>
                <a:cubicBezTo>
                  <a:pt x="1155" y="768"/>
                  <a:pt x="1148" y="786"/>
                  <a:pt x="1141" y="804"/>
                </a:cubicBezTo>
                <a:cubicBezTo>
                  <a:pt x="1134" y="821"/>
                  <a:pt x="1126" y="838"/>
                  <a:pt x="1117" y="855"/>
                </a:cubicBezTo>
                <a:cubicBezTo>
                  <a:pt x="1108" y="872"/>
                  <a:pt x="1098" y="888"/>
                  <a:pt x="1087" y="904"/>
                </a:cubicBezTo>
                <a:cubicBezTo>
                  <a:pt x="1077" y="920"/>
                  <a:pt x="1065" y="935"/>
                  <a:pt x="1053" y="950"/>
                </a:cubicBezTo>
                <a:cubicBezTo>
                  <a:pt x="1041" y="964"/>
                  <a:pt x="1029" y="978"/>
                  <a:pt x="1015" y="992"/>
                </a:cubicBezTo>
                <a:cubicBezTo>
                  <a:pt x="1002" y="1005"/>
                  <a:pt x="988" y="1018"/>
                  <a:pt x="973" y="1030"/>
                </a:cubicBezTo>
                <a:cubicBezTo>
                  <a:pt x="958" y="1042"/>
                  <a:pt x="943" y="1054"/>
                  <a:pt x="927" y="1064"/>
                </a:cubicBezTo>
                <a:cubicBezTo>
                  <a:pt x="911" y="1075"/>
                  <a:pt x="895" y="1084"/>
                  <a:pt x="878" y="1093"/>
                </a:cubicBezTo>
                <a:cubicBezTo>
                  <a:pt x="862" y="1102"/>
                  <a:pt x="844" y="1110"/>
                  <a:pt x="827" y="1118"/>
                </a:cubicBezTo>
                <a:cubicBezTo>
                  <a:pt x="809" y="1125"/>
                  <a:pt x="791" y="1131"/>
                  <a:pt x="773" y="1137"/>
                </a:cubicBezTo>
                <a:cubicBezTo>
                  <a:pt x="755" y="1142"/>
                  <a:pt x="737" y="1147"/>
                  <a:pt x="718" y="1151"/>
                </a:cubicBezTo>
                <a:cubicBezTo>
                  <a:pt x="699" y="1154"/>
                  <a:pt x="681" y="1157"/>
                  <a:pt x="662" y="1159"/>
                </a:cubicBezTo>
                <a:cubicBezTo>
                  <a:pt x="643" y="1161"/>
                  <a:pt x="624" y="1162"/>
                  <a:pt x="605" y="1162"/>
                </a:cubicBezTo>
                <a:lnTo>
                  <a:pt x="582" y="1162"/>
                </a:lnTo>
                <a:cubicBezTo>
                  <a:pt x="563" y="1162"/>
                  <a:pt x="544" y="1161"/>
                  <a:pt x="525" y="1159"/>
                </a:cubicBezTo>
                <a:cubicBezTo>
                  <a:pt x="506" y="1157"/>
                  <a:pt x="487" y="1154"/>
                  <a:pt x="468" y="1151"/>
                </a:cubicBezTo>
                <a:cubicBezTo>
                  <a:pt x="450" y="1147"/>
                  <a:pt x="431" y="1142"/>
                  <a:pt x="413" y="1137"/>
                </a:cubicBezTo>
                <a:cubicBezTo>
                  <a:pt x="395" y="1131"/>
                  <a:pt x="377" y="1125"/>
                  <a:pt x="359" y="1118"/>
                </a:cubicBezTo>
                <a:cubicBezTo>
                  <a:pt x="342" y="1110"/>
                  <a:pt x="325" y="1102"/>
                  <a:pt x="308" y="1093"/>
                </a:cubicBezTo>
                <a:cubicBezTo>
                  <a:pt x="291" y="1084"/>
                  <a:pt x="275" y="1075"/>
                  <a:pt x="259" y="1064"/>
                </a:cubicBezTo>
                <a:cubicBezTo>
                  <a:pt x="243" y="1054"/>
                  <a:pt x="228" y="1042"/>
                  <a:pt x="213" y="1030"/>
                </a:cubicBezTo>
                <a:cubicBezTo>
                  <a:pt x="199" y="1018"/>
                  <a:pt x="185" y="1005"/>
                  <a:pt x="171" y="992"/>
                </a:cubicBezTo>
                <a:cubicBezTo>
                  <a:pt x="158" y="978"/>
                  <a:pt x="145" y="964"/>
                  <a:pt x="133" y="950"/>
                </a:cubicBezTo>
                <a:cubicBezTo>
                  <a:pt x="121" y="935"/>
                  <a:pt x="110" y="920"/>
                  <a:pt x="99" y="904"/>
                </a:cubicBezTo>
                <a:cubicBezTo>
                  <a:pt x="87" y="888"/>
                  <a:pt x="78" y="872"/>
                  <a:pt x="69" y="855"/>
                </a:cubicBezTo>
                <a:cubicBezTo>
                  <a:pt x="60" y="838"/>
                  <a:pt x="52" y="821"/>
                  <a:pt x="44" y="804"/>
                </a:cubicBezTo>
                <a:cubicBezTo>
                  <a:pt x="37" y="786"/>
                  <a:pt x="31" y="768"/>
                  <a:pt x="25" y="750"/>
                </a:cubicBezTo>
                <a:cubicBezTo>
                  <a:pt x="20" y="732"/>
                  <a:pt x="15" y="713"/>
                  <a:pt x="11" y="695"/>
                </a:cubicBezTo>
                <a:cubicBezTo>
                  <a:pt x="8" y="676"/>
                  <a:pt x="5" y="657"/>
                  <a:pt x="3" y="638"/>
                </a:cubicBezTo>
                <a:cubicBezTo>
                  <a:pt x="1" y="620"/>
                  <a:pt x="0" y="601"/>
                  <a:pt x="0" y="582"/>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411" name="図 410"/>
          <p:cNvPicPr/>
          <p:nvPr/>
        </p:nvPicPr>
        <p:blipFill>
          <a:blip r:embed="rId8"/>
          <a:stretch/>
        </p:blipFill>
        <p:spPr>
          <a:xfrm>
            <a:off x="5816160" y="1972080"/>
            <a:ext cx="225360" cy="200160"/>
          </a:xfrm>
          <a:prstGeom prst="rect">
            <a:avLst/>
          </a:prstGeom>
          <a:noFill/>
          <a:ln w="0">
            <a:noFill/>
          </a:ln>
        </p:spPr>
      </p:pic>
      <p:sp>
        <p:nvSpPr>
          <p:cNvPr id="412" name="テキスト ボックス 411"/>
          <p:cNvSpPr txBox="1"/>
          <p:nvPr/>
        </p:nvSpPr>
        <p:spPr>
          <a:xfrm>
            <a:off x="963000" y="4186800"/>
            <a:ext cx="3371760" cy="175680"/>
          </a:xfrm>
          <a:prstGeom prst="rect">
            <a:avLst/>
          </a:prstGeom>
          <a:noFill/>
          <a:ln w="0">
            <a:noFill/>
          </a:ln>
        </p:spPr>
        <p:txBody>
          <a:bodyPr wrap="none" lIns="0" tIns="0" rIns="0" bIns="0" anchor="t">
            <a:spAutoFit/>
          </a:bodyPr>
          <a:lstStyle/>
          <a:p>
            <a:r>
              <a:rPr lang="zh-CN" sz="950" b="0" u="none" strike="noStrike">
                <a:solidFill>
                  <a:srgbClr val="FFFFFF"/>
                </a:solidFill>
                <a:effectLst/>
                <a:uFillTx/>
                <a:latin typeface="NotoSansJP"/>
                <a:ea typeface="NotoSansJP"/>
              </a:rPr>
              <a:t>故障が顕在化する前にメンテナンスを計画でき、安全性を向上</a:t>
            </a:r>
            <a:endParaRPr lang="en-US" sz="950" b="0" u="none" strike="noStrike">
              <a:solidFill>
                <a:srgbClr val="000000"/>
              </a:solidFill>
              <a:effectLst/>
              <a:uFillTx/>
              <a:latin typeface="Times New Roman"/>
            </a:endParaRPr>
          </a:p>
        </p:txBody>
      </p:sp>
      <p:sp>
        <p:nvSpPr>
          <p:cNvPr id="413" name="テキスト ボックス 412"/>
          <p:cNvSpPr txBox="1"/>
          <p:nvPr/>
        </p:nvSpPr>
        <p:spPr>
          <a:xfrm>
            <a:off x="6275880" y="1978200"/>
            <a:ext cx="1409040" cy="291600"/>
          </a:xfrm>
          <a:prstGeom prst="rect">
            <a:avLst/>
          </a:prstGeom>
          <a:noFill/>
          <a:ln w="0">
            <a:noFill/>
          </a:ln>
        </p:spPr>
        <p:txBody>
          <a:bodyPr wrap="none" lIns="0" tIns="0" rIns="0" bIns="0" anchor="t">
            <a:spAutoFit/>
          </a:bodyPr>
          <a:lstStyle/>
          <a:p>
            <a:r>
              <a:rPr lang="zh-CN" sz="1580" b="0" u="none" strike="noStrike">
                <a:solidFill>
                  <a:srgbClr val="FFFFFF"/>
                </a:solidFill>
                <a:effectLst/>
                <a:uFillTx/>
                <a:latin typeface="NotoSansJP"/>
                <a:ea typeface="NotoSansJP"/>
              </a:rPr>
              <a:t>製造品質の向上</a:t>
            </a:r>
            <a:endParaRPr lang="en-US" sz="1580" b="0" u="none" strike="noStrike">
              <a:solidFill>
                <a:srgbClr val="000000"/>
              </a:solidFill>
              <a:effectLst/>
              <a:uFillTx/>
              <a:latin typeface="Times New Roman"/>
            </a:endParaRPr>
          </a:p>
        </p:txBody>
      </p:sp>
      <p:pic>
        <p:nvPicPr>
          <p:cNvPr id="414" name="図 413"/>
          <p:cNvPicPr/>
          <p:nvPr/>
        </p:nvPicPr>
        <p:blipFill>
          <a:blip r:embed="rId6"/>
          <a:stretch/>
        </p:blipFill>
        <p:spPr>
          <a:xfrm>
            <a:off x="5716080" y="2457000"/>
            <a:ext cx="133200" cy="133200"/>
          </a:xfrm>
          <a:prstGeom prst="rect">
            <a:avLst/>
          </a:prstGeom>
          <a:noFill/>
          <a:ln w="0">
            <a:noFill/>
          </a:ln>
        </p:spPr>
      </p:pic>
      <p:sp>
        <p:nvSpPr>
          <p:cNvPr id="415" name="テキスト ボックス 414"/>
          <p:cNvSpPr txBox="1"/>
          <p:nvPr/>
        </p:nvSpPr>
        <p:spPr>
          <a:xfrm>
            <a:off x="7746840" y="2040480"/>
            <a:ext cx="1114920" cy="157320"/>
          </a:xfrm>
          <a:prstGeom prst="rect">
            <a:avLst/>
          </a:prstGeom>
          <a:noFill/>
          <a:ln w="0">
            <a:noFill/>
          </a:ln>
        </p:spPr>
        <p:txBody>
          <a:bodyPr wrap="none" lIns="0" tIns="0" rIns="0" bIns="0" anchor="t">
            <a:spAutoFit/>
          </a:bodyPr>
          <a:lstStyle/>
          <a:p>
            <a:r>
              <a:rPr lang="en-US" sz="1050" b="0" u="none" strike="noStrike">
                <a:solidFill>
                  <a:srgbClr val="99A1AF"/>
                </a:solidFill>
                <a:effectLst/>
                <a:uFillTx/>
                <a:latin typeface="NotoSansJP"/>
                <a:ea typeface="NotoSansJP"/>
              </a:rPr>
              <a:t>(Quality Control)</a:t>
            </a:r>
            <a:endParaRPr lang="en-US" sz="1050" b="0" u="none" strike="noStrike">
              <a:solidFill>
                <a:srgbClr val="000000"/>
              </a:solidFill>
              <a:effectLst/>
              <a:uFillTx/>
              <a:latin typeface="Times New Roman"/>
            </a:endParaRPr>
          </a:p>
        </p:txBody>
      </p:sp>
      <p:pic>
        <p:nvPicPr>
          <p:cNvPr id="416" name="図 415"/>
          <p:cNvPicPr/>
          <p:nvPr/>
        </p:nvPicPr>
        <p:blipFill>
          <a:blip r:embed="rId6"/>
          <a:stretch/>
        </p:blipFill>
        <p:spPr>
          <a:xfrm>
            <a:off x="5716080" y="2858040"/>
            <a:ext cx="133200" cy="133200"/>
          </a:xfrm>
          <a:prstGeom prst="rect">
            <a:avLst/>
          </a:prstGeom>
          <a:noFill/>
          <a:ln w="0">
            <a:noFill/>
          </a:ln>
        </p:spPr>
      </p:pic>
      <p:sp>
        <p:nvSpPr>
          <p:cNvPr id="417" name="テキスト ボックス 416"/>
          <p:cNvSpPr txBox="1"/>
          <p:nvPr/>
        </p:nvSpPr>
        <p:spPr>
          <a:xfrm>
            <a:off x="5950080" y="2458080"/>
            <a:ext cx="415836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自動車の製造ラインにおいて、機械学習が</a:t>
            </a:r>
            <a:r>
              <a:rPr lang="zh-CN" sz="1050" b="0" u="none" strike="noStrike">
                <a:solidFill>
                  <a:srgbClr val="FF0000"/>
                </a:solidFill>
                <a:effectLst/>
                <a:uFillTx/>
                <a:latin typeface="NotoSansJP"/>
                <a:ea typeface="NotoSansJP"/>
              </a:rPr>
              <a:t>品質管理の精度向上</a:t>
            </a:r>
            <a:r>
              <a:rPr lang="zh-CN" sz="1050" b="0" u="none" strike="noStrike">
                <a:solidFill>
                  <a:srgbClr val="FFFFFF"/>
                </a:solidFill>
                <a:effectLst/>
                <a:uFillTx/>
                <a:latin typeface="NotoSansJP"/>
                <a:ea typeface="NotoSansJP"/>
              </a:rPr>
              <a:t>に貢献</a:t>
            </a:r>
            <a:endParaRPr lang="en-US" sz="1050" b="0" u="none" strike="noStrike">
              <a:solidFill>
                <a:srgbClr val="000000"/>
              </a:solidFill>
              <a:effectLst/>
              <a:uFillTx/>
              <a:latin typeface="Times New Roman"/>
            </a:endParaRPr>
          </a:p>
        </p:txBody>
      </p:sp>
      <p:sp>
        <p:nvSpPr>
          <p:cNvPr id="418" name="テキスト ボックス 417"/>
          <p:cNvSpPr txBox="1"/>
          <p:nvPr/>
        </p:nvSpPr>
        <p:spPr>
          <a:xfrm>
            <a:off x="5950080" y="2759040"/>
            <a:ext cx="42253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トヨタの事例：塗装検査プロセスに</a:t>
            </a:r>
            <a:r>
              <a:rPr lang="en-US" sz="1050" b="0" u="none" strike="noStrike">
                <a:solidFill>
                  <a:srgbClr val="FFFFFF"/>
                </a:solidFill>
                <a:effectLst/>
                <a:uFillTx/>
                <a:latin typeface="NotoSansJP"/>
                <a:ea typeface="NotoSansJP"/>
              </a:rPr>
              <a:t>AI</a:t>
            </a:r>
            <a:r>
              <a:rPr lang="zh-CN" sz="1050" b="0" u="none" strike="noStrike">
                <a:solidFill>
                  <a:srgbClr val="FFFFFF"/>
                </a:solidFill>
                <a:effectLst/>
                <a:uFillTx/>
                <a:latin typeface="NotoSansJP"/>
                <a:ea typeface="NotoSansJP"/>
              </a:rPr>
              <a:t>を導入し、人間の目では見逃し</a:t>
            </a:r>
            <a:endParaRPr lang="en-US" sz="1050" b="0" u="none" strike="noStrike">
              <a:solidFill>
                <a:srgbClr val="000000"/>
              </a:solidFill>
              <a:effectLst/>
              <a:uFillTx/>
              <a:latin typeface="Times New Roman"/>
            </a:endParaRPr>
          </a:p>
        </p:txBody>
      </p:sp>
      <p:pic>
        <p:nvPicPr>
          <p:cNvPr id="419" name="図 418"/>
          <p:cNvPicPr/>
          <p:nvPr/>
        </p:nvPicPr>
        <p:blipFill>
          <a:blip r:embed="rId6"/>
          <a:stretch/>
        </p:blipFill>
        <p:spPr>
          <a:xfrm>
            <a:off x="5716080" y="3359520"/>
            <a:ext cx="133200" cy="133200"/>
          </a:xfrm>
          <a:prstGeom prst="rect">
            <a:avLst/>
          </a:prstGeom>
          <a:noFill/>
          <a:ln w="0">
            <a:noFill/>
          </a:ln>
        </p:spPr>
      </p:pic>
      <p:sp>
        <p:nvSpPr>
          <p:cNvPr id="420" name="テキスト ボックス 419"/>
          <p:cNvSpPr txBox="1"/>
          <p:nvPr/>
        </p:nvSpPr>
        <p:spPr>
          <a:xfrm>
            <a:off x="5950080" y="2959560"/>
            <a:ext cx="174420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がちな微細な欠陥を自動検出</a:t>
            </a:r>
            <a:endParaRPr lang="en-US" sz="1050" b="0" u="none" strike="noStrike">
              <a:solidFill>
                <a:srgbClr val="000000"/>
              </a:solidFill>
              <a:effectLst/>
              <a:uFillTx/>
              <a:latin typeface="Times New Roman"/>
            </a:endParaRPr>
          </a:p>
        </p:txBody>
      </p:sp>
      <p:sp>
        <p:nvSpPr>
          <p:cNvPr id="421" name="テキスト ボックス 420"/>
          <p:cNvSpPr txBox="1"/>
          <p:nvPr/>
        </p:nvSpPr>
        <p:spPr>
          <a:xfrm>
            <a:off x="5950080" y="3260520"/>
            <a:ext cx="415836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正常品と不良品の大量の画像を機械学習モデルに学習させ、高精度で</a:t>
            </a:r>
            <a:endParaRPr lang="en-US" sz="1050" b="0" u="none" strike="noStrike">
              <a:solidFill>
                <a:srgbClr val="000000"/>
              </a:solidFill>
              <a:effectLst/>
              <a:uFillTx/>
              <a:latin typeface="Times New Roman"/>
            </a:endParaRPr>
          </a:p>
        </p:txBody>
      </p:sp>
      <p:pic>
        <p:nvPicPr>
          <p:cNvPr id="422" name="図 421"/>
          <p:cNvPicPr/>
          <p:nvPr/>
        </p:nvPicPr>
        <p:blipFill>
          <a:blip r:embed="rId6"/>
          <a:stretch/>
        </p:blipFill>
        <p:spPr>
          <a:xfrm>
            <a:off x="5716080" y="3860640"/>
            <a:ext cx="133200" cy="133200"/>
          </a:xfrm>
          <a:prstGeom prst="rect">
            <a:avLst/>
          </a:prstGeom>
          <a:noFill/>
          <a:ln w="0">
            <a:noFill/>
          </a:ln>
        </p:spPr>
      </p:pic>
      <p:sp>
        <p:nvSpPr>
          <p:cNvPr id="423" name="テキスト ボックス 422"/>
          <p:cNvSpPr txBox="1"/>
          <p:nvPr/>
        </p:nvSpPr>
        <p:spPr>
          <a:xfrm>
            <a:off x="5950080" y="3461040"/>
            <a:ext cx="10735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の品質検査を実現</a:t>
            </a:r>
            <a:endParaRPr lang="en-US" sz="1050" b="0" u="none" strike="noStrike">
              <a:solidFill>
                <a:srgbClr val="000000"/>
              </a:solidFill>
              <a:effectLst/>
              <a:uFillTx/>
              <a:latin typeface="Times New Roman"/>
            </a:endParaRPr>
          </a:p>
        </p:txBody>
      </p:sp>
      <p:sp>
        <p:nvSpPr>
          <p:cNvPr id="424" name="テキスト ボックス 423"/>
          <p:cNvSpPr txBox="1"/>
          <p:nvPr/>
        </p:nvSpPr>
        <p:spPr>
          <a:xfrm>
            <a:off x="5950080" y="3761640"/>
            <a:ext cx="415836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初期不良に起因する安全上の問題を未然に防止し、製品の信頼性を向</a:t>
            </a:r>
            <a:endParaRPr lang="en-US" sz="1050" b="0" u="none" strike="noStrike">
              <a:solidFill>
                <a:srgbClr val="000000"/>
              </a:solidFill>
              <a:effectLst/>
              <a:uFillTx/>
              <a:latin typeface="Times New Roman"/>
            </a:endParaRPr>
          </a:p>
        </p:txBody>
      </p:sp>
      <p:pic>
        <p:nvPicPr>
          <p:cNvPr id="425" name="図 424"/>
          <p:cNvPicPr/>
          <p:nvPr/>
        </p:nvPicPr>
        <p:blipFill>
          <a:blip r:embed="rId7"/>
          <a:stretch/>
        </p:blipFill>
        <p:spPr>
          <a:xfrm>
            <a:off x="5816160" y="4379040"/>
            <a:ext cx="100080" cy="133200"/>
          </a:xfrm>
          <a:prstGeom prst="rect">
            <a:avLst/>
          </a:prstGeom>
          <a:noFill/>
          <a:ln w="0">
            <a:noFill/>
          </a:ln>
        </p:spPr>
      </p:pic>
      <p:sp>
        <p:nvSpPr>
          <p:cNvPr id="426" name="テキスト ボックス 425"/>
          <p:cNvSpPr txBox="1"/>
          <p:nvPr/>
        </p:nvSpPr>
        <p:spPr>
          <a:xfrm>
            <a:off x="5950080" y="3962520"/>
            <a:ext cx="13500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上</a:t>
            </a:r>
            <a:endParaRPr lang="en-US" sz="1050" b="0" u="none" strike="noStrike">
              <a:solidFill>
                <a:srgbClr val="000000"/>
              </a:solidFill>
              <a:effectLst/>
              <a:uFillTx/>
              <a:latin typeface="Times New Roman"/>
            </a:endParaRPr>
          </a:p>
        </p:txBody>
      </p:sp>
      <p:pic>
        <p:nvPicPr>
          <p:cNvPr id="427" name="図 426"/>
          <p:cNvPicPr/>
          <p:nvPr/>
        </p:nvPicPr>
        <p:blipFill>
          <a:blip r:embed="rId9"/>
          <a:stretch/>
        </p:blipFill>
        <p:spPr>
          <a:xfrm>
            <a:off x="0" y="5983560"/>
            <a:ext cx="7133400" cy="33120"/>
          </a:xfrm>
          <a:prstGeom prst="rect">
            <a:avLst/>
          </a:prstGeom>
          <a:noFill/>
          <a:ln w="0">
            <a:noFill/>
          </a:ln>
        </p:spPr>
      </p:pic>
      <p:pic>
        <p:nvPicPr>
          <p:cNvPr id="428" name="図 427"/>
          <p:cNvPicPr/>
          <p:nvPr/>
        </p:nvPicPr>
        <p:blipFill>
          <a:blip r:embed="rId10"/>
          <a:stretch/>
        </p:blipFill>
        <p:spPr>
          <a:xfrm>
            <a:off x="9760680" y="534960"/>
            <a:ext cx="534600" cy="534600"/>
          </a:xfrm>
          <a:prstGeom prst="rect">
            <a:avLst/>
          </a:prstGeom>
          <a:noFill/>
          <a:ln w="0">
            <a:noFill/>
          </a:ln>
        </p:spPr>
      </p:pic>
      <p:pic>
        <p:nvPicPr>
          <p:cNvPr id="429" name="図 428"/>
          <p:cNvPicPr/>
          <p:nvPr/>
        </p:nvPicPr>
        <p:blipFill>
          <a:blip r:embed="rId11"/>
          <a:stretch/>
        </p:blipFill>
        <p:spPr>
          <a:xfrm>
            <a:off x="1604520" y="4947120"/>
            <a:ext cx="267120" cy="267120"/>
          </a:xfrm>
          <a:prstGeom prst="rect">
            <a:avLst/>
          </a:prstGeom>
          <a:noFill/>
          <a:ln w="0">
            <a:noFill/>
          </a:ln>
        </p:spPr>
      </p:pic>
      <p:sp>
        <p:nvSpPr>
          <p:cNvPr id="430" name="テキスト ボックス 429"/>
          <p:cNvSpPr txBox="1"/>
          <p:nvPr/>
        </p:nvSpPr>
        <p:spPr>
          <a:xfrm>
            <a:off x="6044040" y="4387320"/>
            <a:ext cx="3130920" cy="175680"/>
          </a:xfrm>
          <a:prstGeom prst="rect">
            <a:avLst/>
          </a:prstGeom>
          <a:noFill/>
          <a:ln w="0">
            <a:noFill/>
          </a:ln>
        </p:spPr>
        <p:txBody>
          <a:bodyPr wrap="none" lIns="0" tIns="0" rIns="0" bIns="0" anchor="t">
            <a:spAutoFit/>
          </a:bodyPr>
          <a:lstStyle/>
          <a:p>
            <a:r>
              <a:rPr lang="zh-CN" sz="950" b="0" u="none" strike="noStrike">
                <a:solidFill>
                  <a:srgbClr val="FFFFFF"/>
                </a:solidFill>
                <a:effectLst/>
                <a:uFillTx/>
                <a:latin typeface="NotoSansJP"/>
                <a:ea typeface="NotoSansJP"/>
              </a:rPr>
              <a:t>製造段階での品質保証により、将来的な安全リスクを低減</a:t>
            </a:r>
            <a:endParaRPr lang="en-US" sz="950" b="0" u="none" strike="noStrike">
              <a:solidFill>
                <a:srgbClr val="000000"/>
              </a:solidFill>
              <a:effectLst/>
              <a:uFillTx/>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1" name="図 430"/>
          <p:cNvPicPr/>
          <p:nvPr/>
        </p:nvPicPr>
        <p:blipFill>
          <a:blip r:embed="rId2"/>
          <a:stretch/>
        </p:blipFill>
        <p:spPr>
          <a:xfrm>
            <a:off x="0" y="0"/>
            <a:ext cx="10309680" cy="6451560"/>
          </a:xfrm>
          <a:prstGeom prst="rect">
            <a:avLst/>
          </a:prstGeom>
          <a:noFill/>
          <a:ln w="0">
            <a:noFill/>
          </a:ln>
        </p:spPr>
      </p:pic>
      <p:sp>
        <p:nvSpPr>
          <p:cNvPr id="432" name="テキスト ボックス 431"/>
          <p:cNvSpPr txBox="1"/>
          <p:nvPr/>
        </p:nvSpPr>
        <p:spPr>
          <a:xfrm>
            <a:off x="386640" y="375120"/>
            <a:ext cx="4054680" cy="419400"/>
          </a:xfrm>
          <a:prstGeom prst="rect">
            <a:avLst/>
          </a:prstGeom>
          <a:noFill/>
          <a:ln w="0">
            <a:noFill/>
          </a:ln>
        </p:spPr>
        <p:txBody>
          <a:bodyPr wrap="none" lIns="0" tIns="0" rIns="0" bIns="0" anchor="t">
            <a:spAutoFit/>
          </a:bodyPr>
          <a:lstStyle/>
          <a:p>
            <a:r>
              <a:rPr lang="zh-CN" sz="2280" b="0" u="none" strike="noStrike">
                <a:solidFill>
                  <a:srgbClr val="FFFFFF"/>
                </a:solidFill>
                <a:effectLst/>
                <a:uFillTx/>
                <a:latin typeface="NotoSansJP"/>
                <a:ea typeface="NotoSansJP"/>
              </a:rPr>
              <a:t>ディープラーニングの活用事例</a:t>
            </a:r>
            <a:endParaRPr lang="en-US" sz="2280" b="0" u="none" strike="noStrike">
              <a:solidFill>
                <a:srgbClr val="000000"/>
              </a:solidFill>
              <a:effectLst/>
              <a:uFillTx/>
              <a:latin typeface="Times New Roman"/>
            </a:endParaRPr>
          </a:p>
        </p:txBody>
      </p:sp>
      <p:sp>
        <p:nvSpPr>
          <p:cNvPr id="433" name="テキスト ボックス 432"/>
          <p:cNvSpPr txBox="1"/>
          <p:nvPr/>
        </p:nvSpPr>
        <p:spPr>
          <a:xfrm>
            <a:off x="9641520" y="491400"/>
            <a:ext cx="325800" cy="131400"/>
          </a:xfrm>
          <a:prstGeom prst="rect">
            <a:avLst/>
          </a:prstGeom>
          <a:noFill/>
          <a:ln w="0">
            <a:noFill/>
          </a:ln>
        </p:spPr>
        <p:txBody>
          <a:bodyPr wrap="none" lIns="0" tIns="0" rIns="0" bIns="0" anchor="t">
            <a:spAutoFit/>
          </a:bodyPr>
          <a:lstStyle/>
          <a:p>
            <a:r>
              <a:rPr lang="en-US" sz="889" b="0" u="none" strike="noStrike">
                <a:solidFill>
                  <a:srgbClr val="99A1AF"/>
                </a:solidFill>
                <a:effectLst/>
                <a:uFillTx/>
                <a:latin typeface="NotoSansJP"/>
                <a:ea typeface="NotoSansJP"/>
              </a:rPr>
              <a:t>9 / 17</a:t>
            </a:r>
            <a:endParaRPr lang="en-US" sz="889" b="0" u="none" strike="noStrike">
              <a:solidFill>
                <a:srgbClr val="000000"/>
              </a:solidFill>
              <a:effectLst/>
              <a:uFillTx/>
              <a:latin typeface="Times New Roman"/>
            </a:endParaRPr>
          </a:p>
        </p:txBody>
      </p:sp>
      <p:sp>
        <p:nvSpPr>
          <p:cNvPr id="434" name="テキスト ボックス 433"/>
          <p:cNvSpPr txBox="1"/>
          <p:nvPr/>
        </p:nvSpPr>
        <p:spPr>
          <a:xfrm>
            <a:off x="386640" y="994320"/>
            <a:ext cx="9568080" cy="235080"/>
          </a:xfrm>
          <a:prstGeom prst="rect">
            <a:avLst/>
          </a:prstGeom>
          <a:noFill/>
          <a:ln w="0">
            <a:noFill/>
          </a:ln>
        </p:spPr>
        <p:txBody>
          <a:bodyPr wrap="none" lIns="0" tIns="0" rIns="0" bIns="0" anchor="t">
            <a:spAutoFit/>
          </a:bodyPr>
          <a:lstStyle/>
          <a:p>
            <a:r>
              <a:rPr lang="zh-CN" sz="1270" b="0" u="none" strike="noStrike">
                <a:solidFill>
                  <a:srgbClr val="D1D5DC"/>
                </a:solidFill>
                <a:effectLst/>
                <a:uFillTx/>
                <a:latin typeface="NotoSansJP"/>
                <a:ea typeface="NotoSansJP"/>
              </a:rPr>
              <a:t>ディープラーニング（深層学習）は、人間の神経回路網を模した多層のニューラルネットワークを用いる機械学習の一手法です。 特</a:t>
            </a:r>
            <a:endParaRPr lang="en-US" sz="1270" b="0" u="none" strike="noStrike">
              <a:solidFill>
                <a:srgbClr val="000000"/>
              </a:solidFill>
              <a:effectLst/>
              <a:uFillTx/>
              <a:latin typeface="Times New Roman"/>
            </a:endParaRPr>
          </a:p>
        </p:txBody>
      </p:sp>
      <p:sp>
        <p:nvSpPr>
          <p:cNvPr id="435" name="フリーフォーム: 図形 434"/>
          <p:cNvSpPr/>
          <p:nvPr/>
        </p:nvSpPr>
        <p:spPr>
          <a:xfrm>
            <a:off x="402480" y="2287440"/>
            <a:ext cx="4623840" cy="966960"/>
          </a:xfrm>
          <a:custGeom>
            <a:avLst/>
            <a:gdLst/>
            <a:ahLst/>
            <a:cxnLst/>
            <a:rect l="0" t="0" r="r" b="b"/>
            <a:pathLst>
              <a:path w="12844" h="2686">
                <a:moveTo>
                  <a:pt x="0" y="2417"/>
                </a:moveTo>
                <a:lnTo>
                  <a:pt x="0" y="268"/>
                </a:lnTo>
                <a:cubicBezTo>
                  <a:pt x="0" y="251"/>
                  <a:pt x="2" y="233"/>
                  <a:pt x="5" y="216"/>
                </a:cubicBezTo>
                <a:cubicBezTo>
                  <a:pt x="7" y="199"/>
                  <a:pt x="12" y="182"/>
                  <a:pt x="17" y="165"/>
                </a:cubicBezTo>
                <a:cubicBezTo>
                  <a:pt x="23" y="149"/>
                  <a:pt x="30" y="134"/>
                  <a:pt x="38" y="119"/>
                </a:cubicBezTo>
                <a:cubicBezTo>
                  <a:pt x="46" y="104"/>
                  <a:pt x="55" y="91"/>
                  <a:pt x="66" y="78"/>
                </a:cubicBezTo>
                <a:cubicBezTo>
                  <a:pt x="76" y="66"/>
                  <a:pt x="87" y="55"/>
                  <a:pt x="100" y="45"/>
                </a:cubicBezTo>
                <a:cubicBezTo>
                  <a:pt x="112" y="35"/>
                  <a:pt x="125" y="27"/>
                  <a:pt x="138" y="20"/>
                </a:cubicBezTo>
                <a:cubicBezTo>
                  <a:pt x="152" y="13"/>
                  <a:pt x="166" y="8"/>
                  <a:pt x="180" y="5"/>
                </a:cubicBezTo>
                <a:cubicBezTo>
                  <a:pt x="195" y="1"/>
                  <a:pt x="209" y="0"/>
                  <a:pt x="224" y="0"/>
                </a:cubicBezTo>
                <a:lnTo>
                  <a:pt x="12575" y="0"/>
                </a:lnTo>
                <a:cubicBezTo>
                  <a:pt x="12593" y="0"/>
                  <a:pt x="12610" y="1"/>
                  <a:pt x="12628" y="5"/>
                </a:cubicBezTo>
                <a:cubicBezTo>
                  <a:pt x="12645" y="8"/>
                  <a:pt x="12662" y="13"/>
                  <a:pt x="12678" y="20"/>
                </a:cubicBezTo>
                <a:cubicBezTo>
                  <a:pt x="12694" y="27"/>
                  <a:pt x="12710" y="35"/>
                  <a:pt x="12725" y="45"/>
                </a:cubicBezTo>
                <a:cubicBezTo>
                  <a:pt x="12739" y="55"/>
                  <a:pt x="12753" y="66"/>
                  <a:pt x="12765" y="78"/>
                </a:cubicBezTo>
                <a:cubicBezTo>
                  <a:pt x="12778" y="91"/>
                  <a:pt x="12789" y="104"/>
                  <a:pt x="12799" y="119"/>
                </a:cubicBezTo>
                <a:cubicBezTo>
                  <a:pt x="12808" y="134"/>
                  <a:pt x="12817" y="149"/>
                  <a:pt x="12823" y="165"/>
                </a:cubicBezTo>
                <a:cubicBezTo>
                  <a:pt x="12830" y="182"/>
                  <a:pt x="12835" y="199"/>
                  <a:pt x="12839" y="216"/>
                </a:cubicBezTo>
                <a:cubicBezTo>
                  <a:pt x="12842" y="233"/>
                  <a:pt x="12844" y="251"/>
                  <a:pt x="12844" y="268"/>
                </a:cubicBezTo>
                <a:lnTo>
                  <a:pt x="12844" y="2417"/>
                </a:lnTo>
                <a:cubicBezTo>
                  <a:pt x="12844" y="2435"/>
                  <a:pt x="12842" y="2452"/>
                  <a:pt x="12839" y="2469"/>
                </a:cubicBezTo>
                <a:cubicBezTo>
                  <a:pt x="12835" y="2487"/>
                  <a:pt x="12830" y="2504"/>
                  <a:pt x="12823" y="2520"/>
                </a:cubicBezTo>
                <a:cubicBezTo>
                  <a:pt x="12817" y="2536"/>
                  <a:pt x="12808" y="2552"/>
                  <a:pt x="12799" y="2566"/>
                </a:cubicBezTo>
                <a:cubicBezTo>
                  <a:pt x="12789" y="2581"/>
                  <a:pt x="12778" y="2595"/>
                  <a:pt x="12765" y="2607"/>
                </a:cubicBezTo>
                <a:cubicBezTo>
                  <a:pt x="12753" y="2619"/>
                  <a:pt x="12739" y="2631"/>
                  <a:pt x="12725" y="2640"/>
                </a:cubicBezTo>
                <a:cubicBezTo>
                  <a:pt x="12710" y="2650"/>
                  <a:pt x="12694" y="2658"/>
                  <a:pt x="12678" y="2665"/>
                </a:cubicBezTo>
                <a:cubicBezTo>
                  <a:pt x="12662" y="2672"/>
                  <a:pt x="12645" y="2677"/>
                  <a:pt x="12628" y="2680"/>
                </a:cubicBezTo>
                <a:cubicBezTo>
                  <a:pt x="12610" y="2684"/>
                  <a:pt x="12593" y="2686"/>
                  <a:pt x="12575" y="2686"/>
                </a:cubicBezTo>
                <a:lnTo>
                  <a:pt x="224" y="2686"/>
                </a:lnTo>
                <a:cubicBezTo>
                  <a:pt x="209" y="2686"/>
                  <a:pt x="195" y="2684"/>
                  <a:pt x="180" y="2680"/>
                </a:cubicBezTo>
                <a:cubicBezTo>
                  <a:pt x="166" y="2677"/>
                  <a:pt x="152" y="2672"/>
                  <a:pt x="138" y="2665"/>
                </a:cubicBezTo>
                <a:cubicBezTo>
                  <a:pt x="125" y="2658"/>
                  <a:pt x="112" y="2650"/>
                  <a:pt x="100" y="2640"/>
                </a:cubicBezTo>
                <a:cubicBezTo>
                  <a:pt x="87" y="2631"/>
                  <a:pt x="76" y="2619"/>
                  <a:pt x="66" y="2607"/>
                </a:cubicBezTo>
                <a:cubicBezTo>
                  <a:pt x="55" y="2595"/>
                  <a:pt x="46" y="2581"/>
                  <a:pt x="38" y="2566"/>
                </a:cubicBezTo>
                <a:cubicBezTo>
                  <a:pt x="30" y="2552"/>
                  <a:pt x="23" y="2536"/>
                  <a:pt x="17" y="2520"/>
                </a:cubicBezTo>
                <a:cubicBezTo>
                  <a:pt x="12" y="2504"/>
                  <a:pt x="7" y="2487"/>
                  <a:pt x="5" y="2469"/>
                </a:cubicBezTo>
                <a:cubicBezTo>
                  <a:pt x="2" y="2452"/>
                  <a:pt x="0" y="2435"/>
                  <a:pt x="0" y="2417"/>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36" name="フリーフォーム: 図形 435"/>
          <p:cNvSpPr/>
          <p:nvPr/>
        </p:nvSpPr>
        <p:spPr>
          <a:xfrm>
            <a:off x="386280" y="2287440"/>
            <a:ext cx="97200" cy="966960"/>
          </a:xfrm>
          <a:custGeom>
            <a:avLst/>
            <a:gdLst/>
            <a:ahLst/>
            <a:cxnLst/>
            <a:rect l="0" t="0" r="r" b="b"/>
            <a:pathLst>
              <a:path w="270" h="2686">
                <a:moveTo>
                  <a:pt x="0" y="0"/>
                </a:moveTo>
                <a:lnTo>
                  <a:pt x="270" y="0"/>
                </a:lnTo>
                <a:lnTo>
                  <a:pt x="270" y="2686"/>
                </a:lnTo>
                <a:lnTo>
                  <a:pt x="0" y="2686"/>
                </a:lnTo>
                <a:lnTo>
                  <a:pt x="0"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37" name="フリーフォーム: 図形 436"/>
          <p:cNvSpPr/>
          <p:nvPr/>
        </p:nvSpPr>
        <p:spPr>
          <a:xfrm>
            <a:off x="402480" y="3447360"/>
            <a:ext cx="4623840" cy="966600"/>
          </a:xfrm>
          <a:custGeom>
            <a:avLst/>
            <a:gdLst/>
            <a:ahLst/>
            <a:cxnLst/>
            <a:rect l="0" t="0" r="r" b="b"/>
            <a:pathLst>
              <a:path w="12844" h="2685">
                <a:moveTo>
                  <a:pt x="0" y="2416"/>
                </a:moveTo>
                <a:lnTo>
                  <a:pt x="0" y="268"/>
                </a:lnTo>
                <a:cubicBezTo>
                  <a:pt x="0" y="250"/>
                  <a:pt x="2" y="233"/>
                  <a:pt x="5" y="216"/>
                </a:cubicBezTo>
                <a:cubicBezTo>
                  <a:pt x="7" y="198"/>
                  <a:pt x="12" y="182"/>
                  <a:pt x="17" y="165"/>
                </a:cubicBezTo>
                <a:cubicBezTo>
                  <a:pt x="23" y="149"/>
                  <a:pt x="30" y="134"/>
                  <a:pt x="38" y="119"/>
                </a:cubicBezTo>
                <a:cubicBezTo>
                  <a:pt x="46" y="104"/>
                  <a:pt x="55" y="91"/>
                  <a:pt x="66" y="78"/>
                </a:cubicBezTo>
                <a:cubicBezTo>
                  <a:pt x="76" y="66"/>
                  <a:pt x="87" y="55"/>
                  <a:pt x="100" y="45"/>
                </a:cubicBezTo>
                <a:cubicBezTo>
                  <a:pt x="112" y="35"/>
                  <a:pt x="125" y="27"/>
                  <a:pt x="138" y="20"/>
                </a:cubicBezTo>
                <a:cubicBezTo>
                  <a:pt x="152" y="13"/>
                  <a:pt x="166" y="8"/>
                  <a:pt x="180" y="5"/>
                </a:cubicBezTo>
                <a:cubicBezTo>
                  <a:pt x="195" y="1"/>
                  <a:pt x="209" y="0"/>
                  <a:pt x="224" y="0"/>
                </a:cubicBezTo>
                <a:lnTo>
                  <a:pt x="12575" y="0"/>
                </a:lnTo>
                <a:cubicBezTo>
                  <a:pt x="12593" y="0"/>
                  <a:pt x="12610" y="1"/>
                  <a:pt x="12628" y="5"/>
                </a:cubicBezTo>
                <a:cubicBezTo>
                  <a:pt x="12645" y="8"/>
                  <a:pt x="12662" y="13"/>
                  <a:pt x="12678" y="20"/>
                </a:cubicBezTo>
                <a:cubicBezTo>
                  <a:pt x="12694" y="27"/>
                  <a:pt x="12710" y="35"/>
                  <a:pt x="12725" y="45"/>
                </a:cubicBezTo>
                <a:cubicBezTo>
                  <a:pt x="12739" y="55"/>
                  <a:pt x="12753" y="66"/>
                  <a:pt x="12765" y="78"/>
                </a:cubicBezTo>
                <a:cubicBezTo>
                  <a:pt x="12778" y="91"/>
                  <a:pt x="12789" y="104"/>
                  <a:pt x="12799" y="119"/>
                </a:cubicBezTo>
                <a:cubicBezTo>
                  <a:pt x="12808" y="134"/>
                  <a:pt x="12817" y="149"/>
                  <a:pt x="12823" y="165"/>
                </a:cubicBezTo>
                <a:cubicBezTo>
                  <a:pt x="12830" y="182"/>
                  <a:pt x="12835" y="198"/>
                  <a:pt x="12839" y="216"/>
                </a:cubicBezTo>
                <a:cubicBezTo>
                  <a:pt x="12842" y="233"/>
                  <a:pt x="12844" y="250"/>
                  <a:pt x="12844" y="268"/>
                </a:cubicBezTo>
                <a:lnTo>
                  <a:pt x="12844" y="2416"/>
                </a:lnTo>
                <a:cubicBezTo>
                  <a:pt x="12844" y="2434"/>
                  <a:pt x="12842" y="2451"/>
                  <a:pt x="12839" y="2468"/>
                </a:cubicBezTo>
                <a:cubicBezTo>
                  <a:pt x="12835" y="2486"/>
                  <a:pt x="12830" y="2503"/>
                  <a:pt x="12823" y="2520"/>
                </a:cubicBezTo>
                <a:cubicBezTo>
                  <a:pt x="12817" y="2536"/>
                  <a:pt x="12808" y="2551"/>
                  <a:pt x="12799" y="2566"/>
                </a:cubicBezTo>
                <a:cubicBezTo>
                  <a:pt x="12789" y="2581"/>
                  <a:pt x="12778" y="2594"/>
                  <a:pt x="12765" y="2607"/>
                </a:cubicBezTo>
                <a:cubicBezTo>
                  <a:pt x="12753" y="2619"/>
                  <a:pt x="12739" y="2630"/>
                  <a:pt x="12725" y="2640"/>
                </a:cubicBezTo>
                <a:cubicBezTo>
                  <a:pt x="12710" y="2650"/>
                  <a:pt x="12694" y="2658"/>
                  <a:pt x="12678" y="2665"/>
                </a:cubicBezTo>
                <a:cubicBezTo>
                  <a:pt x="12662" y="2672"/>
                  <a:pt x="12645" y="2677"/>
                  <a:pt x="12628" y="2680"/>
                </a:cubicBezTo>
                <a:cubicBezTo>
                  <a:pt x="12610" y="2684"/>
                  <a:pt x="12593" y="2685"/>
                  <a:pt x="12575" y="2685"/>
                </a:cubicBezTo>
                <a:lnTo>
                  <a:pt x="224" y="2685"/>
                </a:lnTo>
                <a:cubicBezTo>
                  <a:pt x="209" y="2685"/>
                  <a:pt x="195" y="2684"/>
                  <a:pt x="180" y="2680"/>
                </a:cubicBezTo>
                <a:cubicBezTo>
                  <a:pt x="166" y="2677"/>
                  <a:pt x="152" y="2672"/>
                  <a:pt x="138" y="2665"/>
                </a:cubicBezTo>
                <a:cubicBezTo>
                  <a:pt x="125" y="2658"/>
                  <a:pt x="112" y="2650"/>
                  <a:pt x="100" y="2640"/>
                </a:cubicBezTo>
                <a:cubicBezTo>
                  <a:pt x="87" y="2630"/>
                  <a:pt x="76" y="2619"/>
                  <a:pt x="66" y="2607"/>
                </a:cubicBezTo>
                <a:cubicBezTo>
                  <a:pt x="55" y="2594"/>
                  <a:pt x="46" y="2581"/>
                  <a:pt x="38" y="2566"/>
                </a:cubicBezTo>
                <a:cubicBezTo>
                  <a:pt x="30" y="2551"/>
                  <a:pt x="23" y="2536"/>
                  <a:pt x="17" y="2520"/>
                </a:cubicBezTo>
                <a:cubicBezTo>
                  <a:pt x="12" y="2503"/>
                  <a:pt x="7" y="2486"/>
                  <a:pt x="5" y="2468"/>
                </a:cubicBezTo>
                <a:cubicBezTo>
                  <a:pt x="2" y="2451"/>
                  <a:pt x="0" y="2434"/>
                  <a:pt x="0" y="2416"/>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38" name="フリーフォーム: 図形 437"/>
          <p:cNvSpPr/>
          <p:nvPr/>
        </p:nvSpPr>
        <p:spPr>
          <a:xfrm>
            <a:off x="386280" y="3447360"/>
            <a:ext cx="97200" cy="966600"/>
          </a:xfrm>
          <a:custGeom>
            <a:avLst/>
            <a:gdLst/>
            <a:ahLst/>
            <a:cxnLst/>
            <a:rect l="0" t="0" r="r" b="b"/>
            <a:pathLst>
              <a:path w="270" h="2685">
                <a:moveTo>
                  <a:pt x="0" y="0"/>
                </a:moveTo>
                <a:lnTo>
                  <a:pt x="270" y="0"/>
                </a:lnTo>
                <a:lnTo>
                  <a:pt x="270" y="2685"/>
                </a:lnTo>
                <a:lnTo>
                  <a:pt x="0" y="2685"/>
                </a:lnTo>
                <a:lnTo>
                  <a:pt x="0"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39" name="フリーフォーム: 図形 438"/>
          <p:cNvSpPr/>
          <p:nvPr/>
        </p:nvSpPr>
        <p:spPr>
          <a:xfrm>
            <a:off x="402480" y="4606920"/>
            <a:ext cx="4623840" cy="966960"/>
          </a:xfrm>
          <a:custGeom>
            <a:avLst/>
            <a:gdLst/>
            <a:ahLst/>
            <a:cxnLst/>
            <a:rect l="0" t="0" r="r" b="b"/>
            <a:pathLst>
              <a:path w="12844" h="2686">
                <a:moveTo>
                  <a:pt x="0" y="2418"/>
                </a:moveTo>
                <a:lnTo>
                  <a:pt x="0" y="269"/>
                </a:lnTo>
                <a:cubicBezTo>
                  <a:pt x="0" y="251"/>
                  <a:pt x="2" y="234"/>
                  <a:pt x="5" y="217"/>
                </a:cubicBezTo>
                <a:cubicBezTo>
                  <a:pt x="7" y="199"/>
                  <a:pt x="12" y="182"/>
                  <a:pt x="17" y="166"/>
                </a:cubicBezTo>
                <a:cubicBezTo>
                  <a:pt x="23" y="150"/>
                  <a:pt x="30" y="134"/>
                  <a:pt x="38" y="120"/>
                </a:cubicBezTo>
                <a:cubicBezTo>
                  <a:pt x="46" y="105"/>
                  <a:pt x="55" y="92"/>
                  <a:pt x="66" y="79"/>
                </a:cubicBezTo>
                <a:cubicBezTo>
                  <a:pt x="76" y="67"/>
                  <a:pt x="87" y="55"/>
                  <a:pt x="100" y="46"/>
                </a:cubicBezTo>
                <a:cubicBezTo>
                  <a:pt x="112" y="36"/>
                  <a:pt x="125" y="28"/>
                  <a:pt x="138" y="21"/>
                </a:cubicBezTo>
                <a:cubicBezTo>
                  <a:pt x="152" y="14"/>
                  <a:pt x="166" y="9"/>
                  <a:pt x="180" y="6"/>
                </a:cubicBezTo>
                <a:cubicBezTo>
                  <a:pt x="195" y="2"/>
                  <a:pt x="209" y="0"/>
                  <a:pt x="224" y="0"/>
                </a:cubicBezTo>
                <a:lnTo>
                  <a:pt x="12575" y="0"/>
                </a:lnTo>
                <a:cubicBezTo>
                  <a:pt x="12593" y="0"/>
                  <a:pt x="12610" y="2"/>
                  <a:pt x="12628" y="6"/>
                </a:cubicBezTo>
                <a:cubicBezTo>
                  <a:pt x="12645" y="9"/>
                  <a:pt x="12662" y="14"/>
                  <a:pt x="12678" y="21"/>
                </a:cubicBezTo>
                <a:cubicBezTo>
                  <a:pt x="12694" y="28"/>
                  <a:pt x="12710" y="36"/>
                  <a:pt x="12725" y="46"/>
                </a:cubicBezTo>
                <a:cubicBezTo>
                  <a:pt x="12739" y="55"/>
                  <a:pt x="12753" y="67"/>
                  <a:pt x="12765" y="79"/>
                </a:cubicBezTo>
                <a:cubicBezTo>
                  <a:pt x="12778" y="92"/>
                  <a:pt x="12789" y="105"/>
                  <a:pt x="12799" y="120"/>
                </a:cubicBezTo>
                <a:cubicBezTo>
                  <a:pt x="12808" y="134"/>
                  <a:pt x="12817" y="150"/>
                  <a:pt x="12823" y="166"/>
                </a:cubicBezTo>
                <a:cubicBezTo>
                  <a:pt x="12830" y="182"/>
                  <a:pt x="12835" y="199"/>
                  <a:pt x="12839" y="217"/>
                </a:cubicBezTo>
                <a:cubicBezTo>
                  <a:pt x="12842" y="234"/>
                  <a:pt x="12844" y="251"/>
                  <a:pt x="12844" y="269"/>
                </a:cubicBezTo>
                <a:lnTo>
                  <a:pt x="12844" y="2418"/>
                </a:lnTo>
                <a:cubicBezTo>
                  <a:pt x="12844" y="2435"/>
                  <a:pt x="12842" y="2453"/>
                  <a:pt x="12839" y="2470"/>
                </a:cubicBezTo>
                <a:cubicBezTo>
                  <a:pt x="12835" y="2488"/>
                  <a:pt x="12830" y="2504"/>
                  <a:pt x="12823" y="2521"/>
                </a:cubicBezTo>
                <a:cubicBezTo>
                  <a:pt x="12817" y="2537"/>
                  <a:pt x="12808" y="2552"/>
                  <a:pt x="12799" y="2567"/>
                </a:cubicBezTo>
                <a:cubicBezTo>
                  <a:pt x="12789" y="2582"/>
                  <a:pt x="12778" y="2595"/>
                  <a:pt x="12765" y="2608"/>
                </a:cubicBezTo>
                <a:cubicBezTo>
                  <a:pt x="12753" y="2620"/>
                  <a:pt x="12739" y="2631"/>
                  <a:pt x="12725" y="2641"/>
                </a:cubicBezTo>
                <a:cubicBezTo>
                  <a:pt x="12710" y="2651"/>
                  <a:pt x="12694" y="2659"/>
                  <a:pt x="12678" y="2666"/>
                </a:cubicBezTo>
                <a:cubicBezTo>
                  <a:pt x="12662" y="2673"/>
                  <a:pt x="12645" y="2678"/>
                  <a:pt x="12628" y="2681"/>
                </a:cubicBezTo>
                <a:cubicBezTo>
                  <a:pt x="12610" y="2685"/>
                  <a:pt x="12593" y="2686"/>
                  <a:pt x="12575" y="2686"/>
                </a:cubicBezTo>
                <a:lnTo>
                  <a:pt x="224" y="2686"/>
                </a:lnTo>
                <a:cubicBezTo>
                  <a:pt x="209" y="2686"/>
                  <a:pt x="195" y="2685"/>
                  <a:pt x="180" y="2681"/>
                </a:cubicBezTo>
                <a:cubicBezTo>
                  <a:pt x="166" y="2678"/>
                  <a:pt x="152" y="2673"/>
                  <a:pt x="138" y="2666"/>
                </a:cubicBezTo>
                <a:cubicBezTo>
                  <a:pt x="125" y="2659"/>
                  <a:pt x="112" y="2651"/>
                  <a:pt x="100" y="2641"/>
                </a:cubicBezTo>
                <a:cubicBezTo>
                  <a:pt x="87" y="2631"/>
                  <a:pt x="76" y="2620"/>
                  <a:pt x="66" y="2608"/>
                </a:cubicBezTo>
                <a:cubicBezTo>
                  <a:pt x="55" y="2595"/>
                  <a:pt x="46" y="2582"/>
                  <a:pt x="38" y="2567"/>
                </a:cubicBezTo>
                <a:cubicBezTo>
                  <a:pt x="30" y="2552"/>
                  <a:pt x="23" y="2537"/>
                  <a:pt x="17" y="2521"/>
                </a:cubicBezTo>
                <a:cubicBezTo>
                  <a:pt x="12" y="2504"/>
                  <a:pt x="7" y="2488"/>
                  <a:pt x="5" y="2470"/>
                </a:cubicBezTo>
                <a:cubicBezTo>
                  <a:pt x="2" y="2453"/>
                  <a:pt x="0" y="2435"/>
                  <a:pt x="0" y="2418"/>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40" name="フリーフォーム: 図形 439"/>
          <p:cNvSpPr/>
          <p:nvPr/>
        </p:nvSpPr>
        <p:spPr>
          <a:xfrm>
            <a:off x="386280" y="4606920"/>
            <a:ext cx="97200" cy="966960"/>
          </a:xfrm>
          <a:custGeom>
            <a:avLst/>
            <a:gdLst/>
            <a:ahLst/>
            <a:cxnLst/>
            <a:rect l="0" t="0" r="r" b="b"/>
            <a:pathLst>
              <a:path w="270" h="2686">
                <a:moveTo>
                  <a:pt x="0" y="0"/>
                </a:moveTo>
                <a:lnTo>
                  <a:pt x="270" y="0"/>
                </a:lnTo>
                <a:lnTo>
                  <a:pt x="270" y="2686"/>
                </a:lnTo>
                <a:lnTo>
                  <a:pt x="0" y="2686"/>
                </a:lnTo>
                <a:lnTo>
                  <a:pt x="0"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41" name="フリーフォーム: 図形 440"/>
          <p:cNvSpPr/>
          <p:nvPr/>
        </p:nvSpPr>
        <p:spPr>
          <a:xfrm>
            <a:off x="386280" y="1610640"/>
            <a:ext cx="483840" cy="483840"/>
          </a:xfrm>
          <a:custGeom>
            <a:avLst/>
            <a:gdLst/>
            <a:ahLst/>
            <a:cxnLst/>
            <a:rect l="0" t="0" r="r" b="b"/>
            <a:pathLst>
              <a:path w="1344" h="1344">
                <a:moveTo>
                  <a:pt x="1344" y="673"/>
                </a:moveTo>
                <a:cubicBezTo>
                  <a:pt x="1344" y="695"/>
                  <a:pt x="1343" y="716"/>
                  <a:pt x="1341" y="738"/>
                </a:cubicBezTo>
                <a:cubicBezTo>
                  <a:pt x="1339" y="760"/>
                  <a:pt x="1335" y="782"/>
                  <a:pt x="1331" y="803"/>
                </a:cubicBezTo>
                <a:cubicBezTo>
                  <a:pt x="1327" y="825"/>
                  <a:pt x="1321" y="846"/>
                  <a:pt x="1315" y="867"/>
                </a:cubicBezTo>
                <a:cubicBezTo>
                  <a:pt x="1309" y="888"/>
                  <a:pt x="1301" y="909"/>
                  <a:pt x="1293" y="929"/>
                </a:cubicBezTo>
                <a:cubicBezTo>
                  <a:pt x="1284" y="950"/>
                  <a:pt x="1275" y="970"/>
                  <a:pt x="1265" y="989"/>
                </a:cubicBezTo>
                <a:cubicBezTo>
                  <a:pt x="1254" y="1008"/>
                  <a:pt x="1243" y="1027"/>
                  <a:pt x="1231" y="1045"/>
                </a:cubicBezTo>
                <a:cubicBezTo>
                  <a:pt x="1219" y="1064"/>
                  <a:pt x="1205" y="1081"/>
                  <a:pt x="1192" y="1098"/>
                </a:cubicBezTo>
                <a:cubicBezTo>
                  <a:pt x="1178" y="1115"/>
                  <a:pt x="1163" y="1132"/>
                  <a:pt x="1147" y="1147"/>
                </a:cubicBezTo>
                <a:cubicBezTo>
                  <a:pt x="1132" y="1163"/>
                  <a:pt x="1115" y="1177"/>
                  <a:pt x="1098" y="1191"/>
                </a:cubicBezTo>
                <a:cubicBezTo>
                  <a:pt x="1081" y="1205"/>
                  <a:pt x="1064" y="1218"/>
                  <a:pt x="1046" y="1231"/>
                </a:cubicBezTo>
                <a:cubicBezTo>
                  <a:pt x="1027" y="1243"/>
                  <a:pt x="1008" y="1254"/>
                  <a:pt x="989" y="1264"/>
                </a:cubicBezTo>
                <a:cubicBezTo>
                  <a:pt x="970" y="1275"/>
                  <a:pt x="950" y="1284"/>
                  <a:pt x="929" y="1293"/>
                </a:cubicBezTo>
                <a:cubicBezTo>
                  <a:pt x="908" y="1301"/>
                  <a:pt x="888" y="1308"/>
                  <a:pt x="867" y="1315"/>
                </a:cubicBezTo>
                <a:cubicBezTo>
                  <a:pt x="845" y="1321"/>
                  <a:pt x="824" y="1327"/>
                  <a:pt x="803" y="1331"/>
                </a:cubicBezTo>
                <a:cubicBezTo>
                  <a:pt x="781" y="1335"/>
                  <a:pt x="759" y="1338"/>
                  <a:pt x="737" y="1341"/>
                </a:cubicBezTo>
                <a:cubicBezTo>
                  <a:pt x="716" y="1343"/>
                  <a:pt x="694" y="1344"/>
                  <a:pt x="672" y="1344"/>
                </a:cubicBezTo>
                <a:cubicBezTo>
                  <a:pt x="650" y="1344"/>
                  <a:pt x="628" y="1343"/>
                  <a:pt x="606" y="1341"/>
                </a:cubicBezTo>
                <a:cubicBezTo>
                  <a:pt x="584" y="1338"/>
                  <a:pt x="562" y="1335"/>
                  <a:pt x="541" y="1331"/>
                </a:cubicBezTo>
                <a:cubicBezTo>
                  <a:pt x="519" y="1327"/>
                  <a:pt x="498" y="1321"/>
                  <a:pt x="477" y="1315"/>
                </a:cubicBezTo>
                <a:cubicBezTo>
                  <a:pt x="456" y="1308"/>
                  <a:pt x="435" y="1301"/>
                  <a:pt x="415" y="1293"/>
                </a:cubicBezTo>
                <a:cubicBezTo>
                  <a:pt x="394" y="1284"/>
                  <a:pt x="375" y="1275"/>
                  <a:pt x="355" y="1264"/>
                </a:cubicBezTo>
                <a:cubicBezTo>
                  <a:pt x="336" y="1254"/>
                  <a:pt x="317" y="1243"/>
                  <a:pt x="299" y="1231"/>
                </a:cubicBezTo>
                <a:cubicBezTo>
                  <a:pt x="280" y="1218"/>
                  <a:pt x="263" y="1205"/>
                  <a:pt x="246" y="1191"/>
                </a:cubicBezTo>
                <a:cubicBezTo>
                  <a:pt x="229" y="1177"/>
                  <a:pt x="213" y="1163"/>
                  <a:pt x="197" y="1147"/>
                </a:cubicBezTo>
                <a:cubicBezTo>
                  <a:pt x="182" y="1132"/>
                  <a:pt x="167" y="1115"/>
                  <a:pt x="153" y="1098"/>
                </a:cubicBezTo>
                <a:cubicBezTo>
                  <a:pt x="139" y="1081"/>
                  <a:pt x="126" y="1064"/>
                  <a:pt x="114" y="1045"/>
                </a:cubicBezTo>
                <a:cubicBezTo>
                  <a:pt x="101" y="1027"/>
                  <a:pt x="90" y="1008"/>
                  <a:pt x="80" y="989"/>
                </a:cubicBezTo>
                <a:cubicBezTo>
                  <a:pt x="69" y="970"/>
                  <a:pt x="60" y="950"/>
                  <a:pt x="52" y="929"/>
                </a:cubicBezTo>
                <a:cubicBezTo>
                  <a:pt x="43" y="909"/>
                  <a:pt x="36" y="888"/>
                  <a:pt x="29" y="867"/>
                </a:cubicBezTo>
                <a:cubicBezTo>
                  <a:pt x="23" y="846"/>
                  <a:pt x="18" y="825"/>
                  <a:pt x="13" y="803"/>
                </a:cubicBezTo>
                <a:cubicBezTo>
                  <a:pt x="9" y="782"/>
                  <a:pt x="6" y="760"/>
                  <a:pt x="4" y="738"/>
                </a:cubicBezTo>
                <a:cubicBezTo>
                  <a:pt x="2" y="716"/>
                  <a:pt x="0" y="695"/>
                  <a:pt x="0" y="673"/>
                </a:cubicBezTo>
                <a:cubicBezTo>
                  <a:pt x="0" y="651"/>
                  <a:pt x="2" y="629"/>
                  <a:pt x="4" y="607"/>
                </a:cubicBezTo>
                <a:cubicBezTo>
                  <a:pt x="6" y="585"/>
                  <a:pt x="9" y="563"/>
                  <a:pt x="13" y="542"/>
                </a:cubicBezTo>
                <a:cubicBezTo>
                  <a:pt x="18" y="520"/>
                  <a:pt x="23" y="499"/>
                  <a:pt x="29" y="478"/>
                </a:cubicBezTo>
                <a:cubicBezTo>
                  <a:pt x="36" y="457"/>
                  <a:pt x="43" y="436"/>
                  <a:pt x="52" y="416"/>
                </a:cubicBezTo>
                <a:cubicBezTo>
                  <a:pt x="60" y="395"/>
                  <a:pt x="69" y="376"/>
                  <a:pt x="80" y="356"/>
                </a:cubicBezTo>
                <a:cubicBezTo>
                  <a:pt x="90" y="337"/>
                  <a:pt x="101" y="318"/>
                  <a:pt x="114" y="300"/>
                </a:cubicBezTo>
                <a:cubicBezTo>
                  <a:pt x="126" y="281"/>
                  <a:pt x="139" y="264"/>
                  <a:pt x="153" y="247"/>
                </a:cubicBezTo>
                <a:cubicBezTo>
                  <a:pt x="167" y="230"/>
                  <a:pt x="182" y="212"/>
                  <a:pt x="197" y="197"/>
                </a:cubicBezTo>
                <a:cubicBezTo>
                  <a:pt x="213" y="181"/>
                  <a:pt x="229" y="167"/>
                  <a:pt x="246" y="153"/>
                </a:cubicBezTo>
                <a:cubicBezTo>
                  <a:pt x="263" y="139"/>
                  <a:pt x="280" y="126"/>
                  <a:pt x="299" y="113"/>
                </a:cubicBezTo>
                <a:cubicBezTo>
                  <a:pt x="317" y="101"/>
                  <a:pt x="336" y="90"/>
                  <a:pt x="355" y="80"/>
                </a:cubicBezTo>
                <a:cubicBezTo>
                  <a:pt x="375" y="69"/>
                  <a:pt x="394" y="60"/>
                  <a:pt x="415" y="51"/>
                </a:cubicBezTo>
                <a:cubicBezTo>
                  <a:pt x="435" y="43"/>
                  <a:pt x="456" y="36"/>
                  <a:pt x="477" y="29"/>
                </a:cubicBezTo>
                <a:cubicBezTo>
                  <a:pt x="498" y="23"/>
                  <a:pt x="519" y="17"/>
                  <a:pt x="541" y="13"/>
                </a:cubicBezTo>
                <a:cubicBezTo>
                  <a:pt x="562" y="9"/>
                  <a:pt x="584" y="6"/>
                  <a:pt x="606" y="4"/>
                </a:cubicBezTo>
                <a:cubicBezTo>
                  <a:pt x="628" y="1"/>
                  <a:pt x="650" y="0"/>
                  <a:pt x="672" y="0"/>
                </a:cubicBezTo>
                <a:cubicBezTo>
                  <a:pt x="694" y="0"/>
                  <a:pt x="716" y="1"/>
                  <a:pt x="737" y="4"/>
                </a:cubicBezTo>
                <a:cubicBezTo>
                  <a:pt x="759" y="6"/>
                  <a:pt x="781" y="9"/>
                  <a:pt x="803" y="13"/>
                </a:cubicBezTo>
                <a:cubicBezTo>
                  <a:pt x="824" y="17"/>
                  <a:pt x="845" y="23"/>
                  <a:pt x="867" y="29"/>
                </a:cubicBezTo>
                <a:cubicBezTo>
                  <a:pt x="888" y="36"/>
                  <a:pt x="908" y="43"/>
                  <a:pt x="929" y="51"/>
                </a:cubicBezTo>
                <a:cubicBezTo>
                  <a:pt x="950" y="60"/>
                  <a:pt x="970" y="69"/>
                  <a:pt x="989" y="80"/>
                </a:cubicBezTo>
                <a:cubicBezTo>
                  <a:pt x="1008" y="90"/>
                  <a:pt x="1027" y="101"/>
                  <a:pt x="1046" y="113"/>
                </a:cubicBezTo>
                <a:cubicBezTo>
                  <a:pt x="1064" y="126"/>
                  <a:pt x="1081" y="139"/>
                  <a:pt x="1098" y="153"/>
                </a:cubicBezTo>
                <a:cubicBezTo>
                  <a:pt x="1115" y="167"/>
                  <a:pt x="1132" y="181"/>
                  <a:pt x="1147" y="197"/>
                </a:cubicBezTo>
                <a:cubicBezTo>
                  <a:pt x="1163" y="212"/>
                  <a:pt x="1178" y="230"/>
                  <a:pt x="1192" y="247"/>
                </a:cubicBezTo>
                <a:cubicBezTo>
                  <a:pt x="1205" y="264"/>
                  <a:pt x="1219" y="281"/>
                  <a:pt x="1231" y="300"/>
                </a:cubicBezTo>
                <a:cubicBezTo>
                  <a:pt x="1243" y="318"/>
                  <a:pt x="1254" y="337"/>
                  <a:pt x="1265" y="356"/>
                </a:cubicBezTo>
                <a:cubicBezTo>
                  <a:pt x="1275" y="376"/>
                  <a:pt x="1284" y="395"/>
                  <a:pt x="1293" y="416"/>
                </a:cubicBezTo>
                <a:cubicBezTo>
                  <a:pt x="1301" y="436"/>
                  <a:pt x="1309" y="457"/>
                  <a:pt x="1315" y="478"/>
                </a:cubicBezTo>
                <a:cubicBezTo>
                  <a:pt x="1321" y="499"/>
                  <a:pt x="1327" y="520"/>
                  <a:pt x="1331" y="542"/>
                </a:cubicBezTo>
                <a:cubicBezTo>
                  <a:pt x="1335" y="563"/>
                  <a:pt x="1339" y="585"/>
                  <a:pt x="1341" y="607"/>
                </a:cubicBezTo>
                <a:cubicBezTo>
                  <a:pt x="1343" y="629"/>
                  <a:pt x="1344" y="651"/>
                  <a:pt x="1344" y="673"/>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442" name="図 441"/>
          <p:cNvPicPr/>
          <p:nvPr/>
        </p:nvPicPr>
        <p:blipFill>
          <a:blip r:embed="rId3"/>
          <a:stretch/>
        </p:blipFill>
        <p:spPr>
          <a:xfrm>
            <a:off x="491400" y="1731600"/>
            <a:ext cx="273600" cy="241200"/>
          </a:xfrm>
          <a:prstGeom prst="rect">
            <a:avLst/>
          </a:prstGeom>
          <a:noFill/>
          <a:ln w="0">
            <a:noFill/>
          </a:ln>
        </p:spPr>
      </p:pic>
      <p:sp>
        <p:nvSpPr>
          <p:cNvPr id="443" name="テキスト ボックス 442"/>
          <p:cNvSpPr txBox="1"/>
          <p:nvPr/>
        </p:nvSpPr>
        <p:spPr>
          <a:xfrm>
            <a:off x="386640" y="1219680"/>
            <a:ext cx="6300720" cy="235080"/>
          </a:xfrm>
          <a:prstGeom prst="rect">
            <a:avLst/>
          </a:prstGeom>
          <a:noFill/>
          <a:ln w="0">
            <a:noFill/>
          </a:ln>
        </p:spPr>
        <p:txBody>
          <a:bodyPr wrap="none" lIns="0" tIns="0" rIns="0" bIns="0" anchor="t">
            <a:spAutoFit/>
          </a:bodyPr>
          <a:lstStyle/>
          <a:p>
            <a:r>
              <a:rPr lang="zh-CN" sz="1270" b="0" u="none" strike="noStrike">
                <a:solidFill>
                  <a:srgbClr val="D1D5DC"/>
                </a:solidFill>
                <a:effectLst/>
                <a:uFillTx/>
                <a:latin typeface="NotoSansJP"/>
                <a:ea typeface="NotoSansJP"/>
              </a:rPr>
              <a:t>に</a:t>
            </a:r>
            <a:r>
              <a:rPr lang="zh-CN" sz="1270" b="0" u="none" strike="noStrike">
                <a:solidFill>
                  <a:srgbClr val="FF0000"/>
                </a:solidFill>
                <a:effectLst/>
                <a:uFillTx/>
                <a:latin typeface="NotoSansJP"/>
                <a:ea typeface="NotoSansJP"/>
              </a:rPr>
              <a:t>複雑で高次元なデータのパターン認識</a:t>
            </a:r>
            <a:r>
              <a:rPr lang="zh-CN" sz="1270" b="0" u="none" strike="noStrike">
                <a:solidFill>
                  <a:srgbClr val="D1D5DC"/>
                </a:solidFill>
                <a:effectLst/>
                <a:uFillTx/>
                <a:latin typeface="NotoSansJP"/>
                <a:ea typeface="NotoSansJP"/>
              </a:rPr>
              <a:t>に優れ、自動運転技術の根幹を支えています。</a:t>
            </a:r>
            <a:endParaRPr lang="en-US" sz="1270" b="0" u="none" strike="noStrike">
              <a:solidFill>
                <a:srgbClr val="000000"/>
              </a:solidFill>
              <a:effectLst/>
              <a:uFillTx/>
              <a:latin typeface="Times New Roman"/>
            </a:endParaRPr>
          </a:p>
        </p:txBody>
      </p:sp>
      <p:pic>
        <p:nvPicPr>
          <p:cNvPr id="444" name="図 443"/>
          <p:cNvPicPr/>
          <p:nvPr/>
        </p:nvPicPr>
        <p:blipFill>
          <a:blip r:embed="rId4"/>
          <a:stretch/>
        </p:blipFill>
        <p:spPr>
          <a:xfrm>
            <a:off x="579960" y="2480760"/>
            <a:ext cx="144720" cy="144720"/>
          </a:xfrm>
          <a:prstGeom prst="rect">
            <a:avLst/>
          </a:prstGeom>
          <a:noFill/>
          <a:ln w="0">
            <a:noFill/>
          </a:ln>
        </p:spPr>
      </p:pic>
      <p:sp>
        <p:nvSpPr>
          <p:cNvPr id="445" name="テキスト ボックス 444"/>
          <p:cNvSpPr txBox="1"/>
          <p:nvPr/>
        </p:nvSpPr>
        <p:spPr>
          <a:xfrm>
            <a:off x="998640" y="1753560"/>
            <a:ext cx="1742760" cy="280800"/>
          </a:xfrm>
          <a:prstGeom prst="rect">
            <a:avLst/>
          </a:prstGeom>
          <a:noFill/>
          <a:ln w="0">
            <a:noFill/>
          </a:ln>
        </p:spPr>
        <p:txBody>
          <a:bodyPr wrap="none" lIns="0" tIns="0" rIns="0" bIns="0" anchor="t">
            <a:spAutoFit/>
          </a:bodyPr>
          <a:lstStyle/>
          <a:p>
            <a:r>
              <a:rPr lang="zh-CN" sz="1520" b="0" u="none" strike="noStrike">
                <a:solidFill>
                  <a:srgbClr val="FFFFFF"/>
                </a:solidFill>
                <a:effectLst/>
                <a:uFillTx/>
                <a:latin typeface="NotoSansJP"/>
                <a:ea typeface="NotoSansJP"/>
              </a:rPr>
              <a:t>高度な周辺環境認識</a:t>
            </a:r>
            <a:endParaRPr lang="en-US" sz="1520" b="0" u="none" strike="noStrike">
              <a:solidFill>
                <a:srgbClr val="000000"/>
              </a:solidFill>
              <a:effectLst/>
              <a:uFillTx/>
              <a:latin typeface="Times New Roman"/>
            </a:endParaRPr>
          </a:p>
        </p:txBody>
      </p:sp>
      <p:sp>
        <p:nvSpPr>
          <p:cNvPr id="446" name="テキスト ボックス 445"/>
          <p:cNvSpPr txBox="1"/>
          <p:nvPr/>
        </p:nvSpPr>
        <p:spPr>
          <a:xfrm>
            <a:off x="821520" y="2491200"/>
            <a:ext cx="1448640" cy="209160"/>
          </a:xfrm>
          <a:prstGeom prst="rect">
            <a:avLst/>
          </a:prstGeom>
          <a:noFill/>
          <a:ln w="0">
            <a:noFill/>
          </a:ln>
        </p:spPr>
        <p:txBody>
          <a:bodyPr wrap="none" lIns="0" tIns="0" rIns="0" bIns="0" anchor="t">
            <a:spAutoFit/>
          </a:bodyPr>
          <a:lstStyle/>
          <a:p>
            <a:r>
              <a:rPr lang="zh-CN" sz="1140" b="0" u="none" strike="noStrike">
                <a:solidFill>
                  <a:srgbClr val="FFFFFF"/>
                </a:solidFill>
                <a:effectLst/>
                <a:uFillTx/>
                <a:latin typeface="NotoSansJP"/>
                <a:ea typeface="NotoSansJP"/>
              </a:rPr>
              <a:t>リアルタイム物体検出</a:t>
            </a:r>
            <a:endParaRPr lang="en-US" sz="1140" b="0" u="none" strike="noStrike">
              <a:solidFill>
                <a:srgbClr val="000000"/>
              </a:solidFill>
              <a:effectLst/>
              <a:uFillTx/>
              <a:latin typeface="Times New Roman"/>
            </a:endParaRPr>
          </a:p>
        </p:txBody>
      </p:sp>
      <p:sp>
        <p:nvSpPr>
          <p:cNvPr id="447" name="テキスト ボックス 446"/>
          <p:cNvSpPr txBox="1"/>
          <p:nvPr/>
        </p:nvSpPr>
        <p:spPr>
          <a:xfrm>
            <a:off x="821520" y="2739960"/>
            <a:ext cx="4016520" cy="187920"/>
          </a:xfrm>
          <a:prstGeom prst="rect">
            <a:avLst/>
          </a:prstGeom>
          <a:noFill/>
          <a:ln w="0">
            <a:noFill/>
          </a:ln>
        </p:spPr>
        <p:txBody>
          <a:bodyPr wrap="none" lIns="0" tIns="0" rIns="0" bIns="0" anchor="t">
            <a:spAutoFit/>
          </a:bodyPr>
          <a:lstStyle/>
          <a:p>
            <a:r>
              <a:rPr lang="zh-CN" sz="1010" b="0" u="none" strike="noStrike">
                <a:solidFill>
                  <a:srgbClr val="D1D5DC"/>
                </a:solidFill>
                <a:effectLst/>
                <a:uFillTx/>
                <a:latin typeface="NotoSansJP"/>
                <a:ea typeface="NotoSansJP"/>
              </a:rPr>
              <a:t>カメラ映像から歩行者、車両、自転車、交通標識などをリアルタイム</a:t>
            </a:r>
            <a:endParaRPr lang="en-US" sz="1010" b="0" u="none" strike="noStrike">
              <a:solidFill>
                <a:srgbClr val="000000"/>
              </a:solidFill>
              <a:effectLst/>
              <a:uFillTx/>
              <a:latin typeface="Times New Roman"/>
            </a:endParaRPr>
          </a:p>
        </p:txBody>
      </p:sp>
      <p:pic>
        <p:nvPicPr>
          <p:cNvPr id="448" name="図 447"/>
          <p:cNvPicPr/>
          <p:nvPr/>
        </p:nvPicPr>
        <p:blipFill>
          <a:blip r:embed="rId5"/>
          <a:stretch/>
        </p:blipFill>
        <p:spPr>
          <a:xfrm>
            <a:off x="579960" y="3640680"/>
            <a:ext cx="144720" cy="144720"/>
          </a:xfrm>
          <a:prstGeom prst="rect">
            <a:avLst/>
          </a:prstGeom>
          <a:noFill/>
          <a:ln w="0">
            <a:noFill/>
          </a:ln>
        </p:spPr>
      </p:pic>
      <p:sp>
        <p:nvSpPr>
          <p:cNvPr id="449" name="テキスト ボックス 448"/>
          <p:cNvSpPr txBox="1"/>
          <p:nvPr/>
        </p:nvSpPr>
        <p:spPr>
          <a:xfrm>
            <a:off x="821520" y="2933280"/>
            <a:ext cx="1814400" cy="187920"/>
          </a:xfrm>
          <a:prstGeom prst="rect">
            <a:avLst/>
          </a:prstGeom>
          <a:noFill/>
          <a:ln w="0">
            <a:noFill/>
          </a:ln>
        </p:spPr>
        <p:txBody>
          <a:bodyPr wrap="none" lIns="0" tIns="0" rIns="0" bIns="0" anchor="t">
            <a:spAutoFit/>
          </a:bodyPr>
          <a:lstStyle/>
          <a:p>
            <a:r>
              <a:rPr lang="zh-CN" sz="1010" b="0" u="none" strike="noStrike">
                <a:solidFill>
                  <a:srgbClr val="D1D5DC"/>
                </a:solidFill>
                <a:effectLst/>
                <a:uFillTx/>
                <a:latin typeface="NotoSansJP"/>
                <a:ea typeface="NotoSansJP"/>
              </a:rPr>
              <a:t>で高精度に検出‧識別します。</a:t>
            </a:r>
            <a:endParaRPr lang="en-US" sz="1010" b="0" u="none" strike="noStrike">
              <a:solidFill>
                <a:srgbClr val="000000"/>
              </a:solidFill>
              <a:effectLst/>
              <a:uFillTx/>
              <a:latin typeface="Times New Roman"/>
            </a:endParaRPr>
          </a:p>
        </p:txBody>
      </p:sp>
      <p:sp>
        <p:nvSpPr>
          <p:cNvPr id="450" name="テキスト ボックス 449"/>
          <p:cNvSpPr txBox="1"/>
          <p:nvPr/>
        </p:nvSpPr>
        <p:spPr>
          <a:xfrm>
            <a:off x="821520" y="3651120"/>
            <a:ext cx="1448640" cy="209160"/>
          </a:xfrm>
          <a:prstGeom prst="rect">
            <a:avLst/>
          </a:prstGeom>
          <a:noFill/>
          <a:ln w="0">
            <a:noFill/>
          </a:ln>
        </p:spPr>
        <p:txBody>
          <a:bodyPr wrap="none" lIns="0" tIns="0" rIns="0" bIns="0" anchor="t">
            <a:spAutoFit/>
          </a:bodyPr>
          <a:lstStyle/>
          <a:p>
            <a:r>
              <a:rPr lang="zh-CN" sz="1140" b="0" u="none" strike="noStrike">
                <a:solidFill>
                  <a:srgbClr val="FFFFFF"/>
                </a:solidFill>
                <a:effectLst/>
                <a:uFillTx/>
                <a:latin typeface="NotoSansJP"/>
                <a:ea typeface="NotoSansJP"/>
              </a:rPr>
              <a:t>センサーフュージョン</a:t>
            </a:r>
            <a:endParaRPr lang="en-US" sz="1140" b="0" u="none" strike="noStrike">
              <a:solidFill>
                <a:srgbClr val="000000"/>
              </a:solidFill>
              <a:effectLst/>
              <a:uFillTx/>
              <a:latin typeface="Times New Roman"/>
            </a:endParaRPr>
          </a:p>
        </p:txBody>
      </p:sp>
      <p:sp>
        <p:nvSpPr>
          <p:cNvPr id="451" name="テキスト ボックス 450"/>
          <p:cNvSpPr txBox="1"/>
          <p:nvPr/>
        </p:nvSpPr>
        <p:spPr>
          <a:xfrm>
            <a:off x="821520" y="3899520"/>
            <a:ext cx="4044240" cy="187920"/>
          </a:xfrm>
          <a:prstGeom prst="rect">
            <a:avLst/>
          </a:prstGeom>
          <a:noFill/>
          <a:ln w="0">
            <a:noFill/>
          </a:ln>
        </p:spPr>
        <p:txBody>
          <a:bodyPr wrap="none" lIns="0" tIns="0" rIns="0" bIns="0" anchor="t">
            <a:spAutoFit/>
          </a:bodyPr>
          <a:lstStyle/>
          <a:p>
            <a:r>
              <a:rPr lang="en-US" sz="1010" b="0" u="none" strike="noStrike">
                <a:solidFill>
                  <a:srgbClr val="D1D5DC"/>
                </a:solidFill>
                <a:effectLst/>
                <a:uFillTx/>
                <a:latin typeface="NotoSansJP"/>
                <a:ea typeface="NotoSansJP"/>
              </a:rPr>
              <a:t>LiDAR</a:t>
            </a:r>
            <a:r>
              <a:rPr lang="zh-CN" sz="1010" b="0" u="none" strike="noStrike">
                <a:solidFill>
                  <a:srgbClr val="D1D5DC"/>
                </a:solidFill>
                <a:effectLst/>
                <a:uFillTx/>
                <a:latin typeface="NotoSansJP"/>
                <a:ea typeface="NotoSansJP"/>
              </a:rPr>
              <a:t>やミリ波レーダーなど複数のセンサーからの情報を統合し、各</a:t>
            </a:r>
            <a:endParaRPr lang="en-US" sz="1010" b="0" u="none" strike="noStrike">
              <a:solidFill>
                <a:srgbClr val="000000"/>
              </a:solidFill>
              <a:effectLst/>
              <a:uFillTx/>
              <a:latin typeface="Times New Roman"/>
            </a:endParaRPr>
          </a:p>
        </p:txBody>
      </p:sp>
      <p:pic>
        <p:nvPicPr>
          <p:cNvPr id="452" name="図 451"/>
          <p:cNvPicPr/>
          <p:nvPr/>
        </p:nvPicPr>
        <p:blipFill>
          <a:blip r:embed="rId6"/>
          <a:stretch/>
        </p:blipFill>
        <p:spPr>
          <a:xfrm>
            <a:off x="579960" y="4800600"/>
            <a:ext cx="144720" cy="144720"/>
          </a:xfrm>
          <a:prstGeom prst="rect">
            <a:avLst/>
          </a:prstGeom>
          <a:noFill/>
          <a:ln w="0">
            <a:noFill/>
          </a:ln>
        </p:spPr>
      </p:pic>
      <p:sp>
        <p:nvSpPr>
          <p:cNvPr id="453" name="テキスト ボックス 452"/>
          <p:cNvSpPr txBox="1"/>
          <p:nvPr/>
        </p:nvSpPr>
        <p:spPr>
          <a:xfrm>
            <a:off x="821520" y="4092840"/>
            <a:ext cx="1814400" cy="187920"/>
          </a:xfrm>
          <a:prstGeom prst="rect">
            <a:avLst/>
          </a:prstGeom>
          <a:noFill/>
          <a:ln w="0">
            <a:noFill/>
          </a:ln>
        </p:spPr>
        <p:txBody>
          <a:bodyPr wrap="none" lIns="0" tIns="0" rIns="0" bIns="0" anchor="t">
            <a:spAutoFit/>
          </a:bodyPr>
          <a:lstStyle/>
          <a:p>
            <a:r>
              <a:rPr lang="zh-CN" sz="1010" b="0" u="none" strike="noStrike">
                <a:solidFill>
                  <a:srgbClr val="D1D5DC"/>
                </a:solidFill>
                <a:effectLst/>
                <a:uFillTx/>
                <a:latin typeface="NotoSansJP"/>
                <a:ea typeface="NotoSansJP"/>
              </a:rPr>
              <a:t>センサーの弱点を補完します。</a:t>
            </a:r>
            <a:endParaRPr lang="en-US" sz="1010" b="0" u="none" strike="noStrike">
              <a:solidFill>
                <a:srgbClr val="000000"/>
              </a:solidFill>
              <a:effectLst/>
              <a:uFillTx/>
              <a:latin typeface="Times New Roman"/>
            </a:endParaRPr>
          </a:p>
        </p:txBody>
      </p:sp>
      <p:sp>
        <p:nvSpPr>
          <p:cNvPr id="454" name="テキスト ボックス 453"/>
          <p:cNvSpPr txBox="1"/>
          <p:nvPr/>
        </p:nvSpPr>
        <p:spPr>
          <a:xfrm>
            <a:off x="821520" y="4811040"/>
            <a:ext cx="1448640" cy="209160"/>
          </a:xfrm>
          <a:prstGeom prst="rect">
            <a:avLst/>
          </a:prstGeom>
          <a:noFill/>
          <a:ln w="0">
            <a:noFill/>
          </a:ln>
        </p:spPr>
        <p:txBody>
          <a:bodyPr wrap="none" lIns="0" tIns="0" rIns="0" bIns="0" anchor="t">
            <a:spAutoFit/>
          </a:bodyPr>
          <a:lstStyle/>
          <a:p>
            <a:r>
              <a:rPr lang="zh-CN" sz="1140" b="0" u="none" strike="noStrike">
                <a:solidFill>
                  <a:srgbClr val="FFFFFF"/>
                </a:solidFill>
                <a:effectLst/>
                <a:uFillTx/>
                <a:latin typeface="NotoSansJP"/>
                <a:ea typeface="NotoSansJP"/>
              </a:rPr>
              <a:t>悪条件下での認識性能</a:t>
            </a:r>
            <a:endParaRPr lang="en-US" sz="1140" b="0" u="none" strike="noStrike">
              <a:solidFill>
                <a:srgbClr val="000000"/>
              </a:solidFill>
              <a:effectLst/>
              <a:uFillTx/>
              <a:latin typeface="Times New Roman"/>
            </a:endParaRPr>
          </a:p>
        </p:txBody>
      </p:sp>
      <p:sp>
        <p:nvSpPr>
          <p:cNvPr id="455" name="テキスト ボックス 454"/>
          <p:cNvSpPr txBox="1"/>
          <p:nvPr/>
        </p:nvSpPr>
        <p:spPr>
          <a:xfrm>
            <a:off x="821520" y="5059440"/>
            <a:ext cx="4016520" cy="187920"/>
          </a:xfrm>
          <a:prstGeom prst="rect">
            <a:avLst/>
          </a:prstGeom>
          <a:noFill/>
          <a:ln w="0">
            <a:noFill/>
          </a:ln>
        </p:spPr>
        <p:txBody>
          <a:bodyPr wrap="none" lIns="0" tIns="0" rIns="0" bIns="0" anchor="t">
            <a:spAutoFit/>
          </a:bodyPr>
          <a:lstStyle/>
          <a:p>
            <a:r>
              <a:rPr lang="zh-CN" sz="1010" b="0" u="none" strike="noStrike">
                <a:solidFill>
                  <a:srgbClr val="D1D5DC"/>
                </a:solidFill>
                <a:effectLst/>
                <a:uFillTx/>
                <a:latin typeface="NotoSansJP"/>
                <a:ea typeface="NotoSansJP"/>
              </a:rPr>
              <a:t>悪天候や夜間といった認識が困難な状況でも、頑健で信頼性の高い環</a:t>
            </a:r>
            <a:endParaRPr lang="en-US" sz="1010" b="0" u="none" strike="noStrike">
              <a:solidFill>
                <a:srgbClr val="000000"/>
              </a:solidFill>
              <a:effectLst/>
              <a:uFillTx/>
              <a:latin typeface="Times New Roman"/>
            </a:endParaRPr>
          </a:p>
        </p:txBody>
      </p:sp>
      <p:sp>
        <p:nvSpPr>
          <p:cNvPr id="456" name="フリーフォーム: 図形 455"/>
          <p:cNvSpPr/>
          <p:nvPr/>
        </p:nvSpPr>
        <p:spPr>
          <a:xfrm>
            <a:off x="5299920" y="2287440"/>
            <a:ext cx="4623480" cy="966960"/>
          </a:xfrm>
          <a:custGeom>
            <a:avLst/>
            <a:gdLst/>
            <a:ahLst/>
            <a:cxnLst/>
            <a:rect l="0" t="0" r="r" b="b"/>
            <a:pathLst>
              <a:path w="12843" h="2686">
                <a:moveTo>
                  <a:pt x="0" y="2417"/>
                </a:moveTo>
                <a:lnTo>
                  <a:pt x="0" y="268"/>
                </a:lnTo>
                <a:cubicBezTo>
                  <a:pt x="0" y="251"/>
                  <a:pt x="1" y="233"/>
                  <a:pt x="4" y="216"/>
                </a:cubicBezTo>
                <a:cubicBezTo>
                  <a:pt x="7" y="199"/>
                  <a:pt x="11" y="182"/>
                  <a:pt x="17" y="165"/>
                </a:cubicBezTo>
                <a:cubicBezTo>
                  <a:pt x="22" y="149"/>
                  <a:pt x="29" y="134"/>
                  <a:pt x="37" y="119"/>
                </a:cubicBezTo>
                <a:cubicBezTo>
                  <a:pt x="45" y="104"/>
                  <a:pt x="55" y="91"/>
                  <a:pt x="65" y="78"/>
                </a:cubicBezTo>
                <a:cubicBezTo>
                  <a:pt x="76" y="66"/>
                  <a:pt x="87" y="55"/>
                  <a:pt x="99" y="45"/>
                </a:cubicBezTo>
                <a:cubicBezTo>
                  <a:pt x="111" y="35"/>
                  <a:pt x="124" y="27"/>
                  <a:pt x="138" y="20"/>
                </a:cubicBezTo>
                <a:cubicBezTo>
                  <a:pt x="151" y="13"/>
                  <a:pt x="165" y="8"/>
                  <a:pt x="180" y="5"/>
                </a:cubicBezTo>
                <a:cubicBezTo>
                  <a:pt x="194" y="1"/>
                  <a:pt x="209" y="0"/>
                  <a:pt x="223" y="0"/>
                </a:cubicBezTo>
                <a:lnTo>
                  <a:pt x="12575" y="0"/>
                </a:lnTo>
                <a:cubicBezTo>
                  <a:pt x="12592" y="0"/>
                  <a:pt x="12610" y="1"/>
                  <a:pt x="12627" y="5"/>
                </a:cubicBezTo>
                <a:cubicBezTo>
                  <a:pt x="12644" y="8"/>
                  <a:pt x="12661" y="13"/>
                  <a:pt x="12678" y="20"/>
                </a:cubicBezTo>
                <a:cubicBezTo>
                  <a:pt x="12694" y="27"/>
                  <a:pt x="12709" y="35"/>
                  <a:pt x="12724" y="45"/>
                </a:cubicBezTo>
                <a:cubicBezTo>
                  <a:pt x="12739" y="55"/>
                  <a:pt x="12752" y="66"/>
                  <a:pt x="12765" y="78"/>
                </a:cubicBezTo>
                <a:cubicBezTo>
                  <a:pt x="12777" y="91"/>
                  <a:pt x="12788" y="104"/>
                  <a:pt x="12798" y="119"/>
                </a:cubicBezTo>
                <a:cubicBezTo>
                  <a:pt x="12808" y="134"/>
                  <a:pt x="12816" y="149"/>
                  <a:pt x="12823" y="165"/>
                </a:cubicBezTo>
                <a:cubicBezTo>
                  <a:pt x="12830" y="182"/>
                  <a:pt x="12835" y="199"/>
                  <a:pt x="12838" y="216"/>
                </a:cubicBezTo>
                <a:cubicBezTo>
                  <a:pt x="12842" y="233"/>
                  <a:pt x="12843" y="251"/>
                  <a:pt x="12843" y="268"/>
                </a:cubicBezTo>
                <a:lnTo>
                  <a:pt x="12843" y="2417"/>
                </a:lnTo>
                <a:cubicBezTo>
                  <a:pt x="12843" y="2435"/>
                  <a:pt x="12842" y="2452"/>
                  <a:pt x="12838" y="2469"/>
                </a:cubicBezTo>
                <a:cubicBezTo>
                  <a:pt x="12835" y="2487"/>
                  <a:pt x="12830" y="2504"/>
                  <a:pt x="12823" y="2520"/>
                </a:cubicBezTo>
                <a:cubicBezTo>
                  <a:pt x="12816" y="2536"/>
                  <a:pt x="12808" y="2552"/>
                  <a:pt x="12798" y="2566"/>
                </a:cubicBezTo>
                <a:cubicBezTo>
                  <a:pt x="12788" y="2581"/>
                  <a:pt x="12777" y="2595"/>
                  <a:pt x="12765" y="2607"/>
                </a:cubicBezTo>
                <a:cubicBezTo>
                  <a:pt x="12752" y="2619"/>
                  <a:pt x="12739" y="2631"/>
                  <a:pt x="12724" y="2640"/>
                </a:cubicBezTo>
                <a:cubicBezTo>
                  <a:pt x="12709" y="2650"/>
                  <a:pt x="12694" y="2658"/>
                  <a:pt x="12678" y="2665"/>
                </a:cubicBezTo>
                <a:cubicBezTo>
                  <a:pt x="12661" y="2672"/>
                  <a:pt x="12644" y="2677"/>
                  <a:pt x="12627" y="2680"/>
                </a:cubicBezTo>
                <a:cubicBezTo>
                  <a:pt x="12610" y="2684"/>
                  <a:pt x="12592" y="2686"/>
                  <a:pt x="12575" y="2686"/>
                </a:cubicBezTo>
                <a:lnTo>
                  <a:pt x="223" y="2686"/>
                </a:lnTo>
                <a:cubicBezTo>
                  <a:pt x="209" y="2686"/>
                  <a:pt x="194" y="2684"/>
                  <a:pt x="180" y="2680"/>
                </a:cubicBezTo>
                <a:cubicBezTo>
                  <a:pt x="165" y="2677"/>
                  <a:pt x="151" y="2672"/>
                  <a:pt x="138" y="2665"/>
                </a:cubicBezTo>
                <a:cubicBezTo>
                  <a:pt x="124" y="2658"/>
                  <a:pt x="111" y="2650"/>
                  <a:pt x="99" y="2640"/>
                </a:cubicBezTo>
                <a:cubicBezTo>
                  <a:pt x="87" y="2631"/>
                  <a:pt x="76" y="2619"/>
                  <a:pt x="65" y="2607"/>
                </a:cubicBezTo>
                <a:cubicBezTo>
                  <a:pt x="55" y="2595"/>
                  <a:pt x="45" y="2581"/>
                  <a:pt x="37" y="2566"/>
                </a:cubicBezTo>
                <a:cubicBezTo>
                  <a:pt x="29" y="2552"/>
                  <a:pt x="22" y="2536"/>
                  <a:pt x="17" y="2520"/>
                </a:cubicBezTo>
                <a:cubicBezTo>
                  <a:pt x="11" y="2504"/>
                  <a:pt x="7" y="2487"/>
                  <a:pt x="4" y="2469"/>
                </a:cubicBezTo>
                <a:cubicBezTo>
                  <a:pt x="1" y="2452"/>
                  <a:pt x="0" y="2435"/>
                  <a:pt x="0" y="2417"/>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57" name="フリーフォーム: 図形 456"/>
          <p:cNvSpPr/>
          <p:nvPr/>
        </p:nvSpPr>
        <p:spPr>
          <a:xfrm>
            <a:off x="5283720" y="2287440"/>
            <a:ext cx="96840" cy="966960"/>
          </a:xfrm>
          <a:custGeom>
            <a:avLst/>
            <a:gdLst/>
            <a:ahLst/>
            <a:cxnLst/>
            <a:rect l="0" t="0" r="r" b="b"/>
            <a:pathLst>
              <a:path w="269" h="2686">
                <a:moveTo>
                  <a:pt x="0" y="0"/>
                </a:moveTo>
                <a:lnTo>
                  <a:pt x="269" y="0"/>
                </a:lnTo>
                <a:lnTo>
                  <a:pt x="269" y="2686"/>
                </a:lnTo>
                <a:lnTo>
                  <a:pt x="0" y="2686"/>
                </a:lnTo>
                <a:lnTo>
                  <a:pt x="0"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58" name="フリーフォーム: 図形 457"/>
          <p:cNvSpPr/>
          <p:nvPr/>
        </p:nvSpPr>
        <p:spPr>
          <a:xfrm>
            <a:off x="5299920" y="3447360"/>
            <a:ext cx="4623480" cy="966600"/>
          </a:xfrm>
          <a:custGeom>
            <a:avLst/>
            <a:gdLst/>
            <a:ahLst/>
            <a:cxnLst/>
            <a:rect l="0" t="0" r="r" b="b"/>
            <a:pathLst>
              <a:path w="12843" h="2685">
                <a:moveTo>
                  <a:pt x="0" y="2416"/>
                </a:moveTo>
                <a:lnTo>
                  <a:pt x="0" y="268"/>
                </a:lnTo>
                <a:cubicBezTo>
                  <a:pt x="0" y="250"/>
                  <a:pt x="1" y="233"/>
                  <a:pt x="4" y="216"/>
                </a:cubicBezTo>
                <a:cubicBezTo>
                  <a:pt x="7" y="198"/>
                  <a:pt x="11" y="182"/>
                  <a:pt x="17" y="165"/>
                </a:cubicBezTo>
                <a:cubicBezTo>
                  <a:pt x="22" y="149"/>
                  <a:pt x="29" y="134"/>
                  <a:pt x="37" y="119"/>
                </a:cubicBezTo>
                <a:cubicBezTo>
                  <a:pt x="45" y="104"/>
                  <a:pt x="55" y="91"/>
                  <a:pt x="65" y="78"/>
                </a:cubicBezTo>
                <a:cubicBezTo>
                  <a:pt x="76" y="66"/>
                  <a:pt x="87" y="55"/>
                  <a:pt x="99" y="45"/>
                </a:cubicBezTo>
                <a:cubicBezTo>
                  <a:pt x="111" y="35"/>
                  <a:pt x="124" y="27"/>
                  <a:pt x="138" y="20"/>
                </a:cubicBezTo>
                <a:cubicBezTo>
                  <a:pt x="151" y="13"/>
                  <a:pt x="165" y="8"/>
                  <a:pt x="180" y="5"/>
                </a:cubicBezTo>
                <a:cubicBezTo>
                  <a:pt x="194" y="1"/>
                  <a:pt x="209" y="0"/>
                  <a:pt x="223" y="0"/>
                </a:cubicBezTo>
                <a:lnTo>
                  <a:pt x="12575" y="0"/>
                </a:lnTo>
                <a:cubicBezTo>
                  <a:pt x="12592" y="0"/>
                  <a:pt x="12610" y="1"/>
                  <a:pt x="12627" y="5"/>
                </a:cubicBezTo>
                <a:cubicBezTo>
                  <a:pt x="12644" y="8"/>
                  <a:pt x="12661" y="13"/>
                  <a:pt x="12678" y="20"/>
                </a:cubicBezTo>
                <a:cubicBezTo>
                  <a:pt x="12694" y="27"/>
                  <a:pt x="12709" y="35"/>
                  <a:pt x="12724" y="45"/>
                </a:cubicBezTo>
                <a:cubicBezTo>
                  <a:pt x="12739" y="55"/>
                  <a:pt x="12752" y="66"/>
                  <a:pt x="12765" y="78"/>
                </a:cubicBezTo>
                <a:cubicBezTo>
                  <a:pt x="12777" y="91"/>
                  <a:pt x="12788" y="104"/>
                  <a:pt x="12798" y="119"/>
                </a:cubicBezTo>
                <a:cubicBezTo>
                  <a:pt x="12808" y="134"/>
                  <a:pt x="12816" y="149"/>
                  <a:pt x="12823" y="165"/>
                </a:cubicBezTo>
                <a:cubicBezTo>
                  <a:pt x="12830" y="182"/>
                  <a:pt x="12835" y="198"/>
                  <a:pt x="12838" y="216"/>
                </a:cubicBezTo>
                <a:cubicBezTo>
                  <a:pt x="12842" y="233"/>
                  <a:pt x="12843" y="250"/>
                  <a:pt x="12843" y="268"/>
                </a:cubicBezTo>
                <a:lnTo>
                  <a:pt x="12843" y="2416"/>
                </a:lnTo>
                <a:cubicBezTo>
                  <a:pt x="12843" y="2434"/>
                  <a:pt x="12842" y="2451"/>
                  <a:pt x="12838" y="2468"/>
                </a:cubicBezTo>
                <a:cubicBezTo>
                  <a:pt x="12835" y="2486"/>
                  <a:pt x="12830" y="2503"/>
                  <a:pt x="12823" y="2520"/>
                </a:cubicBezTo>
                <a:cubicBezTo>
                  <a:pt x="12816" y="2536"/>
                  <a:pt x="12808" y="2551"/>
                  <a:pt x="12798" y="2566"/>
                </a:cubicBezTo>
                <a:cubicBezTo>
                  <a:pt x="12788" y="2581"/>
                  <a:pt x="12777" y="2594"/>
                  <a:pt x="12765" y="2607"/>
                </a:cubicBezTo>
                <a:cubicBezTo>
                  <a:pt x="12752" y="2619"/>
                  <a:pt x="12739" y="2630"/>
                  <a:pt x="12724" y="2640"/>
                </a:cubicBezTo>
                <a:cubicBezTo>
                  <a:pt x="12709" y="2650"/>
                  <a:pt x="12694" y="2658"/>
                  <a:pt x="12678" y="2665"/>
                </a:cubicBezTo>
                <a:cubicBezTo>
                  <a:pt x="12661" y="2672"/>
                  <a:pt x="12644" y="2677"/>
                  <a:pt x="12627" y="2680"/>
                </a:cubicBezTo>
                <a:cubicBezTo>
                  <a:pt x="12610" y="2684"/>
                  <a:pt x="12592" y="2685"/>
                  <a:pt x="12575" y="2685"/>
                </a:cubicBezTo>
                <a:lnTo>
                  <a:pt x="223" y="2685"/>
                </a:lnTo>
                <a:cubicBezTo>
                  <a:pt x="209" y="2685"/>
                  <a:pt x="194" y="2684"/>
                  <a:pt x="180" y="2680"/>
                </a:cubicBezTo>
                <a:cubicBezTo>
                  <a:pt x="165" y="2677"/>
                  <a:pt x="151" y="2672"/>
                  <a:pt x="138" y="2665"/>
                </a:cubicBezTo>
                <a:cubicBezTo>
                  <a:pt x="124" y="2658"/>
                  <a:pt x="111" y="2650"/>
                  <a:pt x="99" y="2640"/>
                </a:cubicBezTo>
                <a:cubicBezTo>
                  <a:pt x="87" y="2630"/>
                  <a:pt x="76" y="2619"/>
                  <a:pt x="65" y="2607"/>
                </a:cubicBezTo>
                <a:cubicBezTo>
                  <a:pt x="55" y="2594"/>
                  <a:pt x="45" y="2581"/>
                  <a:pt x="37" y="2566"/>
                </a:cubicBezTo>
                <a:cubicBezTo>
                  <a:pt x="29" y="2551"/>
                  <a:pt x="22" y="2536"/>
                  <a:pt x="17" y="2520"/>
                </a:cubicBezTo>
                <a:cubicBezTo>
                  <a:pt x="11" y="2503"/>
                  <a:pt x="7" y="2486"/>
                  <a:pt x="4" y="2468"/>
                </a:cubicBezTo>
                <a:cubicBezTo>
                  <a:pt x="1" y="2451"/>
                  <a:pt x="0" y="2434"/>
                  <a:pt x="0" y="2416"/>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59" name="フリーフォーム: 図形 458"/>
          <p:cNvSpPr/>
          <p:nvPr/>
        </p:nvSpPr>
        <p:spPr>
          <a:xfrm>
            <a:off x="5283720" y="3447360"/>
            <a:ext cx="96840" cy="966600"/>
          </a:xfrm>
          <a:custGeom>
            <a:avLst/>
            <a:gdLst/>
            <a:ahLst/>
            <a:cxnLst/>
            <a:rect l="0" t="0" r="r" b="b"/>
            <a:pathLst>
              <a:path w="269" h="2685">
                <a:moveTo>
                  <a:pt x="0" y="0"/>
                </a:moveTo>
                <a:lnTo>
                  <a:pt x="269" y="0"/>
                </a:lnTo>
                <a:lnTo>
                  <a:pt x="269" y="2685"/>
                </a:lnTo>
                <a:lnTo>
                  <a:pt x="0" y="2685"/>
                </a:lnTo>
                <a:lnTo>
                  <a:pt x="0"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60" name="フリーフォーム: 図形 459"/>
          <p:cNvSpPr/>
          <p:nvPr/>
        </p:nvSpPr>
        <p:spPr>
          <a:xfrm>
            <a:off x="5299920" y="4606920"/>
            <a:ext cx="4623480" cy="966960"/>
          </a:xfrm>
          <a:custGeom>
            <a:avLst/>
            <a:gdLst/>
            <a:ahLst/>
            <a:cxnLst/>
            <a:rect l="0" t="0" r="r" b="b"/>
            <a:pathLst>
              <a:path w="12843" h="2686">
                <a:moveTo>
                  <a:pt x="0" y="2418"/>
                </a:moveTo>
                <a:lnTo>
                  <a:pt x="0" y="269"/>
                </a:lnTo>
                <a:cubicBezTo>
                  <a:pt x="0" y="251"/>
                  <a:pt x="1" y="234"/>
                  <a:pt x="4" y="217"/>
                </a:cubicBezTo>
                <a:cubicBezTo>
                  <a:pt x="7" y="199"/>
                  <a:pt x="11" y="182"/>
                  <a:pt x="17" y="166"/>
                </a:cubicBezTo>
                <a:cubicBezTo>
                  <a:pt x="22" y="150"/>
                  <a:pt x="29" y="134"/>
                  <a:pt x="37" y="120"/>
                </a:cubicBezTo>
                <a:cubicBezTo>
                  <a:pt x="45" y="105"/>
                  <a:pt x="55" y="92"/>
                  <a:pt x="65" y="79"/>
                </a:cubicBezTo>
                <a:cubicBezTo>
                  <a:pt x="76" y="67"/>
                  <a:pt x="87" y="55"/>
                  <a:pt x="99" y="46"/>
                </a:cubicBezTo>
                <a:cubicBezTo>
                  <a:pt x="111" y="36"/>
                  <a:pt x="124" y="28"/>
                  <a:pt x="138" y="21"/>
                </a:cubicBezTo>
                <a:cubicBezTo>
                  <a:pt x="151" y="14"/>
                  <a:pt x="165" y="9"/>
                  <a:pt x="180" y="6"/>
                </a:cubicBezTo>
                <a:cubicBezTo>
                  <a:pt x="194" y="2"/>
                  <a:pt x="209" y="0"/>
                  <a:pt x="223" y="0"/>
                </a:cubicBezTo>
                <a:lnTo>
                  <a:pt x="12575" y="0"/>
                </a:lnTo>
                <a:cubicBezTo>
                  <a:pt x="12592" y="0"/>
                  <a:pt x="12610" y="2"/>
                  <a:pt x="12627" y="6"/>
                </a:cubicBezTo>
                <a:cubicBezTo>
                  <a:pt x="12644" y="9"/>
                  <a:pt x="12661" y="14"/>
                  <a:pt x="12678" y="21"/>
                </a:cubicBezTo>
                <a:cubicBezTo>
                  <a:pt x="12694" y="28"/>
                  <a:pt x="12709" y="36"/>
                  <a:pt x="12724" y="46"/>
                </a:cubicBezTo>
                <a:cubicBezTo>
                  <a:pt x="12739" y="55"/>
                  <a:pt x="12752" y="67"/>
                  <a:pt x="12765" y="79"/>
                </a:cubicBezTo>
                <a:cubicBezTo>
                  <a:pt x="12777" y="92"/>
                  <a:pt x="12788" y="105"/>
                  <a:pt x="12798" y="120"/>
                </a:cubicBezTo>
                <a:cubicBezTo>
                  <a:pt x="12808" y="134"/>
                  <a:pt x="12816" y="150"/>
                  <a:pt x="12823" y="166"/>
                </a:cubicBezTo>
                <a:cubicBezTo>
                  <a:pt x="12830" y="182"/>
                  <a:pt x="12835" y="199"/>
                  <a:pt x="12838" y="217"/>
                </a:cubicBezTo>
                <a:cubicBezTo>
                  <a:pt x="12842" y="234"/>
                  <a:pt x="12843" y="251"/>
                  <a:pt x="12843" y="269"/>
                </a:cubicBezTo>
                <a:lnTo>
                  <a:pt x="12843" y="2418"/>
                </a:lnTo>
                <a:cubicBezTo>
                  <a:pt x="12843" y="2435"/>
                  <a:pt x="12842" y="2453"/>
                  <a:pt x="12838" y="2470"/>
                </a:cubicBezTo>
                <a:cubicBezTo>
                  <a:pt x="12835" y="2488"/>
                  <a:pt x="12830" y="2504"/>
                  <a:pt x="12823" y="2521"/>
                </a:cubicBezTo>
                <a:cubicBezTo>
                  <a:pt x="12816" y="2537"/>
                  <a:pt x="12808" y="2552"/>
                  <a:pt x="12798" y="2567"/>
                </a:cubicBezTo>
                <a:cubicBezTo>
                  <a:pt x="12788" y="2582"/>
                  <a:pt x="12777" y="2595"/>
                  <a:pt x="12765" y="2608"/>
                </a:cubicBezTo>
                <a:cubicBezTo>
                  <a:pt x="12752" y="2620"/>
                  <a:pt x="12739" y="2631"/>
                  <a:pt x="12724" y="2641"/>
                </a:cubicBezTo>
                <a:cubicBezTo>
                  <a:pt x="12709" y="2651"/>
                  <a:pt x="12694" y="2659"/>
                  <a:pt x="12678" y="2666"/>
                </a:cubicBezTo>
                <a:cubicBezTo>
                  <a:pt x="12661" y="2673"/>
                  <a:pt x="12644" y="2678"/>
                  <a:pt x="12627" y="2681"/>
                </a:cubicBezTo>
                <a:cubicBezTo>
                  <a:pt x="12610" y="2685"/>
                  <a:pt x="12592" y="2686"/>
                  <a:pt x="12575" y="2686"/>
                </a:cubicBezTo>
                <a:lnTo>
                  <a:pt x="223" y="2686"/>
                </a:lnTo>
                <a:cubicBezTo>
                  <a:pt x="209" y="2686"/>
                  <a:pt x="194" y="2685"/>
                  <a:pt x="180" y="2681"/>
                </a:cubicBezTo>
                <a:cubicBezTo>
                  <a:pt x="165" y="2678"/>
                  <a:pt x="151" y="2673"/>
                  <a:pt x="138" y="2666"/>
                </a:cubicBezTo>
                <a:cubicBezTo>
                  <a:pt x="124" y="2659"/>
                  <a:pt x="111" y="2651"/>
                  <a:pt x="99" y="2641"/>
                </a:cubicBezTo>
                <a:cubicBezTo>
                  <a:pt x="87" y="2631"/>
                  <a:pt x="76" y="2620"/>
                  <a:pt x="65" y="2608"/>
                </a:cubicBezTo>
                <a:cubicBezTo>
                  <a:pt x="55" y="2595"/>
                  <a:pt x="45" y="2582"/>
                  <a:pt x="37" y="2567"/>
                </a:cubicBezTo>
                <a:cubicBezTo>
                  <a:pt x="29" y="2552"/>
                  <a:pt x="22" y="2537"/>
                  <a:pt x="17" y="2521"/>
                </a:cubicBezTo>
                <a:cubicBezTo>
                  <a:pt x="11" y="2504"/>
                  <a:pt x="7" y="2488"/>
                  <a:pt x="4" y="2470"/>
                </a:cubicBezTo>
                <a:cubicBezTo>
                  <a:pt x="1" y="2453"/>
                  <a:pt x="0" y="2435"/>
                  <a:pt x="0" y="2418"/>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61" name="フリーフォーム: 図形 460"/>
          <p:cNvSpPr/>
          <p:nvPr/>
        </p:nvSpPr>
        <p:spPr>
          <a:xfrm>
            <a:off x="5283720" y="4606920"/>
            <a:ext cx="96840" cy="966960"/>
          </a:xfrm>
          <a:custGeom>
            <a:avLst/>
            <a:gdLst/>
            <a:ahLst/>
            <a:cxnLst/>
            <a:rect l="0" t="0" r="r" b="b"/>
            <a:pathLst>
              <a:path w="269" h="2686">
                <a:moveTo>
                  <a:pt x="0" y="0"/>
                </a:moveTo>
                <a:lnTo>
                  <a:pt x="269" y="0"/>
                </a:lnTo>
                <a:lnTo>
                  <a:pt x="269" y="2686"/>
                </a:lnTo>
                <a:lnTo>
                  <a:pt x="0" y="2686"/>
                </a:lnTo>
                <a:lnTo>
                  <a:pt x="0"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62" name="フリーフォーム: 図形 461"/>
          <p:cNvSpPr/>
          <p:nvPr/>
        </p:nvSpPr>
        <p:spPr>
          <a:xfrm>
            <a:off x="5283720" y="1610640"/>
            <a:ext cx="483480" cy="483840"/>
          </a:xfrm>
          <a:custGeom>
            <a:avLst/>
            <a:gdLst/>
            <a:ahLst/>
            <a:cxnLst/>
            <a:rect l="0" t="0" r="r" b="b"/>
            <a:pathLst>
              <a:path w="1343" h="1344">
                <a:moveTo>
                  <a:pt x="1343" y="673"/>
                </a:moveTo>
                <a:cubicBezTo>
                  <a:pt x="1343" y="695"/>
                  <a:pt x="1342" y="716"/>
                  <a:pt x="1340" y="738"/>
                </a:cubicBezTo>
                <a:cubicBezTo>
                  <a:pt x="1338" y="760"/>
                  <a:pt x="1335" y="782"/>
                  <a:pt x="1330" y="803"/>
                </a:cubicBezTo>
                <a:cubicBezTo>
                  <a:pt x="1326" y="825"/>
                  <a:pt x="1321" y="846"/>
                  <a:pt x="1314" y="867"/>
                </a:cubicBezTo>
                <a:cubicBezTo>
                  <a:pt x="1308" y="888"/>
                  <a:pt x="1301" y="909"/>
                  <a:pt x="1292" y="929"/>
                </a:cubicBezTo>
                <a:cubicBezTo>
                  <a:pt x="1284" y="950"/>
                  <a:pt x="1274" y="970"/>
                  <a:pt x="1264" y="989"/>
                </a:cubicBezTo>
                <a:cubicBezTo>
                  <a:pt x="1254" y="1008"/>
                  <a:pt x="1242" y="1027"/>
                  <a:pt x="1230" y="1045"/>
                </a:cubicBezTo>
                <a:cubicBezTo>
                  <a:pt x="1218" y="1064"/>
                  <a:pt x="1205" y="1081"/>
                  <a:pt x="1191" y="1098"/>
                </a:cubicBezTo>
                <a:cubicBezTo>
                  <a:pt x="1177" y="1115"/>
                  <a:pt x="1162" y="1132"/>
                  <a:pt x="1147" y="1147"/>
                </a:cubicBezTo>
                <a:cubicBezTo>
                  <a:pt x="1131" y="1163"/>
                  <a:pt x="1115" y="1177"/>
                  <a:pt x="1098" y="1191"/>
                </a:cubicBezTo>
                <a:cubicBezTo>
                  <a:pt x="1081" y="1205"/>
                  <a:pt x="1063" y="1218"/>
                  <a:pt x="1045" y="1231"/>
                </a:cubicBezTo>
                <a:cubicBezTo>
                  <a:pt x="1027" y="1243"/>
                  <a:pt x="1008" y="1254"/>
                  <a:pt x="988" y="1264"/>
                </a:cubicBezTo>
                <a:cubicBezTo>
                  <a:pt x="969" y="1275"/>
                  <a:pt x="949" y="1284"/>
                  <a:pt x="929" y="1293"/>
                </a:cubicBezTo>
                <a:cubicBezTo>
                  <a:pt x="909" y="1301"/>
                  <a:pt x="888" y="1308"/>
                  <a:pt x="867" y="1315"/>
                </a:cubicBezTo>
                <a:cubicBezTo>
                  <a:pt x="846" y="1321"/>
                  <a:pt x="825" y="1327"/>
                  <a:pt x="803" y="1331"/>
                </a:cubicBezTo>
                <a:cubicBezTo>
                  <a:pt x="781" y="1335"/>
                  <a:pt x="760" y="1338"/>
                  <a:pt x="737" y="1341"/>
                </a:cubicBezTo>
                <a:cubicBezTo>
                  <a:pt x="715" y="1343"/>
                  <a:pt x="693" y="1344"/>
                  <a:pt x="671" y="1344"/>
                </a:cubicBezTo>
                <a:cubicBezTo>
                  <a:pt x="649" y="1344"/>
                  <a:pt x="627" y="1343"/>
                  <a:pt x="605" y="1341"/>
                </a:cubicBezTo>
                <a:cubicBezTo>
                  <a:pt x="583" y="1338"/>
                  <a:pt x="562" y="1335"/>
                  <a:pt x="540" y="1331"/>
                </a:cubicBezTo>
                <a:cubicBezTo>
                  <a:pt x="519" y="1327"/>
                  <a:pt x="497" y="1321"/>
                  <a:pt x="476" y="1315"/>
                </a:cubicBezTo>
                <a:cubicBezTo>
                  <a:pt x="455" y="1308"/>
                  <a:pt x="435" y="1301"/>
                  <a:pt x="414" y="1293"/>
                </a:cubicBezTo>
                <a:cubicBezTo>
                  <a:pt x="394" y="1284"/>
                  <a:pt x="374" y="1275"/>
                  <a:pt x="355" y="1264"/>
                </a:cubicBezTo>
                <a:cubicBezTo>
                  <a:pt x="335" y="1254"/>
                  <a:pt x="316" y="1243"/>
                  <a:pt x="298" y="1231"/>
                </a:cubicBezTo>
                <a:cubicBezTo>
                  <a:pt x="280" y="1218"/>
                  <a:pt x="262" y="1205"/>
                  <a:pt x="245" y="1191"/>
                </a:cubicBezTo>
                <a:cubicBezTo>
                  <a:pt x="228" y="1177"/>
                  <a:pt x="212" y="1163"/>
                  <a:pt x="196" y="1147"/>
                </a:cubicBezTo>
                <a:cubicBezTo>
                  <a:pt x="181" y="1132"/>
                  <a:pt x="166" y="1115"/>
                  <a:pt x="152" y="1098"/>
                </a:cubicBezTo>
                <a:cubicBezTo>
                  <a:pt x="138" y="1081"/>
                  <a:pt x="125" y="1064"/>
                  <a:pt x="113" y="1045"/>
                </a:cubicBezTo>
                <a:cubicBezTo>
                  <a:pt x="101" y="1027"/>
                  <a:pt x="89" y="1008"/>
                  <a:pt x="79" y="989"/>
                </a:cubicBezTo>
                <a:cubicBezTo>
                  <a:pt x="69" y="970"/>
                  <a:pt x="59" y="950"/>
                  <a:pt x="51" y="929"/>
                </a:cubicBezTo>
                <a:cubicBezTo>
                  <a:pt x="43" y="909"/>
                  <a:pt x="35" y="888"/>
                  <a:pt x="29" y="867"/>
                </a:cubicBezTo>
                <a:cubicBezTo>
                  <a:pt x="22" y="846"/>
                  <a:pt x="17" y="825"/>
                  <a:pt x="13" y="803"/>
                </a:cubicBezTo>
                <a:cubicBezTo>
                  <a:pt x="8" y="782"/>
                  <a:pt x="5" y="760"/>
                  <a:pt x="3" y="738"/>
                </a:cubicBezTo>
                <a:cubicBezTo>
                  <a:pt x="1" y="716"/>
                  <a:pt x="0" y="695"/>
                  <a:pt x="0" y="673"/>
                </a:cubicBezTo>
                <a:cubicBezTo>
                  <a:pt x="0" y="651"/>
                  <a:pt x="1" y="629"/>
                  <a:pt x="3" y="607"/>
                </a:cubicBezTo>
                <a:cubicBezTo>
                  <a:pt x="5" y="585"/>
                  <a:pt x="8" y="563"/>
                  <a:pt x="13" y="542"/>
                </a:cubicBezTo>
                <a:cubicBezTo>
                  <a:pt x="17" y="520"/>
                  <a:pt x="22" y="499"/>
                  <a:pt x="29" y="478"/>
                </a:cubicBezTo>
                <a:cubicBezTo>
                  <a:pt x="35" y="457"/>
                  <a:pt x="43" y="436"/>
                  <a:pt x="51" y="416"/>
                </a:cubicBezTo>
                <a:cubicBezTo>
                  <a:pt x="59" y="395"/>
                  <a:pt x="69" y="376"/>
                  <a:pt x="79" y="356"/>
                </a:cubicBezTo>
                <a:cubicBezTo>
                  <a:pt x="89" y="337"/>
                  <a:pt x="101" y="318"/>
                  <a:pt x="113" y="300"/>
                </a:cubicBezTo>
                <a:cubicBezTo>
                  <a:pt x="125" y="281"/>
                  <a:pt x="138" y="264"/>
                  <a:pt x="152" y="247"/>
                </a:cubicBezTo>
                <a:cubicBezTo>
                  <a:pt x="166" y="230"/>
                  <a:pt x="181" y="212"/>
                  <a:pt x="196" y="197"/>
                </a:cubicBezTo>
                <a:cubicBezTo>
                  <a:pt x="212" y="181"/>
                  <a:pt x="228" y="167"/>
                  <a:pt x="245" y="153"/>
                </a:cubicBezTo>
                <a:cubicBezTo>
                  <a:pt x="262" y="139"/>
                  <a:pt x="280" y="126"/>
                  <a:pt x="298" y="113"/>
                </a:cubicBezTo>
                <a:cubicBezTo>
                  <a:pt x="316" y="101"/>
                  <a:pt x="335" y="90"/>
                  <a:pt x="355" y="80"/>
                </a:cubicBezTo>
                <a:cubicBezTo>
                  <a:pt x="374" y="69"/>
                  <a:pt x="394" y="60"/>
                  <a:pt x="414" y="51"/>
                </a:cubicBezTo>
                <a:cubicBezTo>
                  <a:pt x="435" y="43"/>
                  <a:pt x="455" y="36"/>
                  <a:pt x="476" y="29"/>
                </a:cubicBezTo>
                <a:cubicBezTo>
                  <a:pt x="497" y="23"/>
                  <a:pt x="519" y="17"/>
                  <a:pt x="540" y="13"/>
                </a:cubicBezTo>
                <a:cubicBezTo>
                  <a:pt x="562" y="9"/>
                  <a:pt x="583" y="6"/>
                  <a:pt x="605" y="4"/>
                </a:cubicBezTo>
                <a:cubicBezTo>
                  <a:pt x="627" y="1"/>
                  <a:pt x="649" y="0"/>
                  <a:pt x="671" y="0"/>
                </a:cubicBezTo>
                <a:cubicBezTo>
                  <a:pt x="693" y="0"/>
                  <a:pt x="715" y="1"/>
                  <a:pt x="737" y="4"/>
                </a:cubicBezTo>
                <a:cubicBezTo>
                  <a:pt x="760" y="6"/>
                  <a:pt x="781" y="9"/>
                  <a:pt x="803" y="13"/>
                </a:cubicBezTo>
                <a:cubicBezTo>
                  <a:pt x="825" y="17"/>
                  <a:pt x="846" y="23"/>
                  <a:pt x="867" y="29"/>
                </a:cubicBezTo>
                <a:cubicBezTo>
                  <a:pt x="888" y="36"/>
                  <a:pt x="909" y="43"/>
                  <a:pt x="929" y="51"/>
                </a:cubicBezTo>
                <a:cubicBezTo>
                  <a:pt x="949" y="60"/>
                  <a:pt x="969" y="69"/>
                  <a:pt x="988" y="80"/>
                </a:cubicBezTo>
                <a:cubicBezTo>
                  <a:pt x="1008" y="90"/>
                  <a:pt x="1027" y="101"/>
                  <a:pt x="1045" y="113"/>
                </a:cubicBezTo>
                <a:cubicBezTo>
                  <a:pt x="1063" y="126"/>
                  <a:pt x="1081" y="139"/>
                  <a:pt x="1098" y="153"/>
                </a:cubicBezTo>
                <a:cubicBezTo>
                  <a:pt x="1115" y="167"/>
                  <a:pt x="1131" y="181"/>
                  <a:pt x="1147" y="197"/>
                </a:cubicBezTo>
                <a:cubicBezTo>
                  <a:pt x="1162" y="212"/>
                  <a:pt x="1177" y="230"/>
                  <a:pt x="1191" y="247"/>
                </a:cubicBezTo>
                <a:cubicBezTo>
                  <a:pt x="1205" y="264"/>
                  <a:pt x="1218" y="281"/>
                  <a:pt x="1230" y="300"/>
                </a:cubicBezTo>
                <a:cubicBezTo>
                  <a:pt x="1242" y="318"/>
                  <a:pt x="1254" y="337"/>
                  <a:pt x="1264" y="356"/>
                </a:cubicBezTo>
                <a:cubicBezTo>
                  <a:pt x="1274" y="376"/>
                  <a:pt x="1284" y="395"/>
                  <a:pt x="1292" y="416"/>
                </a:cubicBezTo>
                <a:cubicBezTo>
                  <a:pt x="1301" y="436"/>
                  <a:pt x="1308" y="457"/>
                  <a:pt x="1314" y="478"/>
                </a:cubicBezTo>
                <a:cubicBezTo>
                  <a:pt x="1321" y="499"/>
                  <a:pt x="1326" y="520"/>
                  <a:pt x="1330" y="542"/>
                </a:cubicBezTo>
                <a:cubicBezTo>
                  <a:pt x="1335" y="563"/>
                  <a:pt x="1338" y="585"/>
                  <a:pt x="1340" y="607"/>
                </a:cubicBezTo>
                <a:cubicBezTo>
                  <a:pt x="1342" y="629"/>
                  <a:pt x="1343" y="651"/>
                  <a:pt x="1343" y="673"/>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463" name="図 462"/>
          <p:cNvPicPr/>
          <p:nvPr/>
        </p:nvPicPr>
        <p:blipFill>
          <a:blip r:embed="rId7"/>
          <a:stretch/>
        </p:blipFill>
        <p:spPr>
          <a:xfrm>
            <a:off x="5404680" y="1731600"/>
            <a:ext cx="241200" cy="241200"/>
          </a:xfrm>
          <a:prstGeom prst="rect">
            <a:avLst/>
          </a:prstGeom>
          <a:noFill/>
          <a:ln w="0">
            <a:noFill/>
          </a:ln>
        </p:spPr>
      </p:pic>
      <p:sp>
        <p:nvSpPr>
          <p:cNvPr id="464" name="テキスト ボックス 463"/>
          <p:cNvSpPr txBox="1"/>
          <p:nvPr/>
        </p:nvSpPr>
        <p:spPr>
          <a:xfrm>
            <a:off x="821520" y="5252760"/>
            <a:ext cx="1296000" cy="187920"/>
          </a:xfrm>
          <a:prstGeom prst="rect">
            <a:avLst/>
          </a:prstGeom>
          <a:noFill/>
          <a:ln w="0">
            <a:noFill/>
          </a:ln>
        </p:spPr>
        <p:txBody>
          <a:bodyPr wrap="none" lIns="0" tIns="0" rIns="0" bIns="0" anchor="t">
            <a:spAutoFit/>
          </a:bodyPr>
          <a:lstStyle/>
          <a:p>
            <a:r>
              <a:rPr lang="zh-CN" sz="1010" b="0" u="none" strike="noStrike">
                <a:solidFill>
                  <a:srgbClr val="D1D5DC"/>
                </a:solidFill>
                <a:effectLst/>
                <a:uFillTx/>
                <a:latin typeface="NotoSansJP"/>
                <a:ea typeface="NotoSansJP"/>
              </a:rPr>
              <a:t>境認識を実現します。</a:t>
            </a:r>
            <a:endParaRPr lang="en-US" sz="1010" b="0" u="none" strike="noStrike">
              <a:solidFill>
                <a:srgbClr val="000000"/>
              </a:solidFill>
              <a:effectLst/>
              <a:uFillTx/>
              <a:latin typeface="Times New Roman"/>
            </a:endParaRPr>
          </a:p>
        </p:txBody>
      </p:sp>
      <p:pic>
        <p:nvPicPr>
          <p:cNvPr id="465" name="図 464"/>
          <p:cNvPicPr/>
          <p:nvPr/>
        </p:nvPicPr>
        <p:blipFill>
          <a:blip r:embed="rId8"/>
          <a:stretch/>
        </p:blipFill>
        <p:spPr>
          <a:xfrm>
            <a:off x="5477040" y="2480760"/>
            <a:ext cx="144720" cy="144720"/>
          </a:xfrm>
          <a:prstGeom prst="rect">
            <a:avLst/>
          </a:prstGeom>
          <a:noFill/>
          <a:ln w="0">
            <a:noFill/>
          </a:ln>
        </p:spPr>
      </p:pic>
      <p:sp>
        <p:nvSpPr>
          <p:cNvPr id="466" name="テキスト ボックス 465"/>
          <p:cNvSpPr txBox="1"/>
          <p:nvPr/>
        </p:nvSpPr>
        <p:spPr>
          <a:xfrm>
            <a:off x="5896080" y="1753560"/>
            <a:ext cx="2904120" cy="280800"/>
          </a:xfrm>
          <a:prstGeom prst="rect">
            <a:avLst/>
          </a:prstGeom>
          <a:noFill/>
          <a:ln w="0">
            <a:noFill/>
          </a:ln>
        </p:spPr>
        <p:txBody>
          <a:bodyPr wrap="none" lIns="0" tIns="0" rIns="0" bIns="0" anchor="t">
            <a:spAutoFit/>
          </a:bodyPr>
          <a:lstStyle/>
          <a:p>
            <a:r>
              <a:rPr lang="zh-CN" sz="1520" b="0" u="none" strike="noStrike">
                <a:solidFill>
                  <a:srgbClr val="FFFFFF"/>
                </a:solidFill>
                <a:effectLst/>
                <a:uFillTx/>
                <a:latin typeface="NotoSansJP"/>
                <a:ea typeface="NotoSansJP"/>
              </a:rPr>
              <a:t>異常検知とサイバーセキュリティ</a:t>
            </a:r>
            <a:endParaRPr lang="en-US" sz="1520" b="0" u="none" strike="noStrike">
              <a:solidFill>
                <a:srgbClr val="000000"/>
              </a:solidFill>
              <a:effectLst/>
              <a:uFillTx/>
              <a:latin typeface="Times New Roman"/>
            </a:endParaRPr>
          </a:p>
        </p:txBody>
      </p:sp>
      <p:sp>
        <p:nvSpPr>
          <p:cNvPr id="467" name="テキスト ボックス 466"/>
          <p:cNvSpPr txBox="1"/>
          <p:nvPr/>
        </p:nvSpPr>
        <p:spPr>
          <a:xfrm>
            <a:off x="5718960" y="2491200"/>
            <a:ext cx="1593360" cy="209160"/>
          </a:xfrm>
          <a:prstGeom prst="rect">
            <a:avLst/>
          </a:prstGeom>
          <a:noFill/>
          <a:ln w="0">
            <a:noFill/>
          </a:ln>
        </p:spPr>
        <p:txBody>
          <a:bodyPr wrap="none" lIns="0" tIns="0" rIns="0" bIns="0" anchor="t">
            <a:spAutoFit/>
          </a:bodyPr>
          <a:lstStyle/>
          <a:p>
            <a:r>
              <a:rPr lang="zh-CN" sz="1140" b="0" u="none" strike="noStrike">
                <a:solidFill>
                  <a:srgbClr val="FFFFFF"/>
                </a:solidFill>
                <a:effectLst/>
                <a:uFillTx/>
                <a:latin typeface="NotoSansJP"/>
                <a:ea typeface="NotoSansJP"/>
              </a:rPr>
              <a:t>正常動作パターンの学習</a:t>
            </a:r>
            <a:endParaRPr lang="en-US" sz="1140" b="0" u="none" strike="noStrike">
              <a:solidFill>
                <a:srgbClr val="000000"/>
              </a:solidFill>
              <a:effectLst/>
              <a:uFillTx/>
              <a:latin typeface="Times New Roman"/>
            </a:endParaRPr>
          </a:p>
        </p:txBody>
      </p:sp>
      <p:sp>
        <p:nvSpPr>
          <p:cNvPr id="468" name="テキスト ボックス 467"/>
          <p:cNvSpPr txBox="1"/>
          <p:nvPr/>
        </p:nvSpPr>
        <p:spPr>
          <a:xfrm>
            <a:off x="5718960" y="2739960"/>
            <a:ext cx="4016520" cy="187920"/>
          </a:xfrm>
          <a:prstGeom prst="rect">
            <a:avLst/>
          </a:prstGeom>
          <a:noFill/>
          <a:ln w="0">
            <a:noFill/>
          </a:ln>
        </p:spPr>
        <p:txBody>
          <a:bodyPr wrap="none" lIns="0" tIns="0" rIns="0" bIns="0" anchor="t">
            <a:spAutoFit/>
          </a:bodyPr>
          <a:lstStyle/>
          <a:p>
            <a:r>
              <a:rPr lang="zh-CN" sz="1010" b="0" u="none" strike="noStrike">
                <a:solidFill>
                  <a:srgbClr val="D1D5DC"/>
                </a:solidFill>
                <a:effectLst/>
                <a:uFillTx/>
                <a:latin typeface="NotoSansJP"/>
                <a:ea typeface="NotoSansJP"/>
              </a:rPr>
              <a:t>車両の正常な動作パターンをディープラーニングで学習し、通常とは</a:t>
            </a:r>
            <a:endParaRPr lang="en-US" sz="1010" b="0" u="none" strike="noStrike">
              <a:solidFill>
                <a:srgbClr val="000000"/>
              </a:solidFill>
              <a:effectLst/>
              <a:uFillTx/>
              <a:latin typeface="Times New Roman"/>
            </a:endParaRPr>
          </a:p>
        </p:txBody>
      </p:sp>
      <p:pic>
        <p:nvPicPr>
          <p:cNvPr id="469" name="図 468"/>
          <p:cNvPicPr/>
          <p:nvPr/>
        </p:nvPicPr>
        <p:blipFill>
          <a:blip r:embed="rId9"/>
          <a:stretch/>
        </p:blipFill>
        <p:spPr>
          <a:xfrm>
            <a:off x="5477040" y="3640680"/>
            <a:ext cx="144720" cy="144720"/>
          </a:xfrm>
          <a:prstGeom prst="rect">
            <a:avLst/>
          </a:prstGeom>
          <a:noFill/>
          <a:ln w="0">
            <a:noFill/>
          </a:ln>
        </p:spPr>
      </p:pic>
      <p:sp>
        <p:nvSpPr>
          <p:cNvPr id="470" name="テキスト ボックス 469"/>
          <p:cNvSpPr txBox="1"/>
          <p:nvPr/>
        </p:nvSpPr>
        <p:spPr>
          <a:xfrm>
            <a:off x="5718960" y="2933280"/>
            <a:ext cx="1944000" cy="187920"/>
          </a:xfrm>
          <a:prstGeom prst="rect">
            <a:avLst/>
          </a:prstGeom>
          <a:noFill/>
          <a:ln w="0">
            <a:noFill/>
          </a:ln>
        </p:spPr>
        <p:txBody>
          <a:bodyPr wrap="none" lIns="0" tIns="0" rIns="0" bIns="0" anchor="t">
            <a:spAutoFit/>
          </a:bodyPr>
          <a:lstStyle/>
          <a:p>
            <a:r>
              <a:rPr lang="zh-CN" sz="1010" b="0" u="none" strike="noStrike">
                <a:solidFill>
                  <a:srgbClr val="D1D5DC"/>
                </a:solidFill>
                <a:effectLst/>
                <a:uFillTx/>
                <a:latin typeface="NotoSansJP"/>
                <a:ea typeface="NotoSansJP"/>
              </a:rPr>
              <a:t>異なる挙動を即座に検知します。</a:t>
            </a:r>
            <a:endParaRPr lang="en-US" sz="1010" b="0" u="none" strike="noStrike">
              <a:solidFill>
                <a:srgbClr val="000000"/>
              </a:solidFill>
              <a:effectLst/>
              <a:uFillTx/>
              <a:latin typeface="Times New Roman"/>
            </a:endParaRPr>
          </a:p>
        </p:txBody>
      </p:sp>
      <p:sp>
        <p:nvSpPr>
          <p:cNvPr id="471" name="テキスト ボックス 470"/>
          <p:cNvSpPr txBox="1"/>
          <p:nvPr/>
        </p:nvSpPr>
        <p:spPr>
          <a:xfrm>
            <a:off x="5718960" y="3651120"/>
            <a:ext cx="1303920" cy="209160"/>
          </a:xfrm>
          <a:prstGeom prst="rect">
            <a:avLst/>
          </a:prstGeom>
          <a:noFill/>
          <a:ln w="0">
            <a:noFill/>
          </a:ln>
        </p:spPr>
        <p:txBody>
          <a:bodyPr wrap="none" lIns="0" tIns="0" rIns="0" bIns="0" anchor="t">
            <a:spAutoFit/>
          </a:bodyPr>
          <a:lstStyle/>
          <a:p>
            <a:r>
              <a:rPr lang="zh-CN" sz="1140" b="0" u="none" strike="noStrike">
                <a:solidFill>
                  <a:srgbClr val="FFFFFF"/>
                </a:solidFill>
                <a:effectLst/>
                <a:uFillTx/>
                <a:latin typeface="NotoSansJP"/>
                <a:ea typeface="NotoSansJP"/>
              </a:rPr>
              <a:t>サイバー攻撃の検出</a:t>
            </a:r>
            <a:endParaRPr lang="en-US" sz="1140" b="0" u="none" strike="noStrike">
              <a:solidFill>
                <a:srgbClr val="000000"/>
              </a:solidFill>
              <a:effectLst/>
              <a:uFillTx/>
              <a:latin typeface="Times New Roman"/>
            </a:endParaRPr>
          </a:p>
        </p:txBody>
      </p:sp>
      <p:sp>
        <p:nvSpPr>
          <p:cNvPr id="472" name="テキスト ボックス 471"/>
          <p:cNvSpPr txBox="1"/>
          <p:nvPr/>
        </p:nvSpPr>
        <p:spPr>
          <a:xfrm>
            <a:off x="5718960" y="3899520"/>
            <a:ext cx="4016520" cy="187920"/>
          </a:xfrm>
          <a:prstGeom prst="rect">
            <a:avLst/>
          </a:prstGeom>
          <a:noFill/>
          <a:ln w="0">
            <a:noFill/>
          </a:ln>
        </p:spPr>
        <p:txBody>
          <a:bodyPr wrap="none" lIns="0" tIns="0" rIns="0" bIns="0" anchor="t">
            <a:spAutoFit/>
          </a:bodyPr>
          <a:lstStyle/>
          <a:p>
            <a:r>
              <a:rPr lang="zh-CN" sz="1010" b="0" u="none" strike="noStrike">
                <a:solidFill>
                  <a:srgbClr val="D1D5DC"/>
                </a:solidFill>
                <a:effectLst/>
                <a:uFillTx/>
                <a:latin typeface="NotoSansJP"/>
                <a:ea typeface="NotoSansJP"/>
              </a:rPr>
              <a:t>外部からの不正なアクセスによる車両乗っ取りなどの重大なリスクを</a:t>
            </a:r>
            <a:endParaRPr lang="en-US" sz="1010" b="0" u="none" strike="noStrike">
              <a:solidFill>
                <a:srgbClr val="000000"/>
              </a:solidFill>
              <a:effectLst/>
              <a:uFillTx/>
              <a:latin typeface="Times New Roman"/>
            </a:endParaRPr>
          </a:p>
        </p:txBody>
      </p:sp>
      <p:pic>
        <p:nvPicPr>
          <p:cNvPr id="473" name="図 472"/>
          <p:cNvPicPr/>
          <p:nvPr/>
        </p:nvPicPr>
        <p:blipFill>
          <a:blip r:embed="rId10"/>
          <a:stretch/>
        </p:blipFill>
        <p:spPr>
          <a:xfrm>
            <a:off x="5477040" y="4800600"/>
            <a:ext cx="185040" cy="144720"/>
          </a:xfrm>
          <a:prstGeom prst="rect">
            <a:avLst/>
          </a:prstGeom>
          <a:noFill/>
          <a:ln w="0">
            <a:noFill/>
          </a:ln>
        </p:spPr>
      </p:pic>
      <p:sp>
        <p:nvSpPr>
          <p:cNvPr id="474" name="テキスト ボックス 473"/>
          <p:cNvSpPr txBox="1"/>
          <p:nvPr/>
        </p:nvSpPr>
        <p:spPr>
          <a:xfrm>
            <a:off x="5718960" y="4092840"/>
            <a:ext cx="2462040" cy="187920"/>
          </a:xfrm>
          <a:prstGeom prst="rect">
            <a:avLst/>
          </a:prstGeom>
          <a:noFill/>
          <a:ln w="0">
            <a:noFill/>
          </a:ln>
        </p:spPr>
        <p:txBody>
          <a:bodyPr wrap="none" lIns="0" tIns="0" rIns="0" bIns="0" anchor="t">
            <a:spAutoFit/>
          </a:bodyPr>
          <a:lstStyle/>
          <a:p>
            <a:r>
              <a:rPr lang="zh-CN" sz="1010" b="0" u="none" strike="noStrike">
                <a:solidFill>
                  <a:srgbClr val="D1D5DC"/>
                </a:solidFill>
                <a:effectLst/>
                <a:uFillTx/>
                <a:latin typeface="NotoSansJP"/>
                <a:ea typeface="NotoSansJP"/>
              </a:rPr>
              <a:t>検知し、システムの安全性を確保します。</a:t>
            </a:r>
            <a:endParaRPr lang="en-US" sz="1010" b="0" u="none" strike="noStrike">
              <a:solidFill>
                <a:srgbClr val="000000"/>
              </a:solidFill>
              <a:effectLst/>
              <a:uFillTx/>
              <a:latin typeface="Times New Roman"/>
            </a:endParaRPr>
          </a:p>
        </p:txBody>
      </p:sp>
      <p:sp>
        <p:nvSpPr>
          <p:cNvPr id="475" name="テキスト ボックス 474"/>
          <p:cNvSpPr txBox="1"/>
          <p:nvPr/>
        </p:nvSpPr>
        <p:spPr>
          <a:xfrm>
            <a:off x="5758920" y="4811040"/>
            <a:ext cx="1066680" cy="209160"/>
          </a:xfrm>
          <a:prstGeom prst="rect">
            <a:avLst/>
          </a:prstGeom>
          <a:noFill/>
          <a:ln w="0">
            <a:noFill/>
          </a:ln>
        </p:spPr>
        <p:txBody>
          <a:bodyPr wrap="none" lIns="0" tIns="0" rIns="0" bIns="0" anchor="t">
            <a:spAutoFit/>
          </a:bodyPr>
          <a:lstStyle/>
          <a:p>
            <a:r>
              <a:rPr lang="en-US" sz="1140" b="0" u="none" strike="noStrike">
                <a:solidFill>
                  <a:srgbClr val="FFFFFF"/>
                </a:solidFill>
                <a:effectLst/>
                <a:uFillTx/>
                <a:latin typeface="NotoSansJP"/>
                <a:ea typeface="NotoSansJP"/>
              </a:rPr>
              <a:t>CAN</a:t>
            </a:r>
            <a:r>
              <a:rPr lang="zh-CN" sz="1140" b="0" u="none" strike="noStrike">
                <a:solidFill>
                  <a:srgbClr val="FFFFFF"/>
                </a:solidFill>
                <a:effectLst/>
                <a:uFillTx/>
                <a:latin typeface="NotoSansJP"/>
                <a:ea typeface="NotoSansJP"/>
              </a:rPr>
              <a:t>通信の監視</a:t>
            </a:r>
            <a:endParaRPr lang="en-US" sz="1140" b="0" u="none" strike="noStrike">
              <a:solidFill>
                <a:srgbClr val="000000"/>
              </a:solidFill>
              <a:effectLst/>
              <a:uFillTx/>
              <a:latin typeface="Times New Roman"/>
            </a:endParaRPr>
          </a:p>
        </p:txBody>
      </p:sp>
      <p:sp>
        <p:nvSpPr>
          <p:cNvPr id="476" name="テキスト ボックス 475"/>
          <p:cNvSpPr txBox="1"/>
          <p:nvPr/>
        </p:nvSpPr>
        <p:spPr>
          <a:xfrm>
            <a:off x="5758920" y="5059440"/>
            <a:ext cx="4100760" cy="187920"/>
          </a:xfrm>
          <a:prstGeom prst="rect">
            <a:avLst/>
          </a:prstGeom>
          <a:noFill/>
          <a:ln w="0">
            <a:noFill/>
          </a:ln>
        </p:spPr>
        <p:txBody>
          <a:bodyPr wrap="none" lIns="0" tIns="0" rIns="0" bIns="0" anchor="t">
            <a:spAutoFit/>
          </a:bodyPr>
          <a:lstStyle/>
          <a:p>
            <a:r>
              <a:rPr lang="zh-CN" sz="1010" b="0" u="none" strike="noStrike">
                <a:solidFill>
                  <a:srgbClr val="D1D5DC"/>
                </a:solidFill>
                <a:effectLst/>
                <a:uFillTx/>
                <a:latin typeface="NotoSansJP"/>
                <a:ea typeface="NotoSansJP"/>
              </a:rPr>
              <a:t>車両内の通信データ（</a:t>
            </a:r>
            <a:r>
              <a:rPr lang="en-US" sz="1010" b="0" u="none" strike="noStrike">
                <a:solidFill>
                  <a:srgbClr val="D1D5DC"/>
                </a:solidFill>
                <a:effectLst/>
                <a:uFillTx/>
                <a:latin typeface="NotoSansJP"/>
                <a:ea typeface="NotoSansJP"/>
              </a:rPr>
              <a:t>CAN</a:t>
            </a:r>
            <a:r>
              <a:rPr lang="zh-CN" sz="1010" b="0" u="none" strike="noStrike">
                <a:solidFill>
                  <a:srgbClr val="D1D5DC"/>
                </a:solidFill>
                <a:effectLst/>
                <a:uFillTx/>
                <a:latin typeface="NotoSansJP"/>
                <a:ea typeface="NotoSansJP"/>
              </a:rPr>
              <a:t>データなど）の正常なパターンを学習し、</a:t>
            </a:r>
            <a:endParaRPr lang="en-US" sz="1010" b="0" u="none" strike="noStrike">
              <a:solidFill>
                <a:srgbClr val="000000"/>
              </a:solidFill>
              <a:effectLst/>
              <a:uFillTx/>
              <a:latin typeface="Times New Roman"/>
            </a:endParaRPr>
          </a:p>
        </p:txBody>
      </p:sp>
      <p:sp>
        <p:nvSpPr>
          <p:cNvPr id="477" name="フリーフォーム: 図形 476"/>
          <p:cNvSpPr/>
          <p:nvPr/>
        </p:nvSpPr>
        <p:spPr>
          <a:xfrm>
            <a:off x="386280" y="5766840"/>
            <a:ext cx="9537120" cy="8640"/>
          </a:xfrm>
          <a:custGeom>
            <a:avLst/>
            <a:gdLst/>
            <a:ahLst/>
            <a:cxnLst/>
            <a:rect l="0" t="0" r="r" b="b"/>
            <a:pathLst>
              <a:path w="26492" h="24">
                <a:moveTo>
                  <a:pt x="0" y="0"/>
                </a:moveTo>
                <a:lnTo>
                  <a:pt x="26492" y="0"/>
                </a:lnTo>
                <a:lnTo>
                  <a:pt x="26492" y="24"/>
                </a:lnTo>
                <a:lnTo>
                  <a:pt x="0" y="24"/>
                </a:lnTo>
                <a:lnTo>
                  <a:pt x="0" y="0"/>
                </a:lnTo>
                <a:close/>
              </a:path>
            </a:pathLst>
          </a:custGeom>
          <a:solidFill>
            <a:srgbClr val="364153"/>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478" name="図 477"/>
          <p:cNvPicPr/>
          <p:nvPr/>
        </p:nvPicPr>
        <p:blipFill>
          <a:blip r:embed="rId11"/>
          <a:stretch/>
        </p:blipFill>
        <p:spPr>
          <a:xfrm>
            <a:off x="386640" y="5936400"/>
            <a:ext cx="88200" cy="112320"/>
          </a:xfrm>
          <a:prstGeom prst="rect">
            <a:avLst/>
          </a:prstGeom>
          <a:noFill/>
          <a:ln w="0">
            <a:noFill/>
          </a:ln>
        </p:spPr>
      </p:pic>
      <p:sp>
        <p:nvSpPr>
          <p:cNvPr id="479" name="テキスト ボックス 478"/>
          <p:cNvSpPr txBox="1"/>
          <p:nvPr/>
        </p:nvSpPr>
        <p:spPr>
          <a:xfrm>
            <a:off x="5758920" y="5252760"/>
            <a:ext cx="2462040" cy="187920"/>
          </a:xfrm>
          <a:prstGeom prst="rect">
            <a:avLst/>
          </a:prstGeom>
          <a:noFill/>
          <a:ln w="0">
            <a:noFill/>
          </a:ln>
        </p:spPr>
        <p:txBody>
          <a:bodyPr wrap="none" lIns="0" tIns="0" rIns="0" bIns="0" anchor="t">
            <a:spAutoFit/>
          </a:bodyPr>
          <a:lstStyle/>
          <a:p>
            <a:r>
              <a:rPr lang="zh-CN" sz="1010" b="0" u="none" strike="noStrike">
                <a:solidFill>
                  <a:srgbClr val="D1D5DC"/>
                </a:solidFill>
                <a:effectLst/>
                <a:uFillTx/>
                <a:latin typeface="NotoSansJP"/>
                <a:ea typeface="NotoSansJP"/>
              </a:rPr>
              <a:t>異常な通信をリアルタイムで検知します。</a:t>
            </a:r>
            <a:endParaRPr lang="en-US" sz="1010" b="0" u="none" strike="noStrike">
              <a:solidFill>
                <a:srgbClr val="000000"/>
              </a:solidFill>
              <a:effectLst/>
              <a:uFillTx/>
              <a:latin typeface="Times New Roman"/>
            </a:endParaRPr>
          </a:p>
        </p:txBody>
      </p:sp>
      <p:pic>
        <p:nvPicPr>
          <p:cNvPr id="480" name="図 479"/>
          <p:cNvPicPr/>
          <p:nvPr/>
        </p:nvPicPr>
        <p:blipFill>
          <a:blip r:embed="rId12"/>
          <a:stretch/>
        </p:blipFill>
        <p:spPr>
          <a:xfrm>
            <a:off x="386640" y="386640"/>
            <a:ext cx="10309680" cy="5798880"/>
          </a:xfrm>
          <a:prstGeom prst="rect">
            <a:avLst/>
          </a:prstGeom>
          <a:noFill/>
          <a:ln w="0">
            <a:noFill/>
          </a:ln>
        </p:spPr>
      </p:pic>
      <p:pic>
        <p:nvPicPr>
          <p:cNvPr id="481" name="図 480"/>
          <p:cNvPicPr/>
          <p:nvPr/>
        </p:nvPicPr>
        <p:blipFill>
          <a:blip r:embed="rId13"/>
          <a:stretch/>
        </p:blipFill>
        <p:spPr>
          <a:xfrm>
            <a:off x="0" y="6419520"/>
            <a:ext cx="6875640" cy="31680"/>
          </a:xfrm>
          <a:prstGeom prst="rect">
            <a:avLst/>
          </a:prstGeom>
          <a:noFill/>
          <a:ln w="0">
            <a:noFill/>
          </a:ln>
        </p:spPr>
      </p:pic>
      <p:sp>
        <p:nvSpPr>
          <p:cNvPr id="482" name="テキスト ボックス 481"/>
          <p:cNvSpPr txBox="1"/>
          <p:nvPr/>
        </p:nvSpPr>
        <p:spPr>
          <a:xfrm>
            <a:off x="539640" y="5928120"/>
            <a:ext cx="7173000" cy="163440"/>
          </a:xfrm>
          <a:prstGeom prst="rect">
            <a:avLst/>
          </a:prstGeom>
          <a:noFill/>
          <a:ln w="0">
            <a:noFill/>
          </a:ln>
        </p:spPr>
        <p:txBody>
          <a:bodyPr wrap="none" lIns="0" tIns="0" rIns="0" bIns="0" anchor="t">
            <a:spAutoFit/>
          </a:bodyPr>
          <a:lstStyle/>
          <a:p>
            <a:r>
              <a:rPr lang="zh-CN" sz="889" b="0" u="none" strike="noStrike">
                <a:solidFill>
                  <a:srgbClr val="D1D5DC"/>
                </a:solidFill>
                <a:effectLst/>
                <a:uFillTx/>
                <a:latin typeface="NotoSansJP"/>
                <a:ea typeface="NotoSansJP"/>
              </a:rPr>
              <a:t>実装例：ソニーセミコンダクタソリューションズのセンサーフュージョン技術、</a:t>
            </a:r>
            <a:r>
              <a:rPr lang="en-US" sz="889" b="0" u="none" strike="noStrike">
                <a:solidFill>
                  <a:srgbClr val="D1D5DC"/>
                </a:solidFill>
                <a:effectLst/>
                <a:uFillTx/>
                <a:latin typeface="NotoSansJP"/>
                <a:ea typeface="NotoSansJP"/>
              </a:rPr>
              <a:t>NEC</a:t>
            </a:r>
            <a:r>
              <a:rPr lang="zh-CN" sz="889" b="0" u="none" strike="noStrike">
                <a:solidFill>
                  <a:srgbClr val="D1D5DC"/>
                </a:solidFill>
                <a:effectLst/>
                <a:uFillTx/>
                <a:latin typeface="NotoSansJP"/>
                <a:ea typeface="NotoSansJP"/>
              </a:rPr>
              <a:t>ソリューションイノベータの車両周辺監視ソフトウェア</a:t>
            </a:r>
            <a:endParaRPr lang="en-US" sz="889" b="0" u="none" strike="noStrike">
              <a:solidFill>
                <a:srgbClr val="000000"/>
              </a:solidFill>
              <a:effectLst/>
              <a:uFillTx/>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3" name="図 482"/>
          <p:cNvPicPr/>
          <p:nvPr/>
        </p:nvPicPr>
        <p:blipFill>
          <a:blip r:embed="rId2"/>
          <a:stretch/>
        </p:blipFill>
        <p:spPr>
          <a:xfrm>
            <a:off x="0" y="0"/>
            <a:ext cx="10696320" cy="6359040"/>
          </a:xfrm>
          <a:prstGeom prst="rect">
            <a:avLst/>
          </a:prstGeom>
          <a:noFill/>
          <a:ln w="0">
            <a:noFill/>
          </a:ln>
        </p:spPr>
      </p:pic>
      <p:sp>
        <p:nvSpPr>
          <p:cNvPr id="484" name="テキスト ボックス 483"/>
          <p:cNvSpPr txBox="1"/>
          <p:nvPr/>
        </p:nvSpPr>
        <p:spPr>
          <a:xfrm>
            <a:off x="401040" y="389520"/>
            <a:ext cx="240264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強化学習の実装例</a:t>
            </a:r>
            <a:endParaRPr lang="en-US" sz="2370" b="0" u="none" strike="noStrike">
              <a:solidFill>
                <a:srgbClr val="000000"/>
              </a:solidFill>
              <a:effectLst/>
              <a:uFillTx/>
              <a:latin typeface="Times New Roman"/>
            </a:endParaRPr>
          </a:p>
        </p:txBody>
      </p:sp>
      <p:sp>
        <p:nvSpPr>
          <p:cNvPr id="485" name="テキスト ボックス 484"/>
          <p:cNvSpPr txBox="1"/>
          <p:nvPr/>
        </p:nvSpPr>
        <p:spPr>
          <a:xfrm>
            <a:off x="9936000" y="509760"/>
            <a:ext cx="413640" cy="13608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10 / 17</a:t>
            </a:r>
            <a:endParaRPr lang="en-US" sz="920" b="0" u="none" strike="noStrike">
              <a:solidFill>
                <a:srgbClr val="000000"/>
              </a:solidFill>
              <a:effectLst/>
              <a:uFillTx/>
              <a:latin typeface="Times New Roman"/>
            </a:endParaRPr>
          </a:p>
        </p:txBody>
      </p:sp>
      <p:sp>
        <p:nvSpPr>
          <p:cNvPr id="486" name="テキスト ボックス 485"/>
          <p:cNvSpPr txBox="1"/>
          <p:nvPr/>
        </p:nvSpPr>
        <p:spPr>
          <a:xfrm>
            <a:off x="401040" y="964800"/>
            <a:ext cx="10021320" cy="244080"/>
          </a:xfrm>
          <a:prstGeom prst="rect">
            <a:avLst/>
          </a:prstGeom>
          <a:noFill/>
          <a:ln w="0">
            <a:noFill/>
          </a:ln>
        </p:spPr>
        <p:txBody>
          <a:bodyPr wrap="none" lIns="0" tIns="0" rIns="0" bIns="0" anchor="t">
            <a:spAutoFit/>
          </a:bodyPr>
          <a:lstStyle/>
          <a:p>
            <a:r>
              <a:rPr lang="zh-CN" sz="1320" b="0" u="none" strike="noStrike">
                <a:solidFill>
                  <a:srgbClr val="FF0000"/>
                </a:solidFill>
                <a:effectLst/>
                <a:uFillTx/>
                <a:latin typeface="NotoSansJP"/>
                <a:ea typeface="NotoSansJP"/>
              </a:rPr>
              <a:t>強化学習（</a:t>
            </a:r>
            <a:r>
              <a:rPr lang="en-US" sz="1320" b="0" u="none" strike="noStrike">
                <a:solidFill>
                  <a:srgbClr val="FF0000"/>
                </a:solidFill>
                <a:effectLst/>
                <a:uFillTx/>
                <a:latin typeface="NotoSansJP"/>
                <a:ea typeface="NotoSansJP"/>
              </a:rPr>
              <a:t>RL</a:t>
            </a:r>
            <a:r>
              <a:rPr lang="zh-CN" sz="1320" b="0" u="none" strike="noStrike">
                <a:solidFill>
                  <a:srgbClr val="FF0000"/>
                </a:solidFill>
                <a:effectLst/>
                <a:uFillTx/>
                <a:latin typeface="NotoSansJP"/>
                <a:ea typeface="NotoSansJP"/>
              </a:rPr>
              <a:t>）</a:t>
            </a:r>
            <a:r>
              <a:rPr lang="zh-CN" sz="1320" b="0" u="none" strike="noStrike">
                <a:solidFill>
                  <a:srgbClr val="D1D5DC"/>
                </a:solidFill>
                <a:effectLst/>
                <a:uFillTx/>
                <a:latin typeface="NotoSansJP"/>
                <a:ea typeface="NotoSansJP"/>
              </a:rPr>
              <a:t>は、システム（エージェント）が「試行錯誤」を通じて、与えられた環境内で「報酬」を最大化するような行動を自</a:t>
            </a:r>
            <a:endParaRPr lang="en-US" sz="1320" b="0" u="none" strike="noStrike">
              <a:solidFill>
                <a:srgbClr val="000000"/>
              </a:solidFill>
              <a:effectLst/>
              <a:uFillTx/>
              <a:latin typeface="Times New Roman"/>
            </a:endParaRPr>
          </a:p>
        </p:txBody>
      </p:sp>
      <p:sp>
        <p:nvSpPr>
          <p:cNvPr id="487" name="フリーフォーム: 図形 486"/>
          <p:cNvSpPr/>
          <p:nvPr/>
        </p:nvSpPr>
        <p:spPr>
          <a:xfrm>
            <a:off x="417600" y="3200400"/>
            <a:ext cx="4797000" cy="2156400"/>
          </a:xfrm>
          <a:custGeom>
            <a:avLst/>
            <a:gdLst/>
            <a:ahLst/>
            <a:cxnLst/>
            <a:rect l="0" t="0" r="r" b="b"/>
            <a:pathLst>
              <a:path w="13325" h="5990">
                <a:moveTo>
                  <a:pt x="0" y="5804"/>
                </a:moveTo>
                <a:lnTo>
                  <a:pt x="0" y="187"/>
                </a:lnTo>
                <a:cubicBezTo>
                  <a:pt x="0" y="175"/>
                  <a:pt x="1" y="163"/>
                  <a:pt x="3" y="151"/>
                </a:cubicBezTo>
                <a:cubicBezTo>
                  <a:pt x="5" y="139"/>
                  <a:pt x="7" y="127"/>
                  <a:pt x="11" y="116"/>
                </a:cubicBezTo>
                <a:cubicBezTo>
                  <a:pt x="14" y="104"/>
                  <a:pt x="19" y="94"/>
                  <a:pt x="24" y="83"/>
                </a:cubicBezTo>
                <a:cubicBezTo>
                  <a:pt x="29" y="72"/>
                  <a:pt x="34" y="63"/>
                  <a:pt x="41" y="54"/>
                </a:cubicBezTo>
                <a:cubicBezTo>
                  <a:pt x="47" y="46"/>
                  <a:pt x="54" y="38"/>
                  <a:pt x="62" y="31"/>
                </a:cubicBezTo>
                <a:cubicBezTo>
                  <a:pt x="70" y="25"/>
                  <a:pt x="78" y="19"/>
                  <a:pt x="86" y="14"/>
                </a:cubicBezTo>
                <a:cubicBezTo>
                  <a:pt x="95" y="10"/>
                  <a:pt x="103" y="6"/>
                  <a:pt x="112" y="4"/>
                </a:cubicBezTo>
                <a:cubicBezTo>
                  <a:pt x="121" y="1"/>
                  <a:pt x="130" y="0"/>
                  <a:pt x="139" y="0"/>
                </a:cubicBezTo>
                <a:lnTo>
                  <a:pt x="13140" y="0"/>
                </a:lnTo>
                <a:cubicBezTo>
                  <a:pt x="13152" y="0"/>
                  <a:pt x="13164" y="1"/>
                  <a:pt x="13176" y="4"/>
                </a:cubicBezTo>
                <a:cubicBezTo>
                  <a:pt x="13188" y="6"/>
                  <a:pt x="13200" y="10"/>
                  <a:pt x="13211" y="14"/>
                </a:cubicBezTo>
                <a:cubicBezTo>
                  <a:pt x="13222" y="19"/>
                  <a:pt x="13233" y="25"/>
                  <a:pt x="13243" y="31"/>
                </a:cubicBezTo>
                <a:cubicBezTo>
                  <a:pt x="13253" y="38"/>
                  <a:pt x="13262" y="46"/>
                  <a:pt x="13271" y="54"/>
                </a:cubicBezTo>
                <a:cubicBezTo>
                  <a:pt x="13280" y="63"/>
                  <a:pt x="13287" y="72"/>
                  <a:pt x="13294" y="83"/>
                </a:cubicBezTo>
                <a:cubicBezTo>
                  <a:pt x="13301" y="94"/>
                  <a:pt x="13307" y="104"/>
                  <a:pt x="13311" y="116"/>
                </a:cubicBezTo>
                <a:cubicBezTo>
                  <a:pt x="13316" y="127"/>
                  <a:pt x="13319" y="139"/>
                  <a:pt x="13322" y="151"/>
                </a:cubicBezTo>
                <a:cubicBezTo>
                  <a:pt x="13324" y="163"/>
                  <a:pt x="13325" y="175"/>
                  <a:pt x="13325" y="187"/>
                </a:cubicBezTo>
                <a:lnTo>
                  <a:pt x="13325" y="5804"/>
                </a:lnTo>
                <a:cubicBezTo>
                  <a:pt x="13325" y="5817"/>
                  <a:pt x="13324" y="5829"/>
                  <a:pt x="13322" y="5841"/>
                </a:cubicBezTo>
                <a:cubicBezTo>
                  <a:pt x="13319" y="5853"/>
                  <a:pt x="13316" y="5864"/>
                  <a:pt x="13311" y="5875"/>
                </a:cubicBezTo>
                <a:cubicBezTo>
                  <a:pt x="13307" y="5887"/>
                  <a:pt x="13301" y="5897"/>
                  <a:pt x="13294" y="5908"/>
                </a:cubicBezTo>
                <a:cubicBezTo>
                  <a:pt x="13287" y="5918"/>
                  <a:pt x="13280" y="5927"/>
                  <a:pt x="13271" y="5936"/>
                </a:cubicBezTo>
                <a:cubicBezTo>
                  <a:pt x="13262" y="5944"/>
                  <a:pt x="13253" y="5952"/>
                  <a:pt x="13243" y="5959"/>
                </a:cubicBezTo>
                <a:cubicBezTo>
                  <a:pt x="13233" y="5966"/>
                  <a:pt x="13222" y="5971"/>
                  <a:pt x="13211" y="5976"/>
                </a:cubicBezTo>
                <a:cubicBezTo>
                  <a:pt x="13200" y="5981"/>
                  <a:pt x="13188" y="5984"/>
                  <a:pt x="13176" y="5986"/>
                </a:cubicBezTo>
                <a:cubicBezTo>
                  <a:pt x="13164" y="5989"/>
                  <a:pt x="13152" y="5990"/>
                  <a:pt x="13140" y="5990"/>
                </a:cubicBezTo>
                <a:lnTo>
                  <a:pt x="139" y="5990"/>
                </a:lnTo>
                <a:cubicBezTo>
                  <a:pt x="130" y="5990"/>
                  <a:pt x="121" y="5989"/>
                  <a:pt x="112" y="5986"/>
                </a:cubicBezTo>
                <a:cubicBezTo>
                  <a:pt x="103" y="5984"/>
                  <a:pt x="95" y="5981"/>
                  <a:pt x="86" y="5976"/>
                </a:cubicBezTo>
                <a:cubicBezTo>
                  <a:pt x="78" y="5971"/>
                  <a:pt x="70" y="5966"/>
                  <a:pt x="62" y="5959"/>
                </a:cubicBezTo>
                <a:cubicBezTo>
                  <a:pt x="54" y="5952"/>
                  <a:pt x="47" y="5944"/>
                  <a:pt x="41" y="5936"/>
                </a:cubicBezTo>
                <a:cubicBezTo>
                  <a:pt x="34" y="5927"/>
                  <a:pt x="29" y="5918"/>
                  <a:pt x="24" y="5908"/>
                </a:cubicBezTo>
                <a:cubicBezTo>
                  <a:pt x="19" y="5897"/>
                  <a:pt x="14" y="5887"/>
                  <a:pt x="11" y="5875"/>
                </a:cubicBezTo>
                <a:cubicBezTo>
                  <a:pt x="7" y="5864"/>
                  <a:pt x="5" y="5853"/>
                  <a:pt x="3" y="5841"/>
                </a:cubicBezTo>
                <a:cubicBezTo>
                  <a:pt x="1" y="5829"/>
                  <a:pt x="0" y="5817"/>
                  <a:pt x="0" y="5804"/>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88" name="フリーフォーム: 図形 487"/>
          <p:cNvSpPr/>
          <p:nvPr/>
        </p:nvSpPr>
        <p:spPr>
          <a:xfrm>
            <a:off x="401040" y="3200400"/>
            <a:ext cx="66960" cy="2156400"/>
          </a:xfrm>
          <a:custGeom>
            <a:avLst/>
            <a:gdLst/>
            <a:ahLst/>
            <a:cxnLst/>
            <a:rect l="0" t="0" r="r" b="b"/>
            <a:pathLst>
              <a:path w="186" h="5990">
                <a:moveTo>
                  <a:pt x="0" y="0"/>
                </a:moveTo>
                <a:lnTo>
                  <a:pt x="186" y="0"/>
                </a:lnTo>
                <a:lnTo>
                  <a:pt x="186" y="5990"/>
                </a:lnTo>
                <a:lnTo>
                  <a:pt x="0" y="5990"/>
                </a:lnTo>
                <a:lnTo>
                  <a:pt x="0"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89" name="フリーフォーム: 図形 488"/>
          <p:cNvSpPr/>
          <p:nvPr/>
        </p:nvSpPr>
        <p:spPr>
          <a:xfrm>
            <a:off x="635040" y="3400920"/>
            <a:ext cx="401400" cy="418320"/>
          </a:xfrm>
          <a:custGeom>
            <a:avLst/>
            <a:gdLst/>
            <a:ahLst/>
            <a:cxnLst/>
            <a:rect l="0" t="0" r="r" b="b"/>
            <a:pathLst>
              <a:path w="1115" h="1162">
                <a:moveTo>
                  <a:pt x="0" y="605"/>
                </a:moveTo>
                <a:lnTo>
                  <a:pt x="0" y="558"/>
                </a:lnTo>
                <a:cubicBezTo>
                  <a:pt x="0" y="522"/>
                  <a:pt x="3" y="486"/>
                  <a:pt x="10" y="450"/>
                </a:cubicBezTo>
                <a:cubicBezTo>
                  <a:pt x="18" y="413"/>
                  <a:pt x="28" y="378"/>
                  <a:pt x="42" y="344"/>
                </a:cubicBezTo>
                <a:cubicBezTo>
                  <a:pt x="56" y="310"/>
                  <a:pt x="73" y="278"/>
                  <a:pt x="94" y="248"/>
                </a:cubicBezTo>
                <a:cubicBezTo>
                  <a:pt x="114" y="217"/>
                  <a:pt x="137" y="189"/>
                  <a:pt x="163" y="163"/>
                </a:cubicBezTo>
                <a:cubicBezTo>
                  <a:pt x="189" y="138"/>
                  <a:pt x="217" y="114"/>
                  <a:pt x="247" y="94"/>
                </a:cubicBezTo>
                <a:cubicBezTo>
                  <a:pt x="278" y="74"/>
                  <a:pt x="310" y="57"/>
                  <a:pt x="344" y="43"/>
                </a:cubicBezTo>
                <a:cubicBezTo>
                  <a:pt x="377" y="29"/>
                  <a:pt x="412" y="18"/>
                  <a:pt x="448" y="11"/>
                </a:cubicBezTo>
                <a:cubicBezTo>
                  <a:pt x="484" y="4"/>
                  <a:pt x="520" y="0"/>
                  <a:pt x="557" y="0"/>
                </a:cubicBezTo>
                <a:cubicBezTo>
                  <a:pt x="593" y="0"/>
                  <a:pt x="630" y="4"/>
                  <a:pt x="665" y="11"/>
                </a:cubicBezTo>
                <a:cubicBezTo>
                  <a:pt x="701" y="18"/>
                  <a:pt x="736" y="29"/>
                  <a:pt x="770" y="43"/>
                </a:cubicBezTo>
                <a:cubicBezTo>
                  <a:pt x="804" y="57"/>
                  <a:pt x="836" y="74"/>
                  <a:pt x="866" y="94"/>
                </a:cubicBezTo>
                <a:cubicBezTo>
                  <a:pt x="897" y="114"/>
                  <a:pt x="925" y="138"/>
                  <a:pt x="951" y="163"/>
                </a:cubicBezTo>
                <a:cubicBezTo>
                  <a:pt x="977" y="189"/>
                  <a:pt x="1000" y="217"/>
                  <a:pt x="1020" y="248"/>
                </a:cubicBezTo>
                <a:cubicBezTo>
                  <a:pt x="1041" y="278"/>
                  <a:pt x="1059" y="310"/>
                  <a:pt x="1073" y="344"/>
                </a:cubicBezTo>
                <a:cubicBezTo>
                  <a:pt x="1087" y="378"/>
                  <a:pt x="1097" y="413"/>
                  <a:pt x="1104" y="450"/>
                </a:cubicBezTo>
                <a:cubicBezTo>
                  <a:pt x="1111" y="486"/>
                  <a:pt x="1115" y="522"/>
                  <a:pt x="1115" y="558"/>
                </a:cubicBezTo>
                <a:lnTo>
                  <a:pt x="1115" y="605"/>
                </a:lnTo>
                <a:cubicBezTo>
                  <a:pt x="1115" y="641"/>
                  <a:pt x="1111" y="678"/>
                  <a:pt x="1104" y="713"/>
                </a:cubicBezTo>
                <a:cubicBezTo>
                  <a:pt x="1097" y="749"/>
                  <a:pt x="1087" y="784"/>
                  <a:pt x="1073" y="818"/>
                </a:cubicBezTo>
                <a:cubicBezTo>
                  <a:pt x="1059" y="852"/>
                  <a:pt x="1041" y="884"/>
                  <a:pt x="1020" y="914"/>
                </a:cubicBezTo>
                <a:cubicBezTo>
                  <a:pt x="1000" y="945"/>
                  <a:pt x="977" y="973"/>
                  <a:pt x="951" y="999"/>
                </a:cubicBezTo>
                <a:cubicBezTo>
                  <a:pt x="925" y="1025"/>
                  <a:pt x="897" y="1048"/>
                  <a:pt x="866" y="1068"/>
                </a:cubicBezTo>
                <a:cubicBezTo>
                  <a:pt x="836" y="1088"/>
                  <a:pt x="804" y="1105"/>
                  <a:pt x="770" y="1119"/>
                </a:cubicBezTo>
                <a:cubicBezTo>
                  <a:pt x="736" y="1133"/>
                  <a:pt x="701" y="1144"/>
                  <a:pt x="665" y="1151"/>
                </a:cubicBezTo>
                <a:cubicBezTo>
                  <a:pt x="630" y="1158"/>
                  <a:pt x="593" y="1162"/>
                  <a:pt x="557" y="1162"/>
                </a:cubicBezTo>
                <a:cubicBezTo>
                  <a:pt x="520" y="1162"/>
                  <a:pt x="484" y="1158"/>
                  <a:pt x="448" y="1151"/>
                </a:cubicBezTo>
                <a:cubicBezTo>
                  <a:pt x="412" y="1144"/>
                  <a:pt x="377" y="1133"/>
                  <a:pt x="344" y="1119"/>
                </a:cubicBezTo>
                <a:cubicBezTo>
                  <a:pt x="310" y="1105"/>
                  <a:pt x="278" y="1088"/>
                  <a:pt x="247" y="1068"/>
                </a:cubicBezTo>
                <a:cubicBezTo>
                  <a:pt x="217" y="1048"/>
                  <a:pt x="189" y="1025"/>
                  <a:pt x="163" y="999"/>
                </a:cubicBezTo>
                <a:cubicBezTo>
                  <a:pt x="137" y="973"/>
                  <a:pt x="114" y="945"/>
                  <a:pt x="94" y="914"/>
                </a:cubicBezTo>
                <a:cubicBezTo>
                  <a:pt x="73" y="884"/>
                  <a:pt x="56" y="852"/>
                  <a:pt x="42" y="818"/>
                </a:cubicBezTo>
                <a:cubicBezTo>
                  <a:pt x="28" y="784"/>
                  <a:pt x="18" y="749"/>
                  <a:pt x="10" y="713"/>
                </a:cubicBezTo>
                <a:cubicBezTo>
                  <a:pt x="3" y="678"/>
                  <a:pt x="0" y="641"/>
                  <a:pt x="0" y="605"/>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490" name="図 489"/>
          <p:cNvPicPr/>
          <p:nvPr/>
        </p:nvPicPr>
        <p:blipFill>
          <a:blip r:embed="rId3"/>
          <a:stretch/>
        </p:blipFill>
        <p:spPr>
          <a:xfrm>
            <a:off x="735480" y="3501360"/>
            <a:ext cx="200160" cy="200160"/>
          </a:xfrm>
          <a:prstGeom prst="rect">
            <a:avLst/>
          </a:prstGeom>
          <a:noFill/>
          <a:ln w="0">
            <a:noFill/>
          </a:ln>
        </p:spPr>
      </p:pic>
      <p:sp>
        <p:nvSpPr>
          <p:cNvPr id="491" name="テキスト ボックス 490"/>
          <p:cNvSpPr txBox="1"/>
          <p:nvPr/>
        </p:nvSpPr>
        <p:spPr>
          <a:xfrm>
            <a:off x="401040" y="1198800"/>
            <a:ext cx="704160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律的に学習する手法です。自動運転における複雑な意思決定や行動計画に応用されています。</a:t>
            </a:r>
            <a:endParaRPr lang="en-US" sz="1320" b="0" u="none" strike="noStrike">
              <a:solidFill>
                <a:srgbClr val="000000"/>
              </a:solidFill>
              <a:effectLst/>
              <a:uFillTx/>
              <a:latin typeface="Times New Roman"/>
            </a:endParaRPr>
          </a:p>
        </p:txBody>
      </p:sp>
      <p:pic>
        <p:nvPicPr>
          <p:cNvPr id="492" name="図 491"/>
          <p:cNvPicPr/>
          <p:nvPr/>
        </p:nvPicPr>
        <p:blipFill>
          <a:blip r:embed="rId4"/>
          <a:stretch/>
        </p:blipFill>
        <p:spPr>
          <a:xfrm>
            <a:off x="635040" y="3986280"/>
            <a:ext cx="133200" cy="133200"/>
          </a:xfrm>
          <a:prstGeom prst="rect">
            <a:avLst/>
          </a:prstGeom>
          <a:noFill/>
          <a:ln w="0">
            <a:noFill/>
          </a:ln>
        </p:spPr>
      </p:pic>
      <p:sp>
        <p:nvSpPr>
          <p:cNvPr id="493" name="テキスト ボックス 492"/>
          <p:cNvSpPr txBox="1"/>
          <p:nvPr/>
        </p:nvSpPr>
        <p:spPr>
          <a:xfrm>
            <a:off x="1170000" y="3432240"/>
            <a:ext cx="2012400" cy="291600"/>
          </a:xfrm>
          <a:prstGeom prst="rect">
            <a:avLst/>
          </a:prstGeom>
          <a:noFill/>
          <a:ln w="0">
            <a:noFill/>
          </a:ln>
        </p:spPr>
        <p:txBody>
          <a:bodyPr wrap="none" lIns="0" tIns="0" rIns="0" bIns="0" anchor="t">
            <a:spAutoFit/>
          </a:bodyPr>
          <a:lstStyle/>
          <a:p>
            <a:r>
              <a:rPr lang="zh-CN" sz="1580" b="0" u="none" strike="noStrike">
                <a:solidFill>
                  <a:srgbClr val="FFFFFF"/>
                </a:solidFill>
                <a:effectLst/>
                <a:uFillTx/>
                <a:latin typeface="NotoSansJP"/>
                <a:ea typeface="NotoSansJP"/>
              </a:rPr>
              <a:t>最適な運転方策の学習</a:t>
            </a:r>
            <a:endParaRPr lang="en-US" sz="1580" b="0" u="none" strike="noStrike">
              <a:solidFill>
                <a:srgbClr val="000000"/>
              </a:solidFill>
              <a:effectLst/>
              <a:uFillTx/>
              <a:latin typeface="Times New Roman"/>
            </a:endParaRPr>
          </a:p>
        </p:txBody>
      </p:sp>
      <p:pic>
        <p:nvPicPr>
          <p:cNvPr id="494" name="図 493"/>
          <p:cNvPicPr/>
          <p:nvPr/>
        </p:nvPicPr>
        <p:blipFill>
          <a:blip r:embed="rId4"/>
          <a:stretch/>
        </p:blipFill>
        <p:spPr>
          <a:xfrm>
            <a:off x="635040" y="4286880"/>
            <a:ext cx="133200" cy="133200"/>
          </a:xfrm>
          <a:prstGeom prst="rect">
            <a:avLst/>
          </a:prstGeom>
          <a:noFill/>
          <a:ln w="0">
            <a:noFill/>
          </a:ln>
        </p:spPr>
      </p:pic>
      <p:sp>
        <p:nvSpPr>
          <p:cNvPr id="495" name="テキスト ボックス 494"/>
          <p:cNvSpPr txBox="1"/>
          <p:nvPr/>
        </p:nvSpPr>
        <p:spPr>
          <a:xfrm>
            <a:off x="835560" y="3987360"/>
            <a:ext cx="36216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シミュレーション環境内で膨大な走行経験を積むことが可能</a:t>
            </a:r>
            <a:endParaRPr lang="en-US" sz="1050" b="0" u="none" strike="noStrike">
              <a:solidFill>
                <a:srgbClr val="000000"/>
              </a:solidFill>
              <a:effectLst/>
              <a:uFillTx/>
              <a:latin typeface="Times New Roman"/>
            </a:endParaRPr>
          </a:p>
        </p:txBody>
      </p:sp>
      <p:sp>
        <p:nvSpPr>
          <p:cNvPr id="496" name="テキスト ボックス 495"/>
          <p:cNvSpPr txBox="1"/>
          <p:nvPr/>
        </p:nvSpPr>
        <p:spPr>
          <a:xfrm>
            <a:off x="835560" y="4288320"/>
            <a:ext cx="415836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交通ルール遵守、快適な乗り心地提供、安全な走行を「報酬」として</a:t>
            </a:r>
            <a:endParaRPr lang="en-US" sz="1050" b="0" u="none" strike="noStrike">
              <a:solidFill>
                <a:srgbClr val="000000"/>
              </a:solidFill>
              <a:effectLst/>
              <a:uFillTx/>
              <a:latin typeface="Times New Roman"/>
            </a:endParaRPr>
          </a:p>
        </p:txBody>
      </p:sp>
      <p:pic>
        <p:nvPicPr>
          <p:cNvPr id="497" name="図 496"/>
          <p:cNvPicPr/>
          <p:nvPr/>
        </p:nvPicPr>
        <p:blipFill>
          <a:blip r:embed="rId4"/>
          <a:stretch/>
        </p:blipFill>
        <p:spPr>
          <a:xfrm>
            <a:off x="635040" y="4788360"/>
            <a:ext cx="133200" cy="133200"/>
          </a:xfrm>
          <a:prstGeom prst="rect">
            <a:avLst/>
          </a:prstGeom>
          <a:noFill/>
          <a:ln w="0">
            <a:noFill/>
          </a:ln>
        </p:spPr>
      </p:pic>
      <p:sp>
        <p:nvSpPr>
          <p:cNvPr id="498" name="テキスト ボックス 497"/>
          <p:cNvSpPr txBox="1"/>
          <p:nvPr/>
        </p:nvSpPr>
        <p:spPr>
          <a:xfrm>
            <a:off x="835560" y="4488840"/>
            <a:ext cx="2689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設定</a:t>
            </a:r>
            <a:endParaRPr lang="en-US" sz="1050" b="0" u="none" strike="noStrike">
              <a:solidFill>
                <a:srgbClr val="000000"/>
              </a:solidFill>
              <a:effectLst/>
              <a:uFillTx/>
              <a:latin typeface="Times New Roman"/>
            </a:endParaRPr>
          </a:p>
        </p:txBody>
      </p:sp>
      <p:sp>
        <p:nvSpPr>
          <p:cNvPr id="499" name="フリーフォーム: 図形 498"/>
          <p:cNvSpPr/>
          <p:nvPr/>
        </p:nvSpPr>
        <p:spPr>
          <a:xfrm>
            <a:off x="5498640" y="3200400"/>
            <a:ext cx="4797000" cy="2156400"/>
          </a:xfrm>
          <a:custGeom>
            <a:avLst/>
            <a:gdLst/>
            <a:ahLst/>
            <a:cxnLst/>
            <a:rect l="0" t="0" r="r" b="b"/>
            <a:pathLst>
              <a:path w="13325" h="5990">
                <a:moveTo>
                  <a:pt x="0" y="5804"/>
                </a:moveTo>
                <a:lnTo>
                  <a:pt x="0" y="187"/>
                </a:lnTo>
                <a:cubicBezTo>
                  <a:pt x="0" y="175"/>
                  <a:pt x="1" y="163"/>
                  <a:pt x="2" y="151"/>
                </a:cubicBezTo>
                <a:cubicBezTo>
                  <a:pt x="4" y="139"/>
                  <a:pt x="7" y="127"/>
                  <a:pt x="10" y="116"/>
                </a:cubicBezTo>
                <a:cubicBezTo>
                  <a:pt x="14" y="104"/>
                  <a:pt x="18" y="94"/>
                  <a:pt x="23" y="83"/>
                </a:cubicBezTo>
                <a:cubicBezTo>
                  <a:pt x="28" y="72"/>
                  <a:pt x="34" y="63"/>
                  <a:pt x="40" y="54"/>
                </a:cubicBezTo>
                <a:cubicBezTo>
                  <a:pt x="47" y="46"/>
                  <a:pt x="54" y="38"/>
                  <a:pt x="62" y="31"/>
                </a:cubicBezTo>
                <a:cubicBezTo>
                  <a:pt x="69" y="25"/>
                  <a:pt x="77" y="19"/>
                  <a:pt x="86" y="14"/>
                </a:cubicBezTo>
                <a:cubicBezTo>
                  <a:pt x="94" y="10"/>
                  <a:pt x="103" y="6"/>
                  <a:pt x="112" y="4"/>
                </a:cubicBezTo>
                <a:cubicBezTo>
                  <a:pt x="121" y="1"/>
                  <a:pt x="130" y="0"/>
                  <a:pt x="139" y="0"/>
                </a:cubicBezTo>
                <a:lnTo>
                  <a:pt x="13139" y="0"/>
                </a:lnTo>
                <a:cubicBezTo>
                  <a:pt x="13151" y="0"/>
                  <a:pt x="13164" y="1"/>
                  <a:pt x="13176" y="4"/>
                </a:cubicBezTo>
                <a:cubicBezTo>
                  <a:pt x="13187" y="6"/>
                  <a:pt x="13199" y="10"/>
                  <a:pt x="13210" y="14"/>
                </a:cubicBezTo>
                <a:cubicBezTo>
                  <a:pt x="13222" y="19"/>
                  <a:pt x="13232" y="25"/>
                  <a:pt x="13242" y="31"/>
                </a:cubicBezTo>
                <a:cubicBezTo>
                  <a:pt x="13253" y="38"/>
                  <a:pt x="13262" y="46"/>
                  <a:pt x="13271" y="54"/>
                </a:cubicBezTo>
                <a:cubicBezTo>
                  <a:pt x="13279" y="63"/>
                  <a:pt x="13287" y="72"/>
                  <a:pt x="13294" y="83"/>
                </a:cubicBezTo>
                <a:cubicBezTo>
                  <a:pt x="13300" y="94"/>
                  <a:pt x="13306" y="104"/>
                  <a:pt x="13311" y="116"/>
                </a:cubicBezTo>
                <a:cubicBezTo>
                  <a:pt x="13316" y="127"/>
                  <a:pt x="13319" y="139"/>
                  <a:pt x="13321" y="151"/>
                </a:cubicBezTo>
                <a:cubicBezTo>
                  <a:pt x="13324" y="163"/>
                  <a:pt x="13325" y="175"/>
                  <a:pt x="13325" y="187"/>
                </a:cubicBezTo>
                <a:lnTo>
                  <a:pt x="13325" y="5804"/>
                </a:lnTo>
                <a:cubicBezTo>
                  <a:pt x="13325" y="5817"/>
                  <a:pt x="13324" y="5829"/>
                  <a:pt x="13321" y="5841"/>
                </a:cubicBezTo>
                <a:cubicBezTo>
                  <a:pt x="13319" y="5853"/>
                  <a:pt x="13316" y="5864"/>
                  <a:pt x="13311" y="5875"/>
                </a:cubicBezTo>
                <a:cubicBezTo>
                  <a:pt x="13306" y="5887"/>
                  <a:pt x="13300" y="5897"/>
                  <a:pt x="13294" y="5908"/>
                </a:cubicBezTo>
                <a:cubicBezTo>
                  <a:pt x="13287" y="5918"/>
                  <a:pt x="13279" y="5927"/>
                  <a:pt x="13271" y="5936"/>
                </a:cubicBezTo>
                <a:cubicBezTo>
                  <a:pt x="13262" y="5944"/>
                  <a:pt x="13253" y="5952"/>
                  <a:pt x="13242" y="5959"/>
                </a:cubicBezTo>
                <a:cubicBezTo>
                  <a:pt x="13232" y="5966"/>
                  <a:pt x="13222" y="5971"/>
                  <a:pt x="13210" y="5976"/>
                </a:cubicBezTo>
                <a:cubicBezTo>
                  <a:pt x="13199" y="5981"/>
                  <a:pt x="13187" y="5984"/>
                  <a:pt x="13176" y="5986"/>
                </a:cubicBezTo>
                <a:cubicBezTo>
                  <a:pt x="13164" y="5989"/>
                  <a:pt x="13151" y="5990"/>
                  <a:pt x="13139" y="5990"/>
                </a:cubicBezTo>
                <a:lnTo>
                  <a:pt x="139" y="5990"/>
                </a:lnTo>
                <a:cubicBezTo>
                  <a:pt x="130" y="5990"/>
                  <a:pt x="121" y="5989"/>
                  <a:pt x="112" y="5986"/>
                </a:cubicBezTo>
                <a:cubicBezTo>
                  <a:pt x="103" y="5984"/>
                  <a:pt x="94" y="5981"/>
                  <a:pt x="86" y="5976"/>
                </a:cubicBezTo>
                <a:cubicBezTo>
                  <a:pt x="77" y="5971"/>
                  <a:pt x="69" y="5966"/>
                  <a:pt x="62" y="5959"/>
                </a:cubicBezTo>
                <a:cubicBezTo>
                  <a:pt x="54" y="5952"/>
                  <a:pt x="47" y="5944"/>
                  <a:pt x="40" y="5936"/>
                </a:cubicBezTo>
                <a:cubicBezTo>
                  <a:pt x="34" y="5927"/>
                  <a:pt x="28" y="5918"/>
                  <a:pt x="23" y="5908"/>
                </a:cubicBezTo>
                <a:cubicBezTo>
                  <a:pt x="18" y="5897"/>
                  <a:pt x="14" y="5887"/>
                  <a:pt x="10" y="5875"/>
                </a:cubicBezTo>
                <a:cubicBezTo>
                  <a:pt x="7" y="5864"/>
                  <a:pt x="4" y="5853"/>
                  <a:pt x="2" y="5841"/>
                </a:cubicBezTo>
                <a:cubicBezTo>
                  <a:pt x="1" y="5829"/>
                  <a:pt x="0" y="5817"/>
                  <a:pt x="0" y="5804"/>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00" name="フリーフォーム: 図形 499"/>
          <p:cNvSpPr/>
          <p:nvPr/>
        </p:nvSpPr>
        <p:spPr>
          <a:xfrm>
            <a:off x="5481720" y="3200400"/>
            <a:ext cx="67320" cy="2156400"/>
          </a:xfrm>
          <a:custGeom>
            <a:avLst/>
            <a:gdLst/>
            <a:ahLst/>
            <a:cxnLst/>
            <a:rect l="0" t="0" r="r" b="b"/>
            <a:pathLst>
              <a:path w="187" h="5990">
                <a:moveTo>
                  <a:pt x="0" y="0"/>
                </a:moveTo>
                <a:lnTo>
                  <a:pt x="187" y="0"/>
                </a:lnTo>
                <a:lnTo>
                  <a:pt x="187" y="5990"/>
                </a:lnTo>
                <a:lnTo>
                  <a:pt x="0" y="5990"/>
                </a:lnTo>
                <a:lnTo>
                  <a:pt x="0"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01" name="フリーフォーム: 図形 500"/>
          <p:cNvSpPr/>
          <p:nvPr/>
        </p:nvSpPr>
        <p:spPr>
          <a:xfrm>
            <a:off x="5715720" y="3400920"/>
            <a:ext cx="401400" cy="418320"/>
          </a:xfrm>
          <a:custGeom>
            <a:avLst/>
            <a:gdLst/>
            <a:ahLst/>
            <a:cxnLst/>
            <a:rect l="0" t="0" r="r" b="b"/>
            <a:pathLst>
              <a:path w="1115" h="1162">
                <a:moveTo>
                  <a:pt x="0" y="605"/>
                </a:moveTo>
                <a:lnTo>
                  <a:pt x="0" y="558"/>
                </a:lnTo>
                <a:cubicBezTo>
                  <a:pt x="0" y="522"/>
                  <a:pt x="4" y="486"/>
                  <a:pt x="11" y="450"/>
                </a:cubicBezTo>
                <a:cubicBezTo>
                  <a:pt x="18" y="413"/>
                  <a:pt x="29" y="378"/>
                  <a:pt x="43" y="344"/>
                </a:cubicBezTo>
                <a:cubicBezTo>
                  <a:pt x="57" y="310"/>
                  <a:pt x="74" y="278"/>
                  <a:pt x="94" y="248"/>
                </a:cubicBezTo>
                <a:cubicBezTo>
                  <a:pt x="114" y="217"/>
                  <a:pt x="138" y="189"/>
                  <a:pt x="163" y="163"/>
                </a:cubicBezTo>
                <a:cubicBezTo>
                  <a:pt x="189" y="138"/>
                  <a:pt x="217" y="114"/>
                  <a:pt x="248" y="94"/>
                </a:cubicBezTo>
                <a:cubicBezTo>
                  <a:pt x="279" y="74"/>
                  <a:pt x="311" y="57"/>
                  <a:pt x="345" y="43"/>
                </a:cubicBezTo>
                <a:cubicBezTo>
                  <a:pt x="379" y="29"/>
                  <a:pt x="414" y="18"/>
                  <a:pt x="450" y="11"/>
                </a:cubicBezTo>
                <a:cubicBezTo>
                  <a:pt x="486" y="4"/>
                  <a:pt x="522" y="0"/>
                  <a:pt x="558" y="0"/>
                </a:cubicBezTo>
                <a:cubicBezTo>
                  <a:pt x="595" y="0"/>
                  <a:pt x="631" y="4"/>
                  <a:pt x="667" y="11"/>
                </a:cubicBezTo>
                <a:cubicBezTo>
                  <a:pt x="703" y="18"/>
                  <a:pt x="738" y="29"/>
                  <a:pt x="772" y="43"/>
                </a:cubicBezTo>
                <a:cubicBezTo>
                  <a:pt x="805" y="57"/>
                  <a:pt x="837" y="74"/>
                  <a:pt x="868" y="94"/>
                </a:cubicBezTo>
                <a:cubicBezTo>
                  <a:pt x="898" y="114"/>
                  <a:pt x="926" y="138"/>
                  <a:pt x="952" y="163"/>
                </a:cubicBezTo>
                <a:cubicBezTo>
                  <a:pt x="978" y="189"/>
                  <a:pt x="1001" y="217"/>
                  <a:pt x="1022" y="248"/>
                </a:cubicBezTo>
                <a:cubicBezTo>
                  <a:pt x="1042" y="278"/>
                  <a:pt x="1059" y="310"/>
                  <a:pt x="1073" y="344"/>
                </a:cubicBezTo>
                <a:cubicBezTo>
                  <a:pt x="1087" y="378"/>
                  <a:pt x="1098" y="413"/>
                  <a:pt x="1105" y="450"/>
                </a:cubicBezTo>
                <a:cubicBezTo>
                  <a:pt x="1112" y="486"/>
                  <a:pt x="1115" y="522"/>
                  <a:pt x="1115" y="558"/>
                </a:cubicBezTo>
                <a:lnTo>
                  <a:pt x="1115" y="605"/>
                </a:lnTo>
                <a:cubicBezTo>
                  <a:pt x="1115" y="641"/>
                  <a:pt x="1112" y="678"/>
                  <a:pt x="1105" y="713"/>
                </a:cubicBezTo>
                <a:cubicBezTo>
                  <a:pt x="1098" y="749"/>
                  <a:pt x="1087" y="784"/>
                  <a:pt x="1073" y="818"/>
                </a:cubicBezTo>
                <a:cubicBezTo>
                  <a:pt x="1059" y="852"/>
                  <a:pt x="1042" y="884"/>
                  <a:pt x="1022" y="914"/>
                </a:cubicBezTo>
                <a:cubicBezTo>
                  <a:pt x="1001" y="945"/>
                  <a:pt x="978" y="973"/>
                  <a:pt x="952" y="999"/>
                </a:cubicBezTo>
                <a:cubicBezTo>
                  <a:pt x="926" y="1025"/>
                  <a:pt x="898" y="1048"/>
                  <a:pt x="868" y="1068"/>
                </a:cubicBezTo>
                <a:cubicBezTo>
                  <a:pt x="837" y="1088"/>
                  <a:pt x="805" y="1105"/>
                  <a:pt x="772" y="1119"/>
                </a:cubicBezTo>
                <a:cubicBezTo>
                  <a:pt x="738" y="1133"/>
                  <a:pt x="703" y="1144"/>
                  <a:pt x="667" y="1151"/>
                </a:cubicBezTo>
                <a:cubicBezTo>
                  <a:pt x="631" y="1158"/>
                  <a:pt x="595" y="1162"/>
                  <a:pt x="558" y="1162"/>
                </a:cubicBezTo>
                <a:cubicBezTo>
                  <a:pt x="522" y="1162"/>
                  <a:pt x="486" y="1158"/>
                  <a:pt x="450" y="1151"/>
                </a:cubicBezTo>
                <a:cubicBezTo>
                  <a:pt x="414" y="1144"/>
                  <a:pt x="379" y="1133"/>
                  <a:pt x="345" y="1119"/>
                </a:cubicBezTo>
                <a:cubicBezTo>
                  <a:pt x="311" y="1105"/>
                  <a:pt x="279" y="1088"/>
                  <a:pt x="248" y="1068"/>
                </a:cubicBezTo>
                <a:cubicBezTo>
                  <a:pt x="217" y="1048"/>
                  <a:pt x="189" y="1025"/>
                  <a:pt x="163" y="999"/>
                </a:cubicBezTo>
                <a:cubicBezTo>
                  <a:pt x="138" y="973"/>
                  <a:pt x="114" y="945"/>
                  <a:pt x="94" y="914"/>
                </a:cubicBezTo>
                <a:cubicBezTo>
                  <a:pt x="74" y="884"/>
                  <a:pt x="57" y="852"/>
                  <a:pt x="43" y="818"/>
                </a:cubicBezTo>
                <a:cubicBezTo>
                  <a:pt x="29" y="784"/>
                  <a:pt x="18" y="749"/>
                  <a:pt x="11" y="713"/>
                </a:cubicBezTo>
                <a:cubicBezTo>
                  <a:pt x="4" y="678"/>
                  <a:pt x="0" y="641"/>
                  <a:pt x="0" y="605"/>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02" name="図 501"/>
          <p:cNvPicPr/>
          <p:nvPr/>
        </p:nvPicPr>
        <p:blipFill>
          <a:blip r:embed="rId5"/>
          <a:stretch/>
        </p:blipFill>
        <p:spPr>
          <a:xfrm>
            <a:off x="5816160" y="3501360"/>
            <a:ext cx="200160" cy="200160"/>
          </a:xfrm>
          <a:prstGeom prst="rect">
            <a:avLst/>
          </a:prstGeom>
          <a:noFill/>
          <a:ln w="0">
            <a:noFill/>
          </a:ln>
        </p:spPr>
      </p:pic>
      <p:sp>
        <p:nvSpPr>
          <p:cNvPr id="503" name="テキスト ボックス 502"/>
          <p:cNvSpPr txBox="1"/>
          <p:nvPr/>
        </p:nvSpPr>
        <p:spPr>
          <a:xfrm>
            <a:off x="835560" y="4789800"/>
            <a:ext cx="415836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車線変更、合流、追い越しなど複雑な状況での最適な運転判断を学習</a:t>
            </a:r>
            <a:endParaRPr lang="en-US" sz="1050" b="0" u="none" strike="noStrike">
              <a:solidFill>
                <a:srgbClr val="000000"/>
              </a:solidFill>
              <a:effectLst/>
              <a:uFillTx/>
              <a:latin typeface="Times New Roman"/>
            </a:endParaRPr>
          </a:p>
        </p:txBody>
      </p:sp>
      <p:pic>
        <p:nvPicPr>
          <p:cNvPr id="504" name="図 503"/>
          <p:cNvPicPr/>
          <p:nvPr/>
        </p:nvPicPr>
        <p:blipFill>
          <a:blip r:embed="rId4"/>
          <a:stretch/>
        </p:blipFill>
        <p:spPr>
          <a:xfrm>
            <a:off x="5716080" y="3986280"/>
            <a:ext cx="133200" cy="133200"/>
          </a:xfrm>
          <a:prstGeom prst="rect">
            <a:avLst/>
          </a:prstGeom>
          <a:noFill/>
          <a:ln w="0">
            <a:noFill/>
          </a:ln>
        </p:spPr>
      </p:pic>
      <p:sp>
        <p:nvSpPr>
          <p:cNvPr id="505" name="テキスト ボックス 504"/>
          <p:cNvSpPr txBox="1"/>
          <p:nvPr/>
        </p:nvSpPr>
        <p:spPr>
          <a:xfrm>
            <a:off x="6250680" y="3432240"/>
            <a:ext cx="1811160" cy="291600"/>
          </a:xfrm>
          <a:prstGeom prst="rect">
            <a:avLst/>
          </a:prstGeom>
          <a:noFill/>
          <a:ln w="0">
            <a:noFill/>
          </a:ln>
        </p:spPr>
        <p:txBody>
          <a:bodyPr wrap="none" lIns="0" tIns="0" rIns="0" bIns="0" anchor="t">
            <a:spAutoFit/>
          </a:bodyPr>
          <a:lstStyle/>
          <a:p>
            <a:r>
              <a:rPr lang="zh-CN" sz="1580" b="0" u="none" strike="noStrike">
                <a:solidFill>
                  <a:srgbClr val="FFFFFF"/>
                </a:solidFill>
                <a:effectLst/>
                <a:uFillTx/>
                <a:latin typeface="NotoSansJP"/>
                <a:ea typeface="NotoSansJP"/>
              </a:rPr>
              <a:t>緊急回避行動の獲得</a:t>
            </a:r>
            <a:endParaRPr lang="en-US" sz="1580" b="0" u="none" strike="noStrike">
              <a:solidFill>
                <a:srgbClr val="000000"/>
              </a:solidFill>
              <a:effectLst/>
              <a:uFillTx/>
              <a:latin typeface="Times New Roman"/>
            </a:endParaRPr>
          </a:p>
        </p:txBody>
      </p:sp>
      <p:pic>
        <p:nvPicPr>
          <p:cNvPr id="506" name="図 505"/>
          <p:cNvPicPr/>
          <p:nvPr/>
        </p:nvPicPr>
        <p:blipFill>
          <a:blip r:embed="rId4"/>
          <a:stretch/>
        </p:blipFill>
        <p:spPr>
          <a:xfrm>
            <a:off x="5716080" y="4286880"/>
            <a:ext cx="133200" cy="133200"/>
          </a:xfrm>
          <a:prstGeom prst="rect">
            <a:avLst/>
          </a:prstGeom>
          <a:noFill/>
          <a:ln w="0">
            <a:noFill/>
          </a:ln>
        </p:spPr>
      </p:pic>
      <p:sp>
        <p:nvSpPr>
          <p:cNvPr id="507" name="テキスト ボックス 506"/>
          <p:cNvSpPr txBox="1"/>
          <p:nvPr/>
        </p:nvSpPr>
        <p:spPr>
          <a:xfrm>
            <a:off x="5916600" y="3987360"/>
            <a:ext cx="34876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交通流の中で稀にしか発生しない緊急事態への対応が可能</a:t>
            </a:r>
            <a:endParaRPr lang="en-US" sz="1050" b="0" u="none" strike="noStrike">
              <a:solidFill>
                <a:srgbClr val="000000"/>
              </a:solidFill>
              <a:effectLst/>
              <a:uFillTx/>
              <a:latin typeface="Times New Roman"/>
            </a:endParaRPr>
          </a:p>
        </p:txBody>
      </p:sp>
      <p:sp>
        <p:nvSpPr>
          <p:cNvPr id="508" name="テキスト ボックス 507"/>
          <p:cNvSpPr txBox="1"/>
          <p:nvPr/>
        </p:nvSpPr>
        <p:spPr>
          <a:xfrm>
            <a:off x="5916600" y="4288320"/>
            <a:ext cx="415836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シミュレーション環境で緊急場面を網羅的に生成し、深層強化学習で</a:t>
            </a:r>
            <a:endParaRPr lang="en-US" sz="1050" b="0" u="none" strike="noStrike">
              <a:solidFill>
                <a:srgbClr val="000000"/>
              </a:solidFill>
              <a:effectLst/>
              <a:uFillTx/>
              <a:latin typeface="Times New Roman"/>
            </a:endParaRPr>
          </a:p>
        </p:txBody>
      </p:sp>
      <p:pic>
        <p:nvPicPr>
          <p:cNvPr id="509" name="図 508"/>
          <p:cNvPicPr/>
          <p:nvPr/>
        </p:nvPicPr>
        <p:blipFill>
          <a:blip r:embed="rId4"/>
          <a:stretch/>
        </p:blipFill>
        <p:spPr>
          <a:xfrm>
            <a:off x="5716080" y="4788360"/>
            <a:ext cx="133200" cy="133200"/>
          </a:xfrm>
          <a:prstGeom prst="rect">
            <a:avLst/>
          </a:prstGeom>
          <a:noFill/>
          <a:ln w="0">
            <a:noFill/>
          </a:ln>
        </p:spPr>
      </p:pic>
      <p:sp>
        <p:nvSpPr>
          <p:cNvPr id="510" name="テキスト ボックス 509"/>
          <p:cNvSpPr txBox="1"/>
          <p:nvPr/>
        </p:nvSpPr>
        <p:spPr>
          <a:xfrm>
            <a:off x="5916600" y="4488840"/>
            <a:ext cx="9396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回避行動を獲得</a:t>
            </a:r>
            <a:endParaRPr lang="en-US" sz="1050" b="0" u="none" strike="noStrike">
              <a:solidFill>
                <a:srgbClr val="000000"/>
              </a:solidFill>
              <a:effectLst/>
              <a:uFillTx/>
              <a:latin typeface="Times New Roman"/>
            </a:endParaRPr>
          </a:p>
        </p:txBody>
      </p:sp>
      <p:sp>
        <p:nvSpPr>
          <p:cNvPr id="511" name="テキスト ボックス 510"/>
          <p:cNvSpPr txBox="1"/>
          <p:nvPr/>
        </p:nvSpPr>
        <p:spPr>
          <a:xfrm>
            <a:off x="5916600" y="4789800"/>
            <a:ext cx="415836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予測困難な状況でも、適切なブレーキやステアリング操作を自律的に</a:t>
            </a:r>
            <a:endParaRPr lang="en-US" sz="1050" b="0" u="none" strike="noStrike">
              <a:solidFill>
                <a:srgbClr val="000000"/>
              </a:solidFill>
              <a:effectLst/>
              <a:uFillTx/>
              <a:latin typeface="Times New Roman"/>
            </a:endParaRPr>
          </a:p>
        </p:txBody>
      </p:sp>
      <p:sp>
        <p:nvSpPr>
          <p:cNvPr id="512" name="テキスト ボックス 511"/>
          <p:cNvSpPr txBox="1"/>
          <p:nvPr/>
        </p:nvSpPr>
        <p:spPr>
          <a:xfrm>
            <a:off x="5916600" y="4990320"/>
            <a:ext cx="5371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判断可能</a:t>
            </a:r>
            <a:endParaRPr lang="en-US" sz="1050" b="0" u="none" strike="noStrike">
              <a:solidFill>
                <a:srgbClr val="000000"/>
              </a:solidFill>
              <a:effectLst/>
              <a:uFillTx/>
              <a:latin typeface="Times New Roman"/>
            </a:endParaRPr>
          </a:p>
        </p:txBody>
      </p:sp>
      <p:sp>
        <p:nvSpPr>
          <p:cNvPr id="513" name="テキスト ボックス 512"/>
          <p:cNvSpPr txBox="1"/>
          <p:nvPr/>
        </p:nvSpPr>
        <p:spPr>
          <a:xfrm>
            <a:off x="837360" y="5591880"/>
            <a:ext cx="9327600" cy="198360"/>
          </a:xfrm>
          <a:prstGeom prst="rect">
            <a:avLst/>
          </a:prstGeom>
          <a:noFill/>
          <a:ln w="0">
            <a:noFill/>
          </a:ln>
        </p:spPr>
        <p:txBody>
          <a:bodyPr wrap="none" lIns="0" tIns="0" rIns="0" bIns="0" anchor="t">
            <a:spAutoFit/>
          </a:bodyPr>
          <a:lstStyle/>
          <a:p>
            <a:r>
              <a:rPr lang="zh-CN" sz="1090" b="0" u="none" strike="noStrike">
                <a:solidFill>
                  <a:srgbClr val="99A1AF"/>
                </a:solidFill>
                <a:effectLst/>
                <a:uFillTx/>
                <a:latin typeface="NotoSansJP"/>
                <a:ea typeface="NotoSansJP"/>
              </a:rPr>
              <a:t>「強化学習は、人間がルールを明示的に設計することが困難な複雑なシナリオにおいて、システムの対応能力を飛躍的に高める可能性を秘めています」</a:t>
            </a:r>
            <a:endParaRPr lang="en-US" sz="1090" b="0" u="none" strike="noStrike">
              <a:solidFill>
                <a:srgbClr val="000000"/>
              </a:solidFill>
              <a:effectLst/>
              <a:uFillTx/>
              <a:latin typeface="Times New Roman"/>
            </a:endParaRPr>
          </a:p>
        </p:txBody>
      </p:sp>
      <p:sp>
        <p:nvSpPr>
          <p:cNvPr id="514" name="フリーフォーム: 図形 513"/>
          <p:cNvSpPr/>
          <p:nvPr/>
        </p:nvSpPr>
        <p:spPr>
          <a:xfrm>
            <a:off x="1136160" y="1738080"/>
            <a:ext cx="585360" cy="526680"/>
          </a:xfrm>
          <a:custGeom>
            <a:avLst/>
            <a:gdLst/>
            <a:ahLst/>
            <a:cxnLst/>
            <a:rect l="0" t="0" r="r" b="b"/>
            <a:pathLst>
              <a:path w="1626" h="1463">
                <a:moveTo>
                  <a:pt x="0" y="732"/>
                </a:moveTo>
                <a:cubicBezTo>
                  <a:pt x="0" y="708"/>
                  <a:pt x="2" y="684"/>
                  <a:pt x="4" y="660"/>
                </a:cubicBezTo>
                <a:cubicBezTo>
                  <a:pt x="6" y="637"/>
                  <a:pt x="10" y="613"/>
                  <a:pt x="15" y="589"/>
                </a:cubicBezTo>
                <a:cubicBezTo>
                  <a:pt x="19" y="566"/>
                  <a:pt x="25" y="543"/>
                  <a:pt x="32" y="520"/>
                </a:cubicBezTo>
                <a:cubicBezTo>
                  <a:pt x="39" y="497"/>
                  <a:pt x="47" y="474"/>
                  <a:pt x="56" y="452"/>
                </a:cubicBezTo>
                <a:cubicBezTo>
                  <a:pt x="65" y="430"/>
                  <a:pt x="76" y="408"/>
                  <a:pt x="87" y="387"/>
                </a:cubicBezTo>
                <a:cubicBezTo>
                  <a:pt x="98" y="366"/>
                  <a:pt x="110" y="346"/>
                  <a:pt x="124" y="326"/>
                </a:cubicBezTo>
                <a:cubicBezTo>
                  <a:pt x="137" y="306"/>
                  <a:pt x="151" y="286"/>
                  <a:pt x="166" y="267"/>
                </a:cubicBezTo>
                <a:cubicBezTo>
                  <a:pt x="182" y="249"/>
                  <a:pt x="198" y="231"/>
                  <a:pt x="215" y="214"/>
                </a:cubicBezTo>
                <a:cubicBezTo>
                  <a:pt x="232" y="197"/>
                  <a:pt x="249" y="181"/>
                  <a:pt x="268" y="166"/>
                </a:cubicBezTo>
                <a:cubicBezTo>
                  <a:pt x="286" y="151"/>
                  <a:pt x="306" y="136"/>
                  <a:pt x="325" y="123"/>
                </a:cubicBezTo>
                <a:cubicBezTo>
                  <a:pt x="345" y="110"/>
                  <a:pt x="366" y="97"/>
                  <a:pt x="387" y="86"/>
                </a:cubicBezTo>
                <a:cubicBezTo>
                  <a:pt x="408" y="75"/>
                  <a:pt x="430" y="65"/>
                  <a:pt x="452" y="55"/>
                </a:cubicBezTo>
                <a:cubicBezTo>
                  <a:pt x="474" y="46"/>
                  <a:pt x="497" y="38"/>
                  <a:pt x="519" y="31"/>
                </a:cubicBezTo>
                <a:cubicBezTo>
                  <a:pt x="542" y="24"/>
                  <a:pt x="566" y="19"/>
                  <a:pt x="589" y="14"/>
                </a:cubicBezTo>
                <a:cubicBezTo>
                  <a:pt x="613" y="9"/>
                  <a:pt x="636" y="6"/>
                  <a:pt x="660" y="3"/>
                </a:cubicBezTo>
                <a:cubicBezTo>
                  <a:pt x="684" y="1"/>
                  <a:pt x="708" y="0"/>
                  <a:pt x="732" y="0"/>
                </a:cubicBezTo>
                <a:lnTo>
                  <a:pt x="894" y="0"/>
                </a:lnTo>
                <a:cubicBezTo>
                  <a:pt x="919" y="0"/>
                  <a:pt x="943" y="1"/>
                  <a:pt x="967" y="3"/>
                </a:cubicBezTo>
                <a:cubicBezTo>
                  <a:pt x="991" y="6"/>
                  <a:pt x="1014" y="9"/>
                  <a:pt x="1038" y="14"/>
                </a:cubicBezTo>
                <a:cubicBezTo>
                  <a:pt x="1061" y="19"/>
                  <a:pt x="1085" y="24"/>
                  <a:pt x="1107" y="31"/>
                </a:cubicBezTo>
                <a:cubicBezTo>
                  <a:pt x="1130" y="38"/>
                  <a:pt x="1153" y="46"/>
                  <a:pt x="1175" y="55"/>
                </a:cubicBezTo>
                <a:cubicBezTo>
                  <a:pt x="1197" y="65"/>
                  <a:pt x="1219" y="75"/>
                  <a:pt x="1240" y="86"/>
                </a:cubicBezTo>
                <a:cubicBezTo>
                  <a:pt x="1261" y="97"/>
                  <a:pt x="1282" y="110"/>
                  <a:pt x="1301" y="123"/>
                </a:cubicBezTo>
                <a:cubicBezTo>
                  <a:pt x="1321" y="136"/>
                  <a:pt x="1341" y="151"/>
                  <a:pt x="1359" y="166"/>
                </a:cubicBezTo>
                <a:cubicBezTo>
                  <a:pt x="1378" y="181"/>
                  <a:pt x="1395" y="197"/>
                  <a:pt x="1412" y="214"/>
                </a:cubicBezTo>
                <a:cubicBezTo>
                  <a:pt x="1429" y="231"/>
                  <a:pt x="1445" y="249"/>
                  <a:pt x="1460" y="267"/>
                </a:cubicBezTo>
                <a:cubicBezTo>
                  <a:pt x="1476" y="286"/>
                  <a:pt x="1490" y="306"/>
                  <a:pt x="1503" y="326"/>
                </a:cubicBezTo>
                <a:cubicBezTo>
                  <a:pt x="1516" y="346"/>
                  <a:pt x="1529" y="366"/>
                  <a:pt x="1540" y="387"/>
                </a:cubicBezTo>
                <a:cubicBezTo>
                  <a:pt x="1551" y="408"/>
                  <a:pt x="1562" y="430"/>
                  <a:pt x="1571" y="452"/>
                </a:cubicBezTo>
                <a:cubicBezTo>
                  <a:pt x="1580" y="474"/>
                  <a:pt x="1588" y="497"/>
                  <a:pt x="1595" y="520"/>
                </a:cubicBezTo>
                <a:cubicBezTo>
                  <a:pt x="1602" y="543"/>
                  <a:pt x="1608" y="566"/>
                  <a:pt x="1612" y="589"/>
                </a:cubicBezTo>
                <a:cubicBezTo>
                  <a:pt x="1617" y="613"/>
                  <a:pt x="1621" y="637"/>
                  <a:pt x="1623" y="660"/>
                </a:cubicBezTo>
                <a:cubicBezTo>
                  <a:pt x="1625" y="684"/>
                  <a:pt x="1626" y="708"/>
                  <a:pt x="1626" y="732"/>
                </a:cubicBezTo>
                <a:cubicBezTo>
                  <a:pt x="1626" y="756"/>
                  <a:pt x="1625" y="780"/>
                  <a:pt x="1623" y="804"/>
                </a:cubicBezTo>
                <a:cubicBezTo>
                  <a:pt x="1621" y="828"/>
                  <a:pt x="1617" y="851"/>
                  <a:pt x="1612" y="875"/>
                </a:cubicBezTo>
                <a:cubicBezTo>
                  <a:pt x="1608" y="898"/>
                  <a:pt x="1602" y="921"/>
                  <a:pt x="1595" y="944"/>
                </a:cubicBezTo>
                <a:cubicBezTo>
                  <a:pt x="1588" y="967"/>
                  <a:pt x="1580" y="990"/>
                  <a:pt x="1571" y="1012"/>
                </a:cubicBezTo>
                <a:cubicBezTo>
                  <a:pt x="1562" y="1034"/>
                  <a:pt x="1551" y="1056"/>
                  <a:pt x="1540" y="1077"/>
                </a:cubicBezTo>
                <a:cubicBezTo>
                  <a:pt x="1529" y="1098"/>
                  <a:pt x="1516" y="1118"/>
                  <a:pt x="1503" y="1138"/>
                </a:cubicBezTo>
                <a:cubicBezTo>
                  <a:pt x="1490" y="1158"/>
                  <a:pt x="1476" y="1177"/>
                  <a:pt x="1460" y="1196"/>
                </a:cubicBezTo>
                <a:cubicBezTo>
                  <a:pt x="1445" y="1214"/>
                  <a:pt x="1429" y="1232"/>
                  <a:pt x="1412" y="1249"/>
                </a:cubicBezTo>
                <a:cubicBezTo>
                  <a:pt x="1395" y="1266"/>
                  <a:pt x="1378" y="1282"/>
                  <a:pt x="1359" y="1297"/>
                </a:cubicBezTo>
                <a:cubicBezTo>
                  <a:pt x="1341" y="1312"/>
                  <a:pt x="1321" y="1327"/>
                  <a:pt x="1301" y="1340"/>
                </a:cubicBezTo>
                <a:cubicBezTo>
                  <a:pt x="1282" y="1353"/>
                  <a:pt x="1261" y="1366"/>
                  <a:pt x="1240" y="1377"/>
                </a:cubicBezTo>
                <a:cubicBezTo>
                  <a:pt x="1219" y="1388"/>
                  <a:pt x="1197" y="1398"/>
                  <a:pt x="1175" y="1408"/>
                </a:cubicBezTo>
                <a:cubicBezTo>
                  <a:pt x="1153" y="1417"/>
                  <a:pt x="1130" y="1425"/>
                  <a:pt x="1107" y="1432"/>
                </a:cubicBezTo>
                <a:cubicBezTo>
                  <a:pt x="1085" y="1439"/>
                  <a:pt x="1061" y="1445"/>
                  <a:pt x="1038" y="1449"/>
                </a:cubicBezTo>
                <a:cubicBezTo>
                  <a:pt x="1014" y="1454"/>
                  <a:pt x="991" y="1457"/>
                  <a:pt x="967" y="1460"/>
                </a:cubicBezTo>
                <a:cubicBezTo>
                  <a:pt x="943" y="1462"/>
                  <a:pt x="919" y="1463"/>
                  <a:pt x="894" y="1463"/>
                </a:cubicBezTo>
                <a:lnTo>
                  <a:pt x="732" y="1463"/>
                </a:lnTo>
                <a:cubicBezTo>
                  <a:pt x="708" y="1463"/>
                  <a:pt x="684" y="1462"/>
                  <a:pt x="660" y="1460"/>
                </a:cubicBezTo>
                <a:cubicBezTo>
                  <a:pt x="636" y="1457"/>
                  <a:pt x="613" y="1454"/>
                  <a:pt x="589" y="1449"/>
                </a:cubicBezTo>
                <a:cubicBezTo>
                  <a:pt x="566" y="1445"/>
                  <a:pt x="542" y="1439"/>
                  <a:pt x="519" y="1432"/>
                </a:cubicBezTo>
                <a:cubicBezTo>
                  <a:pt x="497" y="1425"/>
                  <a:pt x="474" y="1417"/>
                  <a:pt x="452" y="1408"/>
                </a:cubicBezTo>
                <a:cubicBezTo>
                  <a:pt x="430" y="1398"/>
                  <a:pt x="408" y="1388"/>
                  <a:pt x="387" y="1377"/>
                </a:cubicBezTo>
                <a:cubicBezTo>
                  <a:pt x="366" y="1366"/>
                  <a:pt x="345" y="1353"/>
                  <a:pt x="325" y="1340"/>
                </a:cubicBezTo>
                <a:cubicBezTo>
                  <a:pt x="306" y="1327"/>
                  <a:pt x="286" y="1312"/>
                  <a:pt x="268" y="1297"/>
                </a:cubicBezTo>
                <a:cubicBezTo>
                  <a:pt x="249" y="1282"/>
                  <a:pt x="232" y="1266"/>
                  <a:pt x="215" y="1249"/>
                </a:cubicBezTo>
                <a:cubicBezTo>
                  <a:pt x="198" y="1232"/>
                  <a:pt x="182" y="1214"/>
                  <a:pt x="166" y="1196"/>
                </a:cubicBezTo>
                <a:cubicBezTo>
                  <a:pt x="151" y="1177"/>
                  <a:pt x="137" y="1158"/>
                  <a:pt x="124" y="1138"/>
                </a:cubicBezTo>
                <a:cubicBezTo>
                  <a:pt x="110" y="1118"/>
                  <a:pt x="98" y="1098"/>
                  <a:pt x="87" y="1077"/>
                </a:cubicBezTo>
                <a:cubicBezTo>
                  <a:pt x="76" y="1056"/>
                  <a:pt x="65" y="1034"/>
                  <a:pt x="56" y="1012"/>
                </a:cubicBezTo>
                <a:cubicBezTo>
                  <a:pt x="47" y="990"/>
                  <a:pt x="39" y="967"/>
                  <a:pt x="32" y="944"/>
                </a:cubicBezTo>
                <a:cubicBezTo>
                  <a:pt x="25" y="921"/>
                  <a:pt x="19" y="898"/>
                  <a:pt x="15" y="875"/>
                </a:cubicBezTo>
                <a:cubicBezTo>
                  <a:pt x="10" y="851"/>
                  <a:pt x="6" y="828"/>
                  <a:pt x="4" y="804"/>
                </a:cubicBezTo>
                <a:cubicBezTo>
                  <a:pt x="2" y="780"/>
                  <a:pt x="0" y="756"/>
                  <a:pt x="0" y="732"/>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15" name="図 514"/>
          <p:cNvPicPr/>
          <p:nvPr/>
        </p:nvPicPr>
        <p:blipFill>
          <a:blip r:embed="rId6"/>
          <a:stretch/>
        </p:blipFill>
        <p:spPr>
          <a:xfrm>
            <a:off x="1270080" y="1872000"/>
            <a:ext cx="317160" cy="250200"/>
          </a:xfrm>
          <a:prstGeom prst="rect">
            <a:avLst/>
          </a:prstGeom>
          <a:noFill/>
          <a:ln w="0">
            <a:noFill/>
          </a:ln>
        </p:spPr>
      </p:pic>
      <p:sp>
        <p:nvSpPr>
          <p:cNvPr id="516" name="テキスト ボックス 515"/>
          <p:cNvSpPr txBox="1"/>
          <p:nvPr/>
        </p:nvSpPr>
        <p:spPr>
          <a:xfrm>
            <a:off x="4792680" y="5816160"/>
            <a:ext cx="1181160" cy="136080"/>
          </a:xfrm>
          <a:prstGeom prst="rect">
            <a:avLst/>
          </a:prstGeom>
          <a:noFill/>
          <a:ln w="0">
            <a:noFill/>
          </a:ln>
        </p:spPr>
        <p:txBody>
          <a:bodyPr wrap="none" lIns="0" tIns="0" rIns="0" bIns="0" anchor="t">
            <a:spAutoFit/>
          </a:bodyPr>
          <a:lstStyle/>
          <a:p>
            <a:r>
              <a:rPr lang="en-US" sz="920" b="0" u="none" strike="noStrike">
                <a:solidFill>
                  <a:srgbClr val="6A7282"/>
                </a:solidFill>
                <a:effectLst/>
                <a:uFillTx/>
                <a:latin typeface="NotoSansJP"/>
                <a:ea typeface="NotoSansJP"/>
              </a:rPr>
              <a:t>www.jstage.jst.go.jp</a:t>
            </a:r>
            <a:endParaRPr lang="en-US" sz="920" b="0" u="none" strike="noStrike">
              <a:solidFill>
                <a:srgbClr val="000000"/>
              </a:solidFill>
              <a:effectLst/>
              <a:uFillTx/>
              <a:latin typeface="Times New Roman"/>
            </a:endParaRPr>
          </a:p>
        </p:txBody>
      </p:sp>
      <p:sp>
        <p:nvSpPr>
          <p:cNvPr id="517" name="テキスト ボックス 516"/>
          <p:cNvSpPr txBox="1"/>
          <p:nvPr/>
        </p:nvSpPr>
        <p:spPr>
          <a:xfrm>
            <a:off x="1029600" y="2366280"/>
            <a:ext cx="8053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エージェント</a:t>
            </a:r>
            <a:endParaRPr lang="en-US" sz="1050" b="0" u="none" strike="noStrike">
              <a:solidFill>
                <a:srgbClr val="000000"/>
              </a:solidFill>
              <a:effectLst/>
              <a:uFillTx/>
              <a:latin typeface="Times New Roman"/>
            </a:endParaRPr>
          </a:p>
        </p:txBody>
      </p:sp>
      <p:sp>
        <p:nvSpPr>
          <p:cNvPr id="518" name="フリーフォーム: 図形 517"/>
          <p:cNvSpPr/>
          <p:nvPr/>
        </p:nvSpPr>
        <p:spPr>
          <a:xfrm>
            <a:off x="5022360" y="1738080"/>
            <a:ext cx="551880" cy="526680"/>
          </a:xfrm>
          <a:custGeom>
            <a:avLst/>
            <a:gdLst/>
            <a:ahLst/>
            <a:cxnLst/>
            <a:rect l="0" t="0" r="r" b="b"/>
            <a:pathLst>
              <a:path w="1533" h="1463">
                <a:moveTo>
                  <a:pt x="0" y="732"/>
                </a:moveTo>
                <a:cubicBezTo>
                  <a:pt x="0" y="708"/>
                  <a:pt x="1" y="684"/>
                  <a:pt x="3" y="660"/>
                </a:cubicBezTo>
                <a:cubicBezTo>
                  <a:pt x="5" y="637"/>
                  <a:pt x="9" y="613"/>
                  <a:pt x="14" y="589"/>
                </a:cubicBezTo>
                <a:cubicBezTo>
                  <a:pt x="18" y="566"/>
                  <a:pt x="24" y="543"/>
                  <a:pt x="31" y="520"/>
                </a:cubicBezTo>
                <a:cubicBezTo>
                  <a:pt x="38" y="497"/>
                  <a:pt x="46" y="474"/>
                  <a:pt x="55" y="452"/>
                </a:cubicBezTo>
                <a:cubicBezTo>
                  <a:pt x="64" y="430"/>
                  <a:pt x="75" y="408"/>
                  <a:pt x="86" y="387"/>
                </a:cubicBezTo>
                <a:cubicBezTo>
                  <a:pt x="97" y="366"/>
                  <a:pt x="109" y="346"/>
                  <a:pt x="123" y="326"/>
                </a:cubicBezTo>
                <a:cubicBezTo>
                  <a:pt x="136" y="306"/>
                  <a:pt x="150" y="286"/>
                  <a:pt x="166" y="267"/>
                </a:cubicBezTo>
                <a:cubicBezTo>
                  <a:pt x="181" y="249"/>
                  <a:pt x="197" y="231"/>
                  <a:pt x="214" y="214"/>
                </a:cubicBezTo>
                <a:cubicBezTo>
                  <a:pt x="231" y="197"/>
                  <a:pt x="248" y="181"/>
                  <a:pt x="267" y="166"/>
                </a:cubicBezTo>
                <a:cubicBezTo>
                  <a:pt x="285" y="151"/>
                  <a:pt x="305" y="136"/>
                  <a:pt x="325" y="123"/>
                </a:cubicBezTo>
                <a:cubicBezTo>
                  <a:pt x="344" y="110"/>
                  <a:pt x="365" y="97"/>
                  <a:pt x="386" y="86"/>
                </a:cubicBezTo>
                <a:cubicBezTo>
                  <a:pt x="407" y="75"/>
                  <a:pt x="429" y="65"/>
                  <a:pt x="451" y="55"/>
                </a:cubicBezTo>
                <a:cubicBezTo>
                  <a:pt x="473" y="46"/>
                  <a:pt x="496" y="38"/>
                  <a:pt x="518" y="31"/>
                </a:cubicBezTo>
                <a:cubicBezTo>
                  <a:pt x="541" y="24"/>
                  <a:pt x="565" y="19"/>
                  <a:pt x="588" y="14"/>
                </a:cubicBezTo>
                <a:cubicBezTo>
                  <a:pt x="613" y="9"/>
                  <a:pt x="636" y="6"/>
                  <a:pt x="660" y="3"/>
                </a:cubicBezTo>
                <a:cubicBezTo>
                  <a:pt x="684" y="1"/>
                  <a:pt x="708" y="0"/>
                  <a:pt x="732" y="0"/>
                </a:cubicBezTo>
                <a:lnTo>
                  <a:pt x="801" y="0"/>
                </a:lnTo>
                <a:cubicBezTo>
                  <a:pt x="825" y="0"/>
                  <a:pt x="849" y="1"/>
                  <a:pt x="873" y="3"/>
                </a:cubicBezTo>
                <a:cubicBezTo>
                  <a:pt x="897" y="6"/>
                  <a:pt x="921" y="9"/>
                  <a:pt x="944" y="14"/>
                </a:cubicBezTo>
                <a:cubicBezTo>
                  <a:pt x="968" y="19"/>
                  <a:pt x="991" y="24"/>
                  <a:pt x="1014" y="31"/>
                </a:cubicBezTo>
                <a:cubicBezTo>
                  <a:pt x="1037" y="38"/>
                  <a:pt x="1059" y="46"/>
                  <a:pt x="1081" y="55"/>
                </a:cubicBezTo>
                <a:cubicBezTo>
                  <a:pt x="1103" y="65"/>
                  <a:pt x="1125" y="75"/>
                  <a:pt x="1146" y="86"/>
                </a:cubicBezTo>
                <a:cubicBezTo>
                  <a:pt x="1167" y="97"/>
                  <a:pt x="1188" y="110"/>
                  <a:pt x="1208" y="123"/>
                </a:cubicBezTo>
                <a:cubicBezTo>
                  <a:pt x="1228" y="136"/>
                  <a:pt x="1247" y="151"/>
                  <a:pt x="1265" y="166"/>
                </a:cubicBezTo>
                <a:cubicBezTo>
                  <a:pt x="1284" y="181"/>
                  <a:pt x="1302" y="197"/>
                  <a:pt x="1318" y="214"/>
                </a:cubicBezTo>
                <a:cubicBezTo>
                  <a:pt x="1335" y="231"/>
                  <a:pt x="1351" y="249"/>
                  <a:pt x="1367" y="267"/>
                </a:cubicBezTo>
                <a:cubicBezTo>
                  <a:pt x="1382" y="286"/>
                  <a:pt x="1396" y="306"/>
                  <a:pt x="1409" y="326"/>
                </a:cubicBezTo>
                <a:cubicBezTo>
                  <a:pt x="1423" y="346"/>
                  <a:pt x="1435" y="366"/>
                  <a:pt x="1446" y="387"/>
                </a:cubicBezTo>
                <a:cubicBezTo>
                  <a:pt x="1458" y="408"/>
                  <a:pt x="1468" y="430"/>
                  <a:pt x="1477" y="452"/>
                </a:cubicBezTo>
                <a:cubicBezTo>
                  <a:pt x="1486" y="474"/>
                  <a:pt x="1494" y="497"/>
                  <a:pt x="1501" y="520"/>
                </a:cubicBezTo>
                <a:cubicBezTo>
                  <a:pt x="1508" y="543"/>
                  <a:pt x="1514" y="566"/>
                  <a:pt x="1519" y="589"/>
                </a:cubicBezTo>
                <a:cubicBezTo>
                  <a:pt x="1523" y="613"/>
                  <a:pt x="1527" y="637"/>
                  <a:pt x="1529" y="660"/>
                </a:cubicBezTo>
                <a:cubicBezTo>
                  <a:pt x="1531" y="684"/>
                  <a:pt x="1533" y="708"/>
                  <a:pt x="1533" y="732"/>
                </a:cubicBezTo>
                <a:cubicBezTo>
                  <a:pt x="1533" y="756"/>
                  <a:pt x="1531" y="780"/>
                  <a:pt x="1529" y="804"/>
                </a:cubicBezTo>
                <a:cubicBezTo>
                  <a:pt x="1527" y="828"/>
                  <a:pt x="1523" y="851"/>
                  <a:pt x="1519" y="875"/>
                </a:cubicBezTo>
                <a:cubicBezTo>
                  <a:pt x="1514" y="898"/>
                  <a:pt x="1508" y="921"/>
                  <a:pt x="1501" y="944"/>
                </a:cubicBezTo>
                <a:cubicBezTo>
                  <a:pt x="1494" y="967"/>
                  <a:pt x="1486" y="990"/>
                  <a:pt x="1477" y="1012"/>
                </a:cubicBezTo>
                <a:cubicBezTo>
                  <a:pt x="1468" y="1034"/>
                  <a:pt x="1458" y="1056"/>
                  <a:pt x="1446" y="1077"/>
                </a:cubicBezTo>
                <a:cubicBezTo>
                  <a:pt x="1435" y="1098"/>
                  <a:pt x="1423" y="1118"/>
                  <a:pt x="1409" y="1138"/>
                </a:cubicBezTo>
                <a:cubicBezTo>
                  <a:pt x="1396" y="1158"/>
                  <a:pt x="1382" y="1177"/>
                  <a:pt x="1367" y="1196"/>
                </a:cubicBezTo>
                <a:cubicBezTo>
                  <a:pt x="1351" y="1214"/>
                  <a:pt x="1335" y="1232"/>
                  <a:pt x="1318" y="1249"/>
                </a:cubicBezTo>
                <a:cubicBezTo>
                  <a:pt x="1302" y="1266"/>
                  <a:pt x="1284" y="1282"/>
                  <a:pt x="1265" y="1297"/>
                </a:cubicBezTo>
                <a:cubicBezTo>
                  <a:pt x="1247" y="1312"/>
                  <a:pt x="1228" y="1327"/>
                  <a:pt x="1208" y="1340"/>
                </a:cubicBezTo>
                <a:cubicBezTo>
                  <a:pt x="1188" y="1353"/>
                  <a:pt x="1167" y="1366"/>
                  <a:pt x="1146" y="1377"/>
                </a:cubicBezTo>
                <a:cubicBezTo>
                  <a:pt x="1125" y="1388"/>
                  <a:pt x="1103" y="1398"/>
                  <a:pt x="1081" y="1408"/>
                </a:cubicBezTo>
                <a:cubicBezTo>
                  <a:pt x="1059" y="1417"/>
                  <a:pt x="1037" y="1425"/>
                  <a:pt x="1014" y="1432"/>
                </a:cubicBezTo>
                <a:cubicBezTo>
                  <a:pt x="991" y="1439"/>
                  <a:pt x="968" y="1445"/>
                  <a:pt x="944" y="1449"/>
                </a:cubicBezTo>
                <a:cubicBezTo>
                  <a:pt x="921" y="1454"/>
                  <a:pt x="897" y="1457"/>
                  <a:pt x="873" y="1460"/>
                </a:cubicBezTo>
                <a:cubicBezTo>
                  <a:pt x="849" y="1462"/>
                  <a:pt x="825" y="1463"/>
                  <a:pt x="801" y="1463"/>
                </a:cubicBezTo>
                <a:lnTo>
                  <a:pt x="732" y="1463"/>
                </a:lnTo>
                <a:cubicBezTo>
                  <a:pt x="708" y="1463"/>
                  <a:pt x="684" y="1462"/>
                  <a:pt x="660" y="1460"/>
                </a:cubicBezTo>
                <a:cubicBezTo>
                  <a:pt x="636" y="1457"/>
                  <a:pt x="613" y="1454"/>
                  <a:pt x="588" y="1449"/>
                </a:cubicBezTo>
                <a:cubicBezTo>
                  <a:pt x="565" y="1445"/>
                  <a:pt x="541" y="1439"/>
                  <a:pt x="518" y="1432"/>
                </a:cubicBezTo>
                <a:cubicBezTo>
                  <a:pt x="496" y="1425"/>
                  <a:pt x="473" y="1417"/>
                  <a:pt x="451" y="1408"/>
                </a:cubicBezTo>
                <a:cubicBezTo>
                  <a:pt x="429" y="1398"/>
                  <a:pt x="407" y="1388"/>
                  <a:pt x="386" y="1377"/>
                </a:cubicBezTo>
                <a:cubicBezTo>
                  <a:pt x="365" y="1366"/>
                  <a:pt x="344" y="1353"/>
                  <a:pt x="325" y="1340"/>
                </a:cubicBezTo>
                <a:cubicBezTo>
                  <a:pt x="305" y="1327"/>
                  <a:pt x="285" y="1312"/>
                  <a:pt x="267" y="1297"/>
                </a:cubicBezTo>
                <a:cubicBezTo>
                  <a:pt x="248" y="1282"/>
                  <a:pt x="231" y="1266"/>
                  <a:pt x="214" y="1249"/>
                </a:cubicBezTo>
                <a:cubicBezTo>
                  <a:pt x="197" y="1232"/>
                  <a:pt x="181" y="1214"/>
                  <a:pt x="166" y="1196"/>
                </a:cubicBezTo>
                <a:cubicBezTo>
                  <a:pt x="150" y="1177"/>
                  <a:pt x="136" y="1158"/>
                  <a:pt x="123" y="1138"/>
                </a:cubicBezTo>
                <a:cubicBezTo>
                  <a:pt x="109" y="1118"/>
                  <a:pt x="97" y="1098"/>
                  <a:pt x="86" y="1077"/>
                </a:cubicBezTo>
                <a:cubicBezTo>
                  <a:pt x="75" y="1056"/>
                  <a:pt x="64" y="1034"/>
                  <a:pt x="55" y="1012"/>
                </a:cubicBezTo>
                <a:cubicBezTo>
                  <a:pt x="46" y="990"/>
                  <a:pt x="38" y="967"/>
                  <a:pt x="31" y="944"/>
                </a:cubicBezTo>
                <a:cubicBezTo>
                  <a:pt x="24" y="921"/>
                  <a:pt x="18" y="898"/>
                  <a:pt x="14" y="875"/>
                </a:cubicBezTo>
                <a:cubicBezTo>
                  <a:pt x="9" y="851"/>
                  <a:pt x="5" y="828"/>
                  <a:pt x="3" y="804"/>
                </a:cubicBezTo>
                <a:cubicBezTo>
                  <a:pt x="1" y="780"/>
                  <a:pt x="0" y="756"/>
                  <a:pt x="0" y="732"/>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19" name="図 518"/>
          <p:cNvPicPr/>
          <p:nvPr/>
        </p:nvPicPr>
        <p:blipFill>
          <a:blip r:embed="rId7"/>
          <a:stretch/>
        </p:blipFill>
        <p:spPr>
          <a:xfrm>
            <a:off x="5155920" y="1872000"/>
            <a:ext cx="283680" cy="250200"/>
          </a:xfrm>
          <a:prstGeom prst="rect">
            <a:avLst/>
          </a:prstGeom>
          <a:noFill/>
          <a:ln w="0">
            <a:noFill/>
          </a:ln>
        </p:spPr>
      </p:pic>
      <p:sp>
        <p:nvSpPr>
          <p:cNvPr id="520" name="テキスト ボックス 519"/>
          <p:cNvSpPr txBox="1"/>
          <p:nvPr/>
        </p:nvSpPr>
        <p:spPr>
          <a:xfrm>
            <a:off x="1046160" y="2566800"/>
            <a:ext cx="845640" cy="19404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a:t>
            </a:r>
            <a:r>
              <a:rPr lang="zh-CN" sz="1050" b="0" u="none" strike="noStrike">
                <a:solidFill>
                  <a:srgbClr val="FFFFFF"/>
                </a:solidFill>
                <a:effectLst/>
                <a:uFillTx/>
                <a:latin typeface="NotoSansJP"/>
                <a:ea typeface="NotoSansJP"/>
              </a:rPr>
              <a:t>自動運転車</a:t>
            </a:r>
            <a:r>
              <a:rPr lang="en-US" sz="1050" b="0" u="none" strike="noStrike">
                <a:solidFill>
                  <a:srgbClr val="FFFFFF"/>
                </a:solidFill>
                <a:effectLst/>
                <a:uFillTx/>
                <a:latin typeface="NotoSansJP"/>
                <a:ea typeface="NotoSansJP"/>
              </a:rPr>
              <a:t>)</a:t>
            </a:r>
            <a:endParaRPr lang="en-US" sz="1050" b="0" u="none" strike="noStrike">
              <a:solidFill>
                <a:srgbClr val="000000"/>
              </a:solidFill>
              <a:effectLst/>
              <a:uFillTx/>
              <a:latin typeface="Times New Roman"/>
            </a:endParaRPr>
          </a:p>
        </p:txBody>
      </p:sp>
      <p:sp>
        <p:nvSpPr>
          <p:cNvPr id="521" name="テキスト ボックス 520"/>
          <p:cNvSpPr txBox="1"/>
          <p:nvPr/>
        </p:nvSpPr>
        <p:spPr>
          <a:xfrm>
            <a:off x="5164200" y="2366280"/>
            <a:ext cx="2689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環境</a:t>
            </a:r>
            <a:endParaRPr lang="en-US" sz="1050" b="0" u="none" strike="noStrike">
              <a:solidFill>
                <a:srgbClr val="000000"/>
              </a:solidFill>
              <a:effectLst/>
              <a:uFillTx/>
              <a:latin typeface="Times New Roman"/>
            </a:endParaRPr>
          </a:p>
        </p:txBody>
      </p:sp>
      <p:sp>
        <p:nvSpPr>
          <p:cNvPr id="522" name="フリーフォーム: 図形 521"/>
          <p:cNvSpPr/>
          <p:nvPr/>
        </p:nvSpPr>
        <p:spPr>
          <a:xfrm>
            <a:off x="9025200" y="1738080"/>
            <a:ext cx="518400" cy="526680"/>
          </a:xfrm>
          <a:custGeom>
            <a:avLst/>
            <a:gdLst/>
            <a:ahLst/>
            <a:cxnLst/>
            <a:rect l="0" t="0" r="r" b="b"/>
            <a:pathLst>
              <a:path w="1440" h="1463">
                <a:moveTo>
                  <a:pt x="0" y="744"/>
                </a:moveTo>
                <a:lnTo>
                  <a:pt x="0" y="720"/>
                </a:lnTo>
                <a:cubicBezTo>
                  <a:pt x="0" y="697"/>
                  <a:pt x="1" y="673"/>
                  <a:pt x="3" y="650"/>
                </a:cubicBezTo>
                <a:cubicBezTo>
                  <a:pt x="5" y="626"/>
                  <a:pt x="9" y="603"/>
                  <a:pt x="13" y="580"/>
                </a:cubicBezTo>
                <a:cubicBezTo>
                  <a:pt x="18" y="557"/>
                  <a:pt x="24" y="534"/>
                  <a:pt x="31" y="512"/>
                </a:cubicBezTo>
                <a:cubicBezTo>
                  <a:pt x="37" y="489"/>
                  <a:pt x="45" y="467"/>
                  <a:pt x="54" y="445"/>
                </a:cubicBezTo>
                <a:cubicBezTo>
                  <a:pt x="63" y="423"/>
                  <a:pt x="73" y="402"/>
                  <a:pt x="85" y="381"/>
                </a:cubicBezTo>
                <a:cubicBezTo>
                  <a:pt x="96" y="360"/>
                  <a:pt x="108" y="340"/>
                  <a:pt x="122" y="321"/>
                </a:cubicBezTo>
                <a:cubicBezTo>
                  <a:pt x="135" y="301"/>
                  <a:pt x="149" y="281"/>
                  <a:pt x="164" y="263"/>
                </a:cubicBezTo>
                <a:cubicBezTo>
                  <a:pt x="179" y="245"/>
                  <a:pt x="195" y="227"/>
                  <a:pt x="211" y="211"/>
                </a:cubicBezTo>
                <a:cubicBezTo>
                  <a:pt x="228" y="194"/>
                  <a:pt x="245" y="178"/>
                  <a:pt x="264" y="163"/>
                </a:cubicBezTo>
                <a:cubicBezTo>
                  <a:pt x="282" y="148"/>
                  <a:pt x="301" y="134"/>
                  <a:pt x="320" y="121"/>
                </a:cubicBezTo>
                <a:cubicBezTo>
                  <a:pt x="340" y="108"/>
                  <a:pt x="360" y="96"/>
                  <a:pt x="381" y="85"/>
                </a:cubicBezTo>
                <a:cubicBezTo>
                  <a:pt x="402" y="74"/>
                  <a:pt x="423" y="64"/>
                  <a:pt x="445" y="55"/>
                </a:cubicBezTo>
                <a:cubicBezTo>
                  <a:pt x="467" y="46"/>
                  <a:pt x="489" y="38"/>
                  <a:pt x="511" y="31"/>
                </a:cubicBezTo>
                <a:cubicBezTo>
                  <a:pt x="534" y="24"/>
                  <a:pt x="557" y="18"/>
                  <a:pt x="580" y="14"/>
                </a:cubicBezTo>
                <a:cubicBezTo>
                  <a:pt x="603" y="9"/>
                  <a:pt x="626" y="6"/>
                  <a:pt x="650" y="3"/>
                </a:cubicBezTo>
                <a:cubicBezTo>
                  <a:pt x="673" y="1"/>
                  <a:pt x="697" y="0"/>
                  <a:pt x="720" y="0"/>
                </a:cubicBezTo>
                <a:cubicBezTo>
                  <a:pt x="744" y="0"/>
                  <a:pt x="767" y="1"/>
                  <a:pt x="791" y="3"/>
                </a:cubicBezTo>
                <a:cubicBezTo>
                  <a:pt x="814" y="6"/>
                  <a:pt x="837" y="9"/>
                  <a:pt x="861" y="14"/>
                </a:cubicBezTo>
                <a:cubicBezTo>
                  <a:pt x="884" y="18"/>
                  <a:pt x="907" y="24"/>
                  <a:pt x="929" y="31"/>
                </a:cubicBezTo>
                <a:cubicBezTo>
                  <a:pt x="952" y="38"/>
                  <a:pt x="974" y="46"/>
                  <a:pt x="996" y="55"/>
                </a:cubicBezTo>
                <a:cubicBezTo>
                  <a:pt x="1017" y="64"/>
                  <a:pt x="1039" y="74"/>
                  <a:pt x="1059" y="85"/>
                </a:cubicBezTo>
                <a:cubicBezTo>
                  <a:pt x="1080" y="96"/>
                  <a:pt x="1100" y="108"/>
                  <a:pt x="1120" y="121"/>
                </a:cubicBezTo>
                <a:cubicBezTo>
                  <a:pt x="1140" y="134"/>
                  <a:pt x="1158" y="148"/>
                  <a:pt x="1177" y="163"/>
                </a:cubicBezTo>
                <a:cubicBezTo>
                  <a:pt x="1195" y="178"/>
                  <a:pt x="1212" y="194"/>
                  <a:pt x="1229" y="211"/>
                </a:cubicBezTo>
                <a:cubicBezTo>
                  <a:pt x="1246" y="227"/>
                  <a:pt x="1262" y="245"/>
                  <a:pt x="1276" y="263"/>
                </a:cubicBezTo>
                <a:cubicBezTo>
                  <a:pt x="1291" y="281"/>
                  <a:pt x="1305" y="301"/>
                  <a:pt x="1319" y="321"/>
                </a:cubicBezTo>
                <a:cubicBezTo>
                  <a:pt x="1332" y="340"/>
                  <a:pt x="1344" y="360"/>
                  <a:pt x="1355" y="381"/>
                </a:cubicBezTo>
                <a:cubicBezTo>
                  <a:pt x="1366" y="402"/>
                  <a:pt x="1376" y="423"/>
                  <a:pt x="1385" y="445"/>
                </a:cubicBezTo>
                <a:cubicBezTo>
                  <a:pt x="1394" y="467"/>
                  <a:pt x="1402" y="489"/>
                  <a:pt x="1409" y="512"/>
                </a:cubicBezTo>
                <a:cubicBezTo>
                  <a:pt x="1416" y="534"/>
                  <a:pt x="1421" y="557"/>
                  <a:pt x="1426" y="580"/>
                </a:cubicBezTo>
                <a:cubicBezTo>
                  <a:pt x="1431" y="603"/>
                  <a:pt x="1434" y="626"/>
                  <a:pt x="1436" y="650"/>
                </a:cubicBezTo>
                <a:cubicBezTo>
                  <a:pt x="1439" y="673"/>
                  <a:pt x="1440" y="697"/>
                  <a:pt x="1440" y="720"/>
                </a:cubicBezTo>
                <a:lnTo>
                  <a:pt x="1440" y="744"/>
                </a:lnTo>
                <a:cubicBezTo>
                  <a:pt x="1440" y="767"/>
                  <a:pt x="1439" y="791"/>
                  <a:pt x="1436" y="814"/>
                </a:cubicBezTo>
                <a:cubicBezTo>
                  <a:pt x="1434" y="838"/>
                  <a:pt x="1431" y="861"/>
                  <a:pt x="1426" y="884"/>
                </a:cubicBezTo>
                <a:cubicBezTo>
                  <a:pt x="1421" y="907"/>
                  <a:pt x="1416" y="930"/>
                  <a:pt x="1409" y="953"/>
                </a:cubicBezTo>
                <a:cubicBezTo>
                  <a:pt x="1402" y="975"/>
                  <a:pt x="1394" y="997"/>
                  <a:pt x="1385" y="1019"/>
                </a:cubicBezTo>
                <a:cubicBezTo>
                  <a:pt x="1376" y="1041"/>
                  <a:pt x="1366" y="1062"/>
                  <a:pt x="1355" y="1083"/>
                </a:cubicBezTo>
                <a:cubicBezTo>
                  <a:pt x="1344" y="1104"/>
                  <a:pt x="1332" y="1124"/>
                  <a:pt x="1319" y="1143"/>
                </a:cubicBezTo>
                <a:cubicBezTo>
                  <a:pt x="1305" y="1163"/>
                  <a:pt x="1291" y="1182"/>
                  <a:pt x="1276" y="1200"/>
                </a:cubicBezTo>
                <a:cubicBezTo>
                  <a:pt x="1262" y="1218"/>
                  <a:pt x="1246" y="1236"/>
                  <a:pt x="1229" y="1252"/>
                </a:cubicBezTo>
                <a:cubicBezTo>
                  <a:pt x="1212" y="1269"/>
                  <a:pt x="1195" y="1285"/>
                  <a:pt x="1177" y="1300"/>
                </a:cubicBezTo>
                <a:cubicBezTo>
                  <a:pt x="1158" y="1315"/>
                  <a:pt x="1140" y="1329"/>
                  <a:pt x="1120" y="1342"/>
                </a:cubicBezTo>
                <a:cubicBezTo>
                  <a:pt x="1100" y="1355"/>
                  <a:pt x="1080" y="1367"/>
                  <a:pt x="1059" y="1378"/>
                </a:cubicBezTo>
                <a:cubicBezTo>
                  <a:pt x="1039" y="1389"/>
                  <a:pt x="1017" y="1399"/>
                  <a:pt x="996" y="1408"/>
                </a:cubicBezTo>
                <a:cubicBezTo>
                  <a:pt x="974" y="1417"/>
                  <a:pt x="952" y="1425"/>
                  <a:pt x="929" y="1432"/>
                </a:cubicBezTo>
                <a:cubicBezTo>
                  <a:pt x="907" y="1439"/>
                  <a:pt x="884" y="1445"/>
                  <a:pt x="861" y="1449"/>
                </a:cubicBezTo>
                <a:cubicBezTo>
                  <a:pt x="837" y="1454"/>
                  <a:pt x="814" y="1457"/>
                  <a:pt x="791" y="1460"/>
                </a:cubicBezTo>
                <a:cubicBezTo>
                  <a:pt x="767" y="1462"/>
                  <a:pt x="744" y="1463"/>
                  <a:pt x="720" y="1463"/>
                </a:cubicBezTo>
                <a:cubicBezTo>
                  <a:pt x="697" y="1463"/>
                  <a:pt x="673" y="1462"/>
                  <a:pt x="650" y="1460"/>
                </a:cubicBezTo>
                <a:cubicBezTo>
                  <a:pt x="626" y="1457"/>
                  <a:pt x="603" y="1454"/>
                  <a:pt x="580" y="1449"/>
                </a:cubicBezTo>
                <a:cubicBezTo>
                  <a:pt x="557" y="1445"/>
                  <a:pt x="534" y="1439"/>
                  <a:pt x="511" y="1432"/>
                </a:cubicBezTo>
                <a:cubicBezTo>
                  <a:pt x="489" y="1425"/>
                  <a:pt x="467" y="1417"/>
                  <a:pt x="445" y="1408"/>
                </a:cubicBezTo>
                <a:cubicBezTo>
                  <a:pt x="423" y="1399"/>
                  <a:pt x="402" y="1389"/>
                  <a:pt x="381" y="1378"/>
                </a:cubicBezTo>
                <a:cubicBezTo>
                  <a:pt x="360" y="1367"/>
                  <a:pt x="340" y="1355"/>
                  <a:pt x="320" y="1342"/>
                </a:cubicBezTo>
                <a:cubicBezTo>
                  <a:pt x="301" y="1329"/>
                  <a:pt x="282" y="1315"/>
                  <a:pt x="264" y="1300"/>
                </a:cubicBezTo>
                <a:cubicBezTo>
                  <a:pt x="245" y="1285"/>
                  <a:pt x="228" y="1269"/>
                  <a:pt x="211" y="1252"/>
                </a:cubicBezTo>
                <a:cubicBezTo>
                  <a:pt x="195" y="1236"/>
                  <a:pt x="179" y="1218"/>
                  <a:pt x="164" y="1200"/>
                </a:cubicBezTo>
                <a:cubicBezTo>
                  <a:pt x="149" y="1182"/>
                  <a:pt x="135" y="1163"/>
                  <a:pt x="122" y="1143"/>
                </a:cubicBezTo>
                <a:cubicBezTo>
                  <a:pt x="108" y="1124"/>
                  <a:pt x="96" y="1104"/>
                  <a:pt x="85" y="1083"/>
                </a:cubicBezTo>
                <a:cubicBezTo>
                  <a:pt x="73" y="1062"/>
                  <a:pt x="63" y="1041"/>
                  <a:pt x="54" y="1019"/>
                </a:cubicBezTo>
                <a:cubicBezTo>
                  <a:pt x="45" y="997"/>
                  <a:pt x="37" y="975"/>
                  <a:pt x="31" y="953"/>
                </a:cubicBezTo>
                <a:cubicBezTo>
                  <a:pt x="24" y="930"/>
                  <a:pt x="18" y="907"/>
                  <a:pt x="13" y="884"/>
                </a:cubicBezTo>
                <a:cubicBezTo>
                  <a:pt x="9" y="861"/>
                  <a:pt x="5" y="838"/>
                  <a:pt x="3" y="814"/>
                </a:cubicBezTo>
                <a:cubicBezTo>
                  <a:pt x="1" y="791"/>
                  <a:pt x="0" y="767"/>
                  <a:pt x="0" y="744"/>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23" name="図 522"/>
          <p:cNvPicPr/>
          <p:nvPr/>
        </p:nvPicPr>
        <p:blipFill>
          <a:blip r:embed="rId8"/>
          <a:stretch/>
        </p:blipFill>
        <p:spPr>
          <a:xfrm>
            <a:off x="9159120" y="1872000"/>
            <a:ext cx="250200" cy="250200"/>
          </a:xfrm>
          <a:prstGeom prst="rect">
            <a:avLst/>
          </a:prstGeom>
          <a:noFill/>
          <a:ln w="0">
            <a:noFill/>
          </a:ln>
        </p:spPr>
      </p:pic>
      <p:sp>
        <p:nvSpPr>
          <p:cNvPr id="524" name="テキスト ボックス 523"/>
          <p:cNvSpPr txBox="1"/>
          <p:nvPr/>
        </p:nvSpPr>
        <p:spPr>
          <a:xfrm>
            <a:off x="4980240" y="2566800"/>
            <a:ext cx="711360" cy="19404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a:t>
            </a:r>
            <a:r>
              <a:rPr lang="zh-CN" sz="1050" b="0" u="none" strike="noStrike">
                <a:solidFill>
                  <a:srgbClr val="FFFFFF"/>
                </a:solidFill>
                <a:effectLst/>
                <a:uFillTx/>
                <a:latin typeface="NotoSansJP"/>
                <a:ea typeface="NotoSansJP"/>
              </a:rPr>
              <a:t>交通状況</a:t>
            </a:r>
            <a:r>
              <a:rPr lang="en-US" sz="1050" b="0" u="none" strike="noStrike">
                <a:solidFill>
                  <a:srgbClr val="FFFFFF"/>
                </a:solidFill>
                <a:effectLst/>
                <a:uFillTx/>
                <a:latin typeface="NotoSansJP"/>
                <a:ea typeface="NotoSansJP"/>
              </a:rPr>
              <a:t>)</a:t>
            </a:r>
            <a:endParaRPr lang="en-US" sz="1050" b="0" u="none" strike="noStrike">
              <a:solidFill>
                <a:srgbClr val="000000"/>
              </a:solidFill>
              <a:effectLst/>
              <a:uFillTx/>
              <a:latin typeface="Times New Roman"/>
            </a:endParaRPr>
          </a:p>
        </p:txBody>
      </p:sp>
      <p:sp>
        <p:nvSpPr>
          <p:cNvPr id="525" name="テキスト ボックス 524"/>
          <p:cNvSpPr txBox="1"/>
          <p:nvPr/>
        </p:nvSpPr>
        <p:spPr>
          <a:xfrm>
            <a:off x="9148320" y="2366280"/>
            <a:ext cx="2689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学習</a:t>
            </a:r>
            <a:endParaRPr lang="en-US" sz="1050" b="0" u="none" strike="noStrike">
              <a:solidFill>
                <a:srgbClr val="000000"/>
              </a:solidFill>
              <a:effectLst/>
              <a:uFillTx/>
              <a:latin typeface="Times New Roman"/>
            </a:endParaRPr>
          </a:p>
        </p:txBody>
      </p:sp>
      <p:sp>
        <p:nvSpPr>
          <p:cNvPr id="526" name="フリーフォーム: 図形 525"/>
          <p:cNvSpPr/>
          <p:nvPr/>
        </p:nvSpPr>
        <p:spPr>
          <a:xfrm>
            <a:off x="3150360" y="1738080"/>
            <a:ext cx="518400" cy="526680"/>
          </a:xfrm>
          <a:custGeom>
            <a:avLst/>
            <a:gdLst/>
            <a:ahLst/>
            <a:cxnLst/>
            <a:rect l="0" t="0" r="r" b="b"/>
            <a:pathLst>
              <a:path w="1440" h="1463">
                <a:moveTo>
                  <a:pt x="0" y="744"/>
                </a:moveTo>
                <a:lnTo>
                  <a:pt x="0" y="720"/>
                </a:lnTo>
                <a:cubicBezTo>
                  <a:pt x="0" y="697"/>
                  <a:pt x="1" y="673"/>
                  <a:pt x="3" y="650"/>
                </a:cubicBezTo>
                <a:cubicBezTo>
                  <a:pt x="6" y="626"/>
                  <a:pt x="9" y="603"/>
                  <a:pt x="14" y="580"/>
                </a:cubicBezTo>
                <a:cubicBezTo>
                  <a:pt x="18" y="557"/>
                  <a:pt x="24" y="534"/>
                  <a:pt x="31" y="512"/>
                </a:cubicBezTo>
                <a:cubicBezTo>
                  <a:pt x="38" y="489"/>
                  <a:pt x="46" y="467"/>
                  <a:pt x="55" y="445"/>
                </a:cubicBezTo>
                <a:cubicBezTo>
                  <a:pt x="64" y="423"/>
                  <a:pt x="74" y="402"/>
                  <a:pt x="85" y="381"/>
                </a:cubicBezTo>
                <a:cubicBezTo>
                  <a:pt x="96" y="360"/>
                  <a:pt x="108" y="340"/>
                  <a:pt x="121" y="321"/>
                </a:cubicBezTo>
                <a:cubicBezTo>
                  <a:pt x="134" y="301"/>
                  <a:pt x="148" y="281"/>
                  <a:pt x="163" y="263"/>
                </a:cubicBezTo>
                <a:cubicBezTo>
                  <a:pt x="178" y="245"/>
                  <a:pt x="194" y="227"/>
                  <a:pt x="211" y="211"/>
                </a:cubicBezTo>
                <a:cubicBezTo>
                  <a:pt x="227" y="194"/>
                  <a:pt x="245" y="178"/>
                  <a:pt x="263" y="163"/>
                </a:cubicBezTo>
                <a:cubicBezTo>
                  <a:pt x="281" y="148"/>
                  <a:pt x="300" y="134"/>
                  <a:pt x="320" y="121"/>
                </a:cubicBezTo>
                <a:cubicBezTo>
                  <a:pt x="339" y="108"/>
                  <a:pt x="359" y="96"/>
                  <a:pt x="380" y="85"/>
                </a:cubicBezTo>
                <a:cubicBezTo>
                  <a:pt x="401" y="74"/>
                  <a:pt x="422" y="64"/>
                  <a:pt x="444" y="55"/>
                </a:cubicBezTo>
                <a:cubicBezTo>
                  <a:pt x="466" y="46"/>
                  <a:pt x="488" y="38"/>
                  <a:pt x="511" y="31"/>
                </a:cubicBezTo>
                <a:cubicBezTo>
                  <a:pt x="533" y="24"/>
                  <a:pt x="556" y="18"/>
                  <a:pt x="579" y="14"/>
                </a:cubicBezTo>
                <a:cubicBezTo>
                  <a:pt x="602" y="9"/>
                  <a:pt x="626" y="6"/>
                  <a:pt x="650" y="3"/>
                </a:cubicBezTo>
                <a:cubicBezTo>
                  <a:pt x="673" y="1"/>
                  <a:pt x="697" y="0"/>
                  <a:pt x="720" y="0"/>
                </a:cubicBezTo>
                <a:cubicBezTo>
                  <a:pt x="744" y="0"/>
                  <a:pt x="768" y="1"/>
                  <a:pt x="791" y="3"/>
                </a:cubicBezTo>
                <a:cubicBezTo>
                  <a:pt x="814" y="6"/>
                  <a:pt x="838" y="9"/>
                  <a:pt x="861" y="14"/>
                </a:cubicBezTo>
                <a:cubicBezTo>
                  <a:pt x="884" y="18"/>
                  <a:pt x="907" y="24"/>
                  <a:pt x="929" y="31"/>
                </a:cubicBezTo>
                <a:cubicBezTo>
                  <a:pt x="952" y="38"/>
                  <a:pt x="974" y="46"/>
                  <a:pt x="996" y="55"/>
                </a:cubicBezTo>
                <a:cubicBezTo>
                  <a:pt x="1018" y="64"/>
                  <a:pt x="1039" y="74"/>
                  <a:pt x="1060" y="85"/>
                </a:cubicBezTo>
                <a:cubicBezTo>
                  <a:pt x="1080" y="96"/>
                  <a:pt x="1101" y="108"/>
                  <a:pt x="1120" y="121"/>
                </a:cubicBezTo>
                <a:cubicBezTo>
                  <a:pt x="1140" y="134"/>
                  <a:pt x="1159" y="148"/>
                  <a:pt x="1177" y="163"/>
                </a:cubicBezTo>
                <a:cubicBezTo>
                  <a:pt x="1195" y="178"/>
                  <a:pt x="1213" y="194"/>
                  <a:pt x="1229" y="211"/>
                </a:cubicBezTo>
                <a:cubicBezTo>
                  <a:pt x="1246" y="227"/>
                  <a:pt x="1262" y="245"/>
                  <a:pt x="1277" y="263"/>
                </a:cubicBezTo>
                <a:cubicBezTo>
                  <a:pt x="1292" y="281"/>
                  <a:pt x="1306" y="301"/>
                  <a:pt x="1319" y="321"/>
                </a:cubicBezTo>
                <a:cubicBezTo>
                  <a:pt x="1332" y="340"/>
                  <a:pt x="1344" y="360"/>
                  <a:pt x="1355" y="381"/>
                </a:cubicBezTo>
                <a:cubicBezTo>
                  <a:pt x="1366" y="402"/>
                  <a:pt x="1376" y="423"/>
                  <a:pt x="1385" y="445"/>
                </a:cubicBezTo>
                <a:cubicBezTo>
                  <a:pt x="1394" y="467"/>
                  <a:pt x="1402" y="489"/>
                  <a:pt x="1409" y="512"/>
                </a:cubicBezTo>
                <a:cubicBezTo>
                  <a:pt x="1416" y="534"/>
                  <a:pt x="1422" y="557"/>
                  <a:pt x="1426" y="580"/>
                </a:cubicBezTo>
                <a:cubicBezTo>
                  <a:pt x="1431" y="603"/>
                  <a:pt x="1434" y="626"/>
                  <a:pt x="1437" y="650"/>
                </a:cubicBezTo>
                <a:cubicBezTo>
                  <a:pt x="1439" y="673"/>
                  <a:pt x="1440" y="697"/>
                  <a:pt x="1440" y="720"/>
                </a:cubicBezTo>
                <a:lnTo>
                  <a:pt x="1440" y="744"/>
                </a:lnTo>
                <a:cubicBezTo>
                  <a:pt x="1440" y="767"/>
                  <a:pt x="1439" y="791"/>
                  <a:pt x="1437" y="814"/>
                </a:cubicBezTo>
                <a:cubicBezTo>
                  <a:pt x="1434" y="838"/>
                  <a:pt x="1431" y="861"/>
                  <a:pt x="1426" y="884"/>
                </a:cubicBezTo>
                <a:cubicBezTo>
                  <a:pt x="1422" y="907"/>
                  <a:pt x="1416" y="930"/>
                  <a:pt x="1409" y="953"/>
                </a:cubicBezTo>
                <a:cubicBezTo>
                  <a:pt x="1402" y="975"/>
                  <a:pt x="1394" y="997"/>
                  <a:pt x="1385" y="1019"/>
                </a:cubicBezTo>
                <a:cubicBezTo>
                  <a:pt x="1376" y="1041"/>
                  <a:pt x="1366" y="1062"/>
                  <a:pt x="1355" y="1083"/>
                </a:cubicBezTo>
                <a:cubicBezTo>
                  <a:pt x="1344" y="1104"/>
                  <a:pt x="1332" y="1124"/>
                  <a:pt x="1319" y="1143"/>
                </a:cubicBezTo>
                <a:cubicBezTo>
                  <a:pt x="1306" y="1163"/>
                  <a:pt x="1292" y="1182"/>
                  <a:pt x="1277" y="1200"/>
                </a:cubicBezTo>
                <a:cubicBezTo>
                  <a:pt x="1262" y="1218"/>
                  <a:pt x="1246" y="1236"/>
                  <a:pt x="1229" y="1252"/>
                </a:cubicBezTo>
                <a:cubicBezTo>
                  <a:pt x="1213" y="1269"/>
                  <a:pt x="1195" y="1285"/>
                  <a:pt x="1177" y="1300"/>
                </a:cubicBezTo>
                <a:cubicBezTo>
                  <a:pt x="1159" y="1315"/>
                  <a:pt x="1140" y="1329"/>
                  <a:pt x="1120" y="1342"/>
                </a:cubicBezTo>
                <a:cubicBezTo>
                  <a:pt x="1101" y="1355"/>
                  <a:pt x="1080" y="1367"/>
                  <a:pt x="1060" y="1378"/>
                </a:cubicBezTo>
                <a:cubicBezTo>
                  <a:pt x="1039" y="1389"/>
                  <a:pt x="1018" y="1399"/>
                  <a:pt x="996" y="1408"/>
                </a:cubicBezTo>
                <a:cubicBezTo>
                  <a:pt x="974" y="1417"/>
                  <a:pt x="952" y="1425"/>
                  <a:pt x="929" y="1432"/>
                </a:cubicBezTo>
                <a:cubicBezTo>
                  <a:pt x="907" y="1439"/>
                  <a:pt x="884" y="1445"/>
                  <a:pt x="861" y="1449"/>
                </a:cubicBezTo>
                <a:cubicBezTo>
                  <a:pt x="838" y="1454"/>
                  <a:pt x="814" y="1457"/>
                  <a:pt x="791" y="1460"/>
                </a:cubicBezTo>
                <a:cubicBezTo>
                  <a:pt x="768" y="1462"/>
                  <a:pt x="744" y="1463"/>
                  <a:pt x="720" y="1463"/>
                </a:cubicBezTo>
                <a:cubicBezTo>
                  <a:pt x="697" y="1463"/>
                  <a:pt x="673" y="1462"/>
                  <a:pt x="650" y="1460"/>
                </a:cubicBezTo>
                <a:cubicBezTo>
                  <a:pt x="626" y="1457"/>
                  <a:pt x="602" y="1454"/>
                  <a:pt x="579" y="1449"/>
                </a:cubicBezTo>
                <a:cubicBezTo>
                  <a:pt x="556" y="1445"/>
                  <a:pt x="533" y="1439"/>
                  <a:pt x="511" y="1432"/>
                </a:cubicBezTo>
                <a:cubicBezTo>
                  <a:pt x="488" y="1425"/>
                  <a:pt x="466" y="1417"/>
                  <a:pt x="444" y="1408"/>
                </a:cubicBezTo>
                <a:cubicBezTo>
                  <a:pt x="422" y="1399"/>
                  <a:pt x="401" y="1389"/>
                  <a:pt x="380" y="1378"/>
                </a:cubicBezTo>
                <a:cubicBezTo>
                  <a:pt x="359" y="1367"/>
                  <a:pt x="339" y="1355"/>
                  <a:pt x="320" y="1342"/>
                </a:cubicBezTo>
                <a:cubicBezTo>
                  <a:pt x="300" y="1329"/>
                  <a:pt x="281" y="1315"/>
                  <a:pt x="263" y="1300"/>
                </a:cubicBezTo>
                <a:cubicBezTo>
                  <a:pt x="245" y="1285"/>
                  <a:pt x="227" y="1269"/>
                  <a:pt x="211" y="1252"/>
                </a:cubicBezTo>
                <a:cubicBezTo>
                  <a:pt x="194" y="1236"/>
                  <a:pt x="178" y="1218"/>
                  <a:pt x="163" y="1200"/>
                </a:cubicBezTo>
                <a:cubicBezTo>
                  <a:pt x="148" y="1182"/>
                  <a:pt x="134" y="1163"/>
                  <a:pt x="121" y="1143"/>
                </a:cubicBezTo>
                <a:cubicBezTo>
                  <a:pt x="108" y="1124"/>
                  <a:pt x="96" y="1104"/>
                  <a:pt x="85" y="1083"/>
                </a:cubicBezTo>
                <a:cubicBezTo>
                  <a:pt x="74" y="1062"/>
                  <a:pt x="64" y="1041"/>
                  <a:pt x="55" y="1019"/>
                </a:cubicBezTo>
                <a:cubicBezTo>
                  <a:pt x="46" y="997"/>
                  <a:pt x="38" y="975"/>
                  <a:pt x="31" y="953"/>
                </a:cubicBezTo>
                <a:cubicBezTo>
                  <a:pt x="24" y="930"/>
                  <a:pt x="18" y="907"/>
                  <a:pt x="14" y="884"/>
                </a:cubicBezTo>
                <a:cubicBezTo>
                  <a:pt x="9" y="861"/>
                  <a:pt x="6" y="838"/>
                  <a:pt x="3" y="814"/>
                </a:cubicBezTo>
                <a:cubicBezTo>
                  <a:pt x="1" y="791"/>
                  <a:pt x="0" y="767"/>
                  <a:pt x="0" y="744"/>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27" name="図 526"/>
          <p:cNvPicPr/>
          <p:nvPr/>
        </p:nvPicPr>
        <p:blipFill>
          <a:blip r:embed="rId9"/>
          <a:stretch/>
        </p:blipFill>
        <p:spPr>
          <a:xfrm>
            <a:off x="3284280" y="1872000"/>
            <a:ext cx="250200" cy="250200"/>
          </a:xfrm>
          <a:prstGeom prst="rect">
            <a:avLst/>
          </a:prstGeom>
          <a:noFill/>
          <a:ln w="0">
            <a:noFill/>
          </a:ln>
        </p:spPr>
      </p:pic>
      <p:sp>
        <p:nvSpPr>
          <p:cNvPr id="528" name="テキスト ボックス 527"/>
          <p:cNvSpPr txBox="1"/>
          <p:nvPr/>
        </p:nvSpPr>
        <p:spPr>
          <a:xfrm>
            <a:off x="8897760" y="2566800"/>
            <a:ext cx="845640" cy="19404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a:t>
            </a:r>
            <a:r>
              <a:rPr lang="zh-CN" sz="1050" b="0" u="none" strike="noStrike">
                <a:solidFill>
                  <a:srgbClr val="FFFFFF"/>
                </a:solidFill>
                <a:effectLst/>
                <a:uFillTx/>
                <a:latin typeface="NotoSansJP"/>
                <a:ea typeface="NotoSansJP"/>
              </a:rPr>
              <a:t>方策の改善</a:t>
            </a:r>
            <a:r>
              <a:rPr lang="en-US" sz="1050" b="0" u="none" strike="noStrike">
                <a:solidFill>
                  <a:srgbClr val="FFFFFF"/>
                </a:solidFill>
                <a:effectLst/>
                <a:uFillTx/>
                <a:latin typeface="NotoSansJP"/>
                <a:ea typeface="NotoSansJP"/>
              </a:rPr>
              <a:t>)</a:t>
            </a:r>
            <a:endParaRPr lang="en-US" sz="1050" b="0" u="none" strike="noStrike">
              <a:solidFill>
                <a:srgbClr val="000000"/>
              </a:solidFill>
              <a:effectLst/>
              <a:uFillTx/>
              <a:latin typeface="Times New Roman"/>
            </a:endParaRPr>
          </a:p>
        </p:txBody>
      </p:sp>
      <p:sp>
        <p:nvSpPr>
          <p:cNvPr id="529" name="テキスト ボックス 528"/>
          <p:cNvSpPr txBox="1"/>
          <p:nvPr/>
        </p:nvSpPr>
        <p:spPr>
          <a:xfrm>
            <a:off x="3272400" y="2366280"/>
            <a:ext cx="2689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行動</a:t>
            </a:r>
            <a:endParaRPr lang="en-US" sz="1050" b="0" u="none" strike="noStrike">
              <a:solidFill>
                <a:srgbClr val="000000"/>
              </a:solidFill>
              <a:effectLst/>
              <a:uFillTx/>
              <a:latin typeface="Times New Roman"/>
            </a:endParaRPr>
          </a:p>
        </p:txBody>
      </p:sp>
      <p:sp>
        <p:nvSpPr>
          <p:cNvPr id="530" name="フリーフォーム: 図形 529"/>
          <p:cNvSpPr/>
          <p:nvPr/>
        </p:nvSpPr>
        <p:spPr>
          <a:xfrm>
            <a:off x="2423160" y="2230920"/>
            <a:ext cx="585360" cy="17280"/>
          </a:xfrm>
          <a:custGeom>
            <a:avLst/>
            <a:gdLst/>
            <a:ahLst/>
            <a:cxnLst/>
            <a:rect l="0" t="0" r="r" b="b"/>
            <a:pathLst>
              <a:path w="1626" h="48">
                <a:moveTo>
                  <a:pt x="0" y="0"/>
                </a:moveTo>
                <a:lnTo>
                  <a:pt x="140" y="0"/>
                </a:lnTo>
                <a:lnTo>
                  <a:pt x="140" y="48"/>
                </a:lnTo>
                <a:lnTo>
                  <a:pt x="0" y="48"/>
                </a:lnTo>
                <a:lnTo>
                  <a:pt x="0" y="0"/>
                </a:lnTo>
                <a:moveTo>
                  <a:pt x="248" y="0"/>
                </a:moveTo>
                <a:lnTo>
                  <a:pt x="387" y="0"/>
                </a:lnTo>
                <a:lnTo>
                  <a:pt x="387" y="48"/>
                </a:lnTo>
                <a:lnTo>
                  <a:pt x="248" y="48"/>
                </a:lnTo>
                <a:lnTo>
                  <a:pt x="248" y="0"/>
                </a:lnTo>
                <a:moveTo>
                  <a:pt x="495" y="0"/>
                </a:moveTo>
                <a:lnTo>
                  <a:pt x="636" y="0"/>
                </a:lnTo>
                <a:lnTo>
                  <a:pt x="636" y="48"/>
                </a:lnTo>
                <a:lnTo>
                  <a:pt x="495" y="48"/>
                </a:lnTo>
                <a:lnTo>
                  <a:pt x="495" y="0"/>
                </a:lnTo>
                <a:moveTo>
                  <a:pt x="744" y="0"/>
                </a:moveTo>
                <a:lnTo>
                  <a:pt x="883" y="0"/>
                </a:lnTo>
                <a:lnTo>
                  <a:pt x="883" y="48"/>
                </a:lnTo>
                <a:lnTo>
                  <a:pt x="744" y="48"/>
                </a:lnTo>
                <a:lnTo>
                  <a:pt x="744" y="0"/>
                </a:lnTo>
                <a:moveTo>
                  <a:pt x="992" y="0"/>
                </a:moveTo>
                <a:lnTo>
                  <a:pt x="1131" y="0"/>
                </a:lnTo>
                <a:lnTo>
                  <a:pt x="1131" y="48"/>
                </a:lnTo>
                <a:lnTo>
                  <a:pt x="992" y="48"/>
                </a:lnTo>
                <a:lnTo>
                  <a:pt x="992" y="0"/>
                </a:lnTo>
                <a:moveTo>
                  <a:pt x="1239" y="0"/>
                </a:moveTo>
                <a:lnTo>
                  <a:pt x="1379" y="0"/>
                </a:lnTo>
                <a:lnTo>
                  <a:pt x="1379" y="48"/>
                </a:lnTo>
                <a:lnTo>
                  <a:pt x="1239" y="48"/>
                </a:lnTo>
                <a:lnTo>
                  <a:pt x="1239" y="0"/>
                </a:lnTo>
                <a:moveTo>
                  <a:pt x="1487" y="0"/>
                </a:moveTo>
                <a:lnTo>
                  <a:pt x="1626" y="0"/>
                </a:lnTo>
                <a:lnTo>
                  <a:pt x="1626" y="48"/>
                </a:lnTo>
                <a:lnTo>
                  <a:pt x="1487" y="48"/>
                </a:lnTo>
                <a:lnTo>
                  <a:pt x="1487"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31" name="フリーフォーム: 図形 530"/>
          <p:cNvSpPr/>
          <p:nvPr/>
        </p:nvSpPr>
        <p:spPr>
          <a:xfrm>
            <a:off x="3810600" y="2230920"/>
            <a:ext cx="585360" cy="17280"/>
          </a:xfrm>
          <a:custGeom>
            <a:avLst/>
            <a:gdLst/>
            <a:ahLst/>
            <a:cxnLst/>
            <a:rect l="0" t="0" r="r" b="b"/>
            <a:pathLst>
              <a:path w="1626" h="48">
                <a:moveTo>
                  <a:pt x="0" y="0"/>
                </a:moveTo>
                <a:lnTo>
                  <a:pt x="139" y="0"/>
                </a:lnTo>
                <a:lnTo>
                  <a:pt x="139" y="48"/>
                </a:lnTo>
                <a:lnTo>
                  <a:pt x="0" y="48"/>
                </a:lnTo>
                <a:lnTo>
                  <a:pt x="0" y="0"/>
                </a:lnTo>
                <a:moveTo>
                  <a:pt x="247" y="0"/>
                </a:moveTo>
                <a:lnTo>
                  <a:pt x="387" y="0"/>
                </a:lnTo>
                <a:lnTo>
                  <a:pt x="387" y="48"/>
                </a:lnTo>
                <a:lnTo>
                  <a:pt x="247" y="48"/>
                </a:lnTo>
                <a:lnTo>
                  <a:pt x="247" y="0"/>
                </a:lnTo>
                <a:moveTo>
                  <a:pt x="495" y="0"/>
                </a:moveTo>
                <a:lnTo>
                  <a:pt x="634" y="0"/>
                </a:lnTo>
                <a:lnTo>
                  <a:pt x="634" y="48"/>
                </a:lnTo>
                <a:lnTo>
                  <a:pt x="495" y="48"/>
                </a:lnTo>
                <a:lnTo>
                  <a:pt x="495" y="0"/>
                </a:lnTo>
                <a:moveTo>
                  <a:pt x="742" y="0"/>
                </a:moveTo>
                <a:lnTo>
                  <a:pt x="882" y="0"/>
                </a:lnTo>
                <a:lnTo>
                  <a:pt x="882" y="48"/>
                </a:lnTo>
                <a:lnTo>
                  <a:pt x="742" y="48"/>
                </a:lnTo>
                <a:lnTo>
                  <a:pt x="742" y="0"/>
                </a:lnTo>
                <a:moveTo>
                  <a:pt x="990" y="0"/>
                </a:moveTo>
                <a:lnTo>
                  <a:pt x="1129" y="0"/>
                </a:lnTo>
                <a:lnTo>
                  <a:pt x="1129" y="48"/>
                </a:lnTo>
                <a:lnTo>
                  <a:pt x="990" y="48"/>
                </a:lnTo>
                <a:lnTo>
                  <a:pt x="990" y="0"/>
                </a:lnTo>
                <a:moveTo>
                  <a:pt x="1238" y="0"/>
                </a:moveTo>
                <a:lnTo>
                  <a:pt x="1377" y="0"/>
                </a:lnTo>
                <a:lnTo>
                  <a:pt x="1377" y="48"/>
                </a:lnTo>
                <a:lnTo>
                  <a:pt x="1238" y="48"/>
                </a:lnTo>
                <a:lnTo>
                  <a:pt x="1238" y="0"/>
                </a:lnTo>
                <a:moveTo>
                  <a:pt x="1485" y="0"/>
                </a:moveTo>
                <a:lnTo>
                  <a:pt x="1626" y="0"/>
                </a:lnTo>
                <a:lnTo>
                  <a:pt x="1626" y="48"/>
                </a:lnTo>
                <a:lnTo>
                  <a:pt x="1485" y="48"/>
                </a:lnTo>
                <a:lnTo>
                  <a:pt x="1485"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32" name="フリーフォーム: 図形 531"/>
          <p:cNvSpPr/>
          <p:nvPr/>
        </p:nvSpPr>
        <p:spPr>
          <a:xfrm>
            <a:off x="7027920" y="1738080"/>
            <a:ext cx="459720" cy="526680"/>
          </a:xfrm>
          <a:custGeom>
            <a:avLst/>
            <a:gdLst/>
            <a:ahLst/>
            <a:cxnLst/>
            <a:rect l="0" t="0" r="r" b="b"/>
            <a:pathLst>
              <a:path w="1277" h="1463">
                <a:moveTo>
                  <a:pt x="0" y="825"/>
                </a:moveTo>
                <a:lnTo>
                  <a:pt x="0" y="639"/>
                </a:lnTo>
                <a:cubicBezTo>
                  <a:pt x="0" y="618"/>
                  <a:pt x="1" y="597"/>
                  <a:pt x="3" y="577"/>
                </a:cubicBezTo>
                <a:cubicBezTo>
                  <a:pt x="5" y="556"/>
                  <a:pt x="8" y="535"/>
                  <a:pt x="12" y="515"/>
                </a:cubicBezTo>
                <a:cubicBezTo>
                  <a:pt x="16" y="494"/>
                  <a:pt x="21" y="474"/>
                  <a:pt x="27" y="454"/>
                </a:cubicBezTo>
                <a:cubicBezTo>
                  <a:pt x="33" y="434"/>
                  <a:pt x="40" y="414"/>
                  <a:pt x="48" y="395"/>
                </a:cubicBezTo>
                <a:cubicBezTo>
                  <a:pt x="56" y="376"/>
                  <a:pt x="65" y="357"/>
                  <a:pt x="75" y="338"/>
                </a:cubicBezTo>
                <a:cubicBezTo>
                  <a:pt x="85" y="320"/>
                  <a:pt x="96" y="302"/>
                  <a:pt x="107" y="284"/>
                </a:cubicBezTo>
                <a:cubicBezTo>
                  <a:pt x="119" y="266"/>
                  <a:pt x="131" y="249"/>
                  <a:pt x="145" y="233"/>
                </a:cubicBezTo>
                <a:cubicBezTo>
                  <a:pt x="158" y="217"/>
                  <a:pt x="172" y="202"/>
                  <a:pt x="187" y="187"/>
                </a:cubicBezTo>
                <a:cubicBezTo>
                  <a:pt x="201" y="172"/>
                  <a:pt x="217" y="158"/>
                  <a:pt x="233" y="145"/>
                </a:cubicBezTo>
                <a:cubicBezTo>
                  <a:pt x="249" y="131"/>
                  <a:pt x="267" y="119"/>
                  <a:pt x="284" y="107"/>
                </a:cubicBezTo>
                <a:cubicBezTo>
                  <a:pt x="302" y="96"/>
                  <a:pt x="320" y="85"/>
                  <a:pt x="338" y="75"/>
                </a:cubicBezTo>
                <a:cubicBezTo>
                  <a:pt x="357" y="65"/>
                  <a:pt x="375" y="56"/>
                  <a:pt x="395" y="48"/>
                </a:cubicBezTo>
                <a:cubicBezTo>
                  <a:pt x="414" y="40"/>
                  <a:pt x="434" y="33"/>
                  <a:pt x="454" y="27"/>
                </a:cubicBezTo>
                <a:cubicBezTo>
                  <a:pt x="474" y="21"/>
                  <a:pt x="494" y="16"/>
                  <a:pt x="514" y="12"/>
                </a:cubicBezTo>
                <a:cubicBezTo>
                  <a:pt x="535" y="8"/>
                  <a:pt x="556" y="5"/>
                  <a:pt x="576" y="3"/>
                </a:cubicBezTo>
                <a:cubicBezTo>
                  <a:pt x="597" y="1"/>
                  <a:pt x="618" y="0"/>
                  <a:pt x="639" y="0"/>
                </a:cubicBezTo>
                <a:cubicBezTo>
                  <a:pt x="660" y="0"/>
                  <a:pt x="681" y="1"/>
                  <a:pt x="702" y="3"/>
                </a:cubicBezTo>
                <a:cubicBezTo>
                  <a:pt x="722" y="5"/>
                  <a:pt x="743" y="8"/>
                  <a:pt x="764" y="12"/>
                </a:cubicBezTo>
                <a:cubicBezTo>
                  <a:pt x="784" y="16"/>
                  <a:pt x="804" y="21"/>
                  <a:pt x="824" y="27"/>
                </a:cubicBezTo>
                <a:cubicBezTo>
                  <a:pt x="844" y="33"/>
                  <a:pt x="864" y="40"/>
                  <a:pt x="883" y="48"/>
                </a:cubicBezTo>
                <a:cubicBezTo>
                  <a:pt x="903" y="56"/>
                  <a:pt x="922" y="65"/>
                  <a:pt x="940" y="75"/>
                </a:cubicBezTo>
                <a:cubicBezTo>
                  <a:pt x="958" y="85"/>
                  <a:pt x="976" y="96"/>
                  <a:pt x="994" y="107"/>
                </a:cubicBezTo>
                <a:cubicBezTo>
                  <a:pt x="1011" y="119"/>
                  <a:pt x="1028" y="131"/>
                  <a:pt x="1044" y="145"/>
                </a:cubicBezTo>
                <a:cubicBezTo>
                  <a:pt x="1060" y="158"/>
                  <a:pt x="1076" y="172"/>
                  <a:pt x="1090" y="187"/>
                </a:cubicBezTo>
                <a:cubicBezTo>
                  <a:pt x="1105" y="202"/>
                  <a:pt x="1119" y="217"/>
                  <a:pt x="1132" y="233"/>
                </a:cubicBezTo>
                <a:cubicBezTo>
                  <a:pt x="1146" y="249"/>
                  <a:pt x="1158" y="266"/>
                  <a:pt x="1170" y="284"/>
                </a:cubicBezTo>
                <a:cubicBezTo>
                  <a:pt x="1181" y="302"/>
                  <a:pt x="1192" y="320"/>
                  <a:pt x="1202" y="338"/>
                </a:cubicBezTo>
                <a:cubicBezTo>
                  <a:pt x="1212" y="357"/>
                  <a:pt x="1221" y="376"/>
                  <a:pt x="1229" y="395"/>
                </a:cubicBezTo>
                <a:cubicBezTo>
                  <a:pt x="1237" y="414"/>
                  <a:pt x="1244" y="434"/>
                  <a:pt x="1250" y="454"/>
                </a:cubicBezTo>
                <a:cubicBezTo>
                  <a:pt x="1256" y="474"/>
                  <a:pt x="1261" y="494"/>
                  <a:pt x="1265" y="515"/>
                </a:cubicBezTo>
                <a:cubicBezTo>
                  <a:pt x="1269" y="535"/>
                  <a:pt x="1272" y="556"/>
                  <a:pt x="1274" y="577"/>
                </a:cubicBezTo>
                <a:cubicBezTo>
                  <a:pt x="1276" y="597"/>
                  <a:pt x="1277" y="618"/>
                  <a:pt x="1277" y="639"/>
                </a:cubicBezTo>
                <a:lnTo>
                  <a:pt x="1277" y="825"/>
                </a:lnTo>
                <a:cubicBezTo>
                  <a:pt x="1277" y="846"/>
                  <a:pt x="1276" y="867"/>
                  <a:pt x="1274" y="887"/>
                </a:cubicBezTo>
                <a:cubicBezTo>
                  <a:pt x="1272" y="908"/>
                  <a:pt x="1269" y="929"/>
                  <a:pt x="1265" y="949"/>
                </a:cubicBezTo>
                <a:cubicBezTo>
                  <a:pt x="1261" y="970"/>
                  <a:pt x="1256" y="990"/>
                  <a:pt x="1250" y="1010"/>
                </a:cubicBezTo>
                <a:cubicBezTo>
                  <a:pt x="1244" y="1030"/>
                  <a:pt x="1237" y="1050"/>
                  <a:pt x="1229" y="1069"/>
                </a:cubicBezTo>
                <a:cubicBezTo>
                  <a:pt x="1221" y="1088"/>
                  <a:pt x="1212" y="1107"/>
                  <a:pt x="1202" y="1126"/>
                </a:cubicBezTo>
                <a:cubicBezTo>
                  <a:pt x="1192" y="1144"/>
                  <a:pt x="1181" y="1162"/>
                  <a:pt x="1170" y="1180"/>
                </a:cubicBezTo>
                <a:cubicBezTo>
                  <a:pt x="1158" y="1197"/>
                  <a:pt x="1146" y="1214"/>
                  <a:pt x="1132" y="1230"/>
                </a:cubicBezTo>
                <a:cubicBezTo>
                  <a:pt x="1119" y="1246"/>
                  <a:pt x="1105" y="1261"/>
                  <a:pt x="1090" y="1276"/>
                </a:cubicBezTo>
                <a:cubicBezTo>
                  <a:pt x="1076" y="1291"/>
                  <a:pt x="1060" y="1305"/>
                  <a:pt x="1044" y="1318"/>
                </a:cubicBezTo>
                <a:cubicBezTo>
                  <a:pt x="1028" y="1332"/>
                  <a:pt x="1011" y="1344"/>
                  <a:pt x="994" y="1356"/>
                </a:cubicBezTo>
                <a:cubicBezTo>
                  <a:pt x="976" y="1367"/>
                  <a:pt x="958" y="1378"/>
                  <a:pt x="940" y="1388"/>
                </a:cubicBezTo>
                <a:cubicBezTo>
                  <a:pt x="922" y="1398"/>
                  <a:pt x="903" y="1407"/>
                  <a:pt x="883" y="1415"/>
                </a:cubicBezTo>
                <a:cubicBezTo>
                  <a:pt x="864" y="1423"/>
                  <a:pt x="844" y="1430"/>
                  <a:pt x="824" y="1436"/>
                </a:cubicBezTo>
                <a:cubicBezTo>
                  <a:pt x="804" y="1442"/>
                  <a:pt x="784" y="1447"/>
                  <a:pt x="764" y="1451"/>
                </a:cubicBezTo>
                <a:cubicBezTo>
                  <a:pt x="743" y="1455"/>
                  <a:pt x="722" y="1458"/>
                  <a:pt x="702" y="1460"/>
                </a:cubicBezTo>
                <a:cubicBezTo>
                  <a:pt x="681" y="1462"/>
                  <a:pt x="660" y="1463"/>
                  <a:pt x="639" y="1463"/>
                </a:cubicBezTo>
                <a:cubicBezTo>
                  <a:pt x="618" y="1463"/>
                  <a:pt x="597" y="1462"/>
                  <a:pt x="576" y="1460"/>
                </a:cubicBezTo>
                <a:cubicBezTo>
                  <a:pt x="556" y="1458"/>
                  <a:pt x="535" y="1455"/>
                  <a:pt x="514" y="1451"/>
                </a:cubicBezTo>
                <a:cubicBezTo>
                  <a:pt x="494" y="1447"/>
                  <a:pt x="474" y="1442"/>
                  <a:pt x="454" y="1436"/>
                </a:cubicBezTo>
                <a:cubicBezTo>
                  <a:pt x="434" y="1430"/>
                  <a:pt x="414" y="1423"/>
                  <a:pt x="395" y="1415"/>
                </a:cubicBezTo>
                <a:cubicBezTo>
                  <a:pt x="375" y="1407"/>
                  <a:pt x="357" y="1398"/>
                  <a:pt x="338" y="1388"/>
                </a:cubicBezTo>
                <a:cubicBezTo>
                  <a:pt x="320" y="1378"/>
                  <a:pt x="302" y="1367"/>
                  <a:pt x="284" y="1356"/>
                </a:cubicBezTo>
                <a:cubicBezTo>
                  <a:pt x="267" y="1344"/>
                  <a:pt x="249" y="1332"/>
                  <a:pt x="233" y="1318"/>
                </a:cubicBezTo>
                <a:cubicBezTo>
                  <a:pt x="217" y="1305"/>
                  <a:pt x="201" y="1291"/>
                  <a:pt x="187" y="1276"/>
                </a:cubicBezTo>
                <a:cubicBezTo>
                  <a:pt x="172" y="1261"/>
                  <a:pt x="158" y="1246"/>
                  <a:pt x="145" y="1230"/>
                </a:cubicBezTo>
                <a:cubicBezTo>
                  <a:pt x="131" y="1214"/>
                  <a:pt x="119" y="1197"/>
                  <a:pt x="107" y="1180"/>
                </a:cubicBezTo>
                <a:cubicBezTo>
                  <a:pt x="96" y="1162"/>
                  <a:pt x="85" y="1144"/>
                  <a:pt x="75" y="1126"/>
                </a:cubicBezTo>
                <a:cubicBezTo>
                  <a:pt x="65" y="1107"/>
                  <a:pt x="56" y="1088"/>
                  <a:pt x="48" y="1069"/>
                </a:cubicBezTo>
                <a:cubicBezTo>
                  <a:pt x="40" y="1050"/>
                  <a:pt x="33" y="1030"/>
                  <a:pt x="27" y="1010"/>
                </a:cubicBezTo>
                <a:cubicBezTo>
                  <a:pt x="21" y="990"/>
                  <a:pt x="16" y="970"/>
                  <a:pt x="12" y="949"/>
                </a:cubicBezTo>
                <a:cubicBezTo>
                  <a:pt x="8" y="929"/>
                  <a:pt x="5" y="908"/>
                  <a:pt x="3" y="887"/>
                </a:cubicBezTo>
                <a:cubicBezTo>
                  <a:pt x="1" y="867"/>
                  <a:pt x="0" y="846"/>
                  <a:pt x="0" y="825"/>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33" name="図 532"/>
          <p:cNvPicPr/>
          <p:nvPr/>
        </p:nvPicPr>
        <p:blipFill>
          <a:blip r:embed="rId10"/>
          <a:stretch/>
        </p:blipFill>
        <p:spPr>
          <a:xfrm>
            <a:off x="7161840" y="1872000"/>
            <a:ext cx="191880" cy="250200"/>
          </a:xfrm>
          <a:prstGeom prst="rect">
            <a:avLst/>
          </a:prstGeom>
          <a:noFill/>
          <a:ln w="0">
            <a:noFill/>
          </a:ln>
        </p:spPr>
      </p:pic>
      <p:sp>
        <p:nvSpPr>
          <p:cNvPr id="534" name="テキスト ボックス 533"/>
          <p:cNvSpPr txBox="1"/>
          <p:nvPr/>
        </p:nvSpPr>
        <p:spPr>
          <a:xfrm>
            <a:off x="3088440" y="2566800"/>
            <a:ext cx="711360" cy="19404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a:t>
            </a:r>
            <a:r>
              <a:rPr lang="zh-CN" sz="1050" b="0" u="none" strike="noStrike">
                <a:solidFill>
                  <a:srgbClr val="FFFFFF"/>
                </a:solidFill>
                <a:effectLst/>
                <a:uFillTx/>
                <a:latin typeface="NotoSansJP"/>
                <a:ea typeface="NotoSansJP"/>
              </a:rPr>
              <a:t>運転操作</a:t>
            </a:r>
            <a:r>
              <a:rPr lang="en-US" sz="1050" b="0" u="none" strike="noStrike">
                <a:solidFill>
                  <a:srgbClr val="FFFFFF"/>
                </a:solidFill>
                <a:effectLst/>
                <a:uFillTx/>
                <a:latin typeface="NotoSansJP"/>
                <a:ea typeface="NotoSansJP"/>
              </a:rPr>
              <a:t>)</a:t>
            </a:r>
            <a:endParaRPr lang="en-US" sz="1050" b="0" u="none" strike="noStrike">
              <a:solidFill>
                <a:srgbClr val="000000"/>
              </a:solidFill>
              <a:effectLst/>
              <a:uFillTx/>
              <a:latin typeface="Times New Roman"/>
            </a:endParaRPr>
          </a:p>
        </p:txBody>
      </p:sp>
      <p:sp>
        <p:nvSpPr>
          <p:cNvPr id="535" name="テキスト ボックス 534"/>
          <p:cNvSpPr txBox="1"/>
          <p:nvPr/>
        </p:nvSpPr>
        <p:spPr>
          <a:xfrm>
            <a:off x="7122960" y="2366280"/>
            <a:ext cx="2689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報酬</a:t>
            </a:r>
            <a:endParaRPr lang="en-US" sz="1050" b="0" u="none" strike="noStrike">
              <a:solidFill>
                <a:srgbClr val="000000"/>
              </a:solidFill>
              <a:effectLst/>
              <a:uFillTx/>
              <a:latin typeface="Times New Roman"/>
            </a:endParaRPr>
          </a:p>
        </p:txBody>
      </p:sp>
      <p:sp>
        <p:nvSpPr>
          <p:cNvPr id="536" name="フリーフォーム: 図形 535"/>
          <p:cNvSpPr/>
          <p:nvPr/>
        </p:nvSpPr>
        <p:spPr>
          <a:xfrm>
            <a:off x="6200640" y="2230920"/>
            <a:ext cx="585360" cy="17280"/>
          </a:xfrm>
          <a:custGeom>
            <a:avLst/>
            <a:gdLst/>
            <a:ahLst/>
            <a:cxnLst/>
            <a:rect l="0" t="0" r="r" b="b"/>
            <a:pathLst>
              <a:path w="1626" h="48">
                <a:moveTo>
                  <a:pt x="0" y="0"/>
                </a:moveTo>
                <a:lnTo>
                  <a:pt x="139" y="0"/>
                </a:lnTo>
                <a:lnTo>
                  <a:pt x="139" y="48"/>
                </a:lnTo>
                <a:lnTo>
                  <a:pt x="0" y="48"/>
                </a:lnTo>
                <a:lnTo>
                  <a:pt x="0" y="0"/>
                </a:lnTo>
                <a:moveTo>
                  <a:pt x="247" y="0"/>
                </a:moveTo>
                <a:lnTo>
                  <a:pt x="386" y="0"/>
                </a:lnTo>
                <a:lnTo>
                  <a:pt x="386" y="48"/>
                </a:lnTo>
                <a:lnTo>
                  <a:pt x="247" y="48"/>
                </a:lnTo>
                <a:lnTo>
                  <a:pt x="247" y="0"/>
                </a:lnTo>
                <a:moveTo>
                  <a:pt x="495" y="0"/>
                </a:moveTo>
                <a:lnTo>
                  <a:pt x="634" y="0"/>
                </a:lnTo>
                <a:lnTo>
                  <a:pt x="634" y="48"/>
                </a:lnTo>
                <a:lnTo>
                  <a:pt x="495" y="48"/>
                </a:lnTo>
                <a:lnTo>
                  <a:pt x="495" y="0"/>
                </a:lnTo>
                <a:moveTo>
                  <a:pt x="742" y="0"/>
                </a:moveTo>
                <a:lnTo>
                  <a:pt x="882" y="0"/>
                </a:lnTo>
                <a:lnTo>
                  <a:pt x="882" y="48"/>
                </a:lnTo>
                <a:lnTo>
                  <a:pt x="742" y="48"/>
                </a:lnTo>
                <a:lnTo>
                  <a:pt x="742" y="0"/>
                </a:lnTo>
                <a:moveTo>
                  <a:pt x="990" y="0"/>
                </a:moveTo>
                <a:lnTo>
                  <a:pt x="1129" y="0"/>
                </a:lnTo>
                <a:lnTo>
                  <a:pt x="1129" y="48"/>
                </a:lnTo>
                <a:lnTo>
                  <a:pt x="990" y="48"/>
                </a:lnTo>
                <a:lnTo>
                  <a:pt x="990" y="0"/>
                </a:lnTo>
                <a:moveTo>
                  <a:pt x="1238" y="0"/>
                </a:moveTo>
                <a:lnTo>
                  <a:pt x="1377" y="0"/>
                </a:lnTo>
                <a:lnTo>
                  <a:pt x="1377" y="48"/>
                </a:lnTo>
                <a:lnTo>
                  <a:pt x="1238" y="48"/>
                </a:lnTo>
                <a:lnTo>
                  <a:pt x="1238" y="0"/>
                </a:lnTo>
                <a:moveTo>
                  <a:pt x="1486" y="0"/>
                </a:moveTo>
                <a:lnTo>
                  <a:pt x="1626" y="0"/>
                </a:lnTo>
                <a:lnTo>
                  <a:pt x="1626" y="48"/>
                </a:lnTo>
                <a:lnTo>
                  <a:pt x="1486" y="48"/>
                </a:lnTo>
                <a:lnTo>
                  <a:pt x="1486"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37" name="フリーフォーム: 図形 536"/>
          <p:cNvSpPr/>
          <p:nvPr/>
        </p:nvSpPr>
        <p:spPr>
          <a:xfrm>
            <a:off x="7721280" y="2230920"/>
            <a:ext cx="585360" cy="17280"/>
          </a:xfrm>
          <a:custGeom>
            <a:avLst/>
            <a:gdLst/>
            <a:ahLst/>
            <a:cxnLst/>
            <a:rect l="0" t="0" r="r" b="b"/>
            <a:pathLst>
              <a:path w="1626" h="48">
                <a:moveTo>
                  <a:pt x="0" y="0"/>
                </a:moveTo>
                <a:lnTo>
                  <a:pt x="140" y="0"/>
                </a:lnTo>
                <a:lnTo>
                  <a:pt x="140" y="48"/>
                </a:lnTo>
                <a:lnTo>
                  <a:pt x="0" y="48"/>
                </a:lnTo>
                <a:lnTo>
                  <a:pt x="0" y="0"/>
                </a:lnTo>
                <a:moveTo>
                  <a:pt x="248" y="0"/>
                </a:moveTo>
                <a:lnTo>
                  <a:pt x="387" y="0"/>
                </a:lnTo>
                <a:lnTo>
                  <a:pt x="387" y="48"/>
                </a:lnTo>
                <a:lnTo>
                  <a:pt x="248" y="48"/>
                </a:lnTo>
                <a:lnTo>
                  <a:pt x="248" y="0"/>
                </a:lnTo>
                <a:moveTo>
                  <a:pt x="497" y="0"/>
                </a:moveTo>
                <a:lnTo>
                  <a:pt x="636" y="0"/>
                </a:lnTo>
                <a:lnTo>
                  <a:pt x="636" y="48"/>
                </a:lnTo>
                <a:lnTo>
                  <a:pt x="497" y="48"/>
                </a:lnTo>
                <a:lnTo>
                  <a:pt x="497" y="0"/>
                </a:lnTo>
                <a:moveTo>
                  <a:pt x="744" y="0"/>
                </a:moveTo>
                <a:lnTo>
                  <a:pt x="883" y="0"/>
                </a:lnTo>
                <a:lnTo>
                  <a:pt x="883" y="48"/>
                </a:lnTo>
                <a:lnTo>
                  <a:pt x="744" y="48"/>
                </a:lnTo>
                <a:lnTo>
                  <a:pt x="744" y="0"/>
                </a:lnTo>
                <a:moveTo>
                  <a:pt x="992" y="0"/>
                </a:moveTo>
                <a:lnTo>
                  <a:pt x="1131" y="0"/>
                </a:lnTo>
                <a:lnTo>
                  <a:pt x="1131" y="48"/>
                </a:lnTo>
                <a:lnTo>
                  <a:pt x="992" y="48"/>
                </a:lnTo>
                <a:lnTo>
                  <a:pt x="992" y="0"/>
                </a:lnTo>
                <a:moveTo>
                  <a:pt x="1239" y="0"/>
                </a:moveTo>
                <a:lnTo>
                  <a:pt x="1379" y="0"/>
                </a:lnTo>
                <a:lnTo>
                  <a:pt x="1379" y="48"/>
                </a:lnTo>
                <a:lnTo>
                  <a:pt x="1239" y="48"/>
                </a:lnTo>
                <a:lnTo>
                  <a:pt x="1239" y="0"/>
                </a:lnTo>
                <a:moveTo>
                  <a:pt x="1487" y="0"/>
                </a:moveTo>
                <a:lnTo>
                  <a:pt x="1626" y="0"/>
                </a:lnTo>
                <a:lnTo>
                  <a:pt x="1626" y="48"/>
                </a:lnTo>
                <a:lnTo>
                  <a:pt x="1487" y="48"/>
                </a:lnTo>
                <a:lnTo>
                  <a:pt x="1487" y="0"/>
                </a:ln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38" name="図 537"/>
          <p:cNvPicPr/>
          <p:nvPr/>
        </p:nvPicPr>
        <p:blipFill>
          <a:blip r:embed="rId11"/>
          <a:stretch/>
        </p:blipFill>
        <p:spPr>
          <a:xfrm>
            <a:off x="0" y="6325920"/>
            <a:ext cx="7133400" cy="33120"/>
          </a:xfrm>
          <a:prstGeom prst="rect">
            <a:avLst/>
          </a:prstGeom>
          <a:noFill/>
          <a:ln w="0">
            <a:noFill/>
          </a:ln>
        </p:spPr>
      </p:pic>
      <p:pic>
        <p:nvPicPr>
          <p:cNvPr id="539" name="図 538"/>
          <p:cNvPicPr/>
          <p:nvPr/>
        </p:nvPicPr>
        <p:blipFill>
          <a:blip r:embed="rId12"/>
          <a:stretch/>
        </p:blipFill>
        <p:spPr>
          <a:xfrm>
            <a:off x="9626760" y="668520"/>
            <a:ext cx="400680" cy="400680"/>
          </a:xfrm>
          <a:prstGeom prst="rect">
            <a:avLst/>
          </a:prstGeom>
          <a:noFill/>
          <a:ln w="0">
            <a:noFill/>
          </a:ln>
        </p:spPr>
      </p:pic>
      <p:pic>
        <p:nvPicPr>
          <p:cNvPr id="540" name="図 539"/>
          <p:cNvPicPr/>
          <p:nvPr/>
        </p:nvPicPr>
        <p:blipFill>
          <a:blip r:embed="rId13"/>
          <a:stretch/>
        </p:blipFill>
        <p:spPr>
          <a:xfrm>
            <a:off x="1337040" y="4754880"/>
            <a:ext cx="267120" cy="267120"/>
          </a:xfrm>
          <a:prstGeom prst="rect">
            <a:avLst/>
          </a:prstGeom>
          <a:noFill/>
          <a:ln w="0">
            <a:noFill/>
          </a:ln>
        </p:spPr>
      </p:pic>
      <p:sp>
        <p:nvSpPr>
          <p:cNvPr id="541" name="テキスト ボックス 540"/>
          <p:cNvSpPr txBox="1"/>
          <p:nvPr/>
        </p:nvSpPr>
        <p:spPr>
          <a:xfrm>
            <a:off x="6872040" y="2566800"/>
            <a:ext cx="845640" cy="19404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a:t>
            </a:r>
            <a:r>
              <a:rPr lang="zh-CN" sz="1050" b="0" u="none" strike="noStrike">
                <a:solidFill>
                  <a:srgbClr val="FFFFFF"/>
                </a:solidFill>
                <a:effectLst/>
                <a:uFillTx/>
                <a:latin typeface="NotoSansJP"/>
                <a:ea typeface="NotoSansJP"/>
              </a:rPr>
              <a:t>安全性評価</a:t>
            </a:r>
            <a:r>
              <a:rPr lang="en-US" sz="1050" b="0" u="none" strike="noStrike">
                <a:solidFill>
                  <a:srgbClr val="FFFFFF"/>
                </a:solidFill>
                <a:effectLst/>
                <a:uFillTx/>
                <a:latin typeface="NotoSansJP"/>
                <a:ea typeface="NotoSansJP"/>
              </a:rPr>
              <a:t>)</a:t>
            </a:r>
            <a:endParaRPr lang="en-US" sz="1050" b="0" u="none" strike="noStrike">
              <a:solidFill>
                <a:srgbClr val="000000"/>
              </a:solidFill>
              <a:effectLst/>
              <a:uFillTx/>
              <a:latin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 name="図 541"/>
          <p:cNvPicPr/>
          <p:nvPr/>
        </p:nvPicPr>
        <p:blipFill>
          <a:blip r:embed="rId2"/>
          <a:stretch/>
        </p:blipFill>
        <p:spPr>
          <a:xfrm>
            <a:off x="0" y="0"/>
            <a:ext cx="10696320" cy="6016320"/>
          </a:xfrm>
          <a:prstGeom prst="rect">
            <a:avLst/>
          </a:prstGeom>
          <a:noFill/>
          <a:ln w="0">
            <a:noFill/>
          </a:ln>
        </p:spPr>
      </p:pic>
      <p:sp>
        <p:nvSpPr>
          <p:cNvPr id="543" name="テキスト ボックス 542"/>
          <p:cNvSpPr txBox="1"/>
          <p:nvPr/>
        </p:nvSpPr>
        <p:spPr>
          <a:xfrm>
            <a:off x="401040" y="389520"/>
            <a:ext cx="5768280" cy="436320"/>
          </a:xfrm>
          <a:prstGeom prst="rect">
            <a:avLst/>
          </a:prstGeom>
          <a:noFill/>
          <a:ln w="0">
            <a:noFill/>
          </a:ln>
        </p:spPr>
        <p:txBody>
          <a:bodyPr wrap="none" lIns="0" tIns="0" rIns="0" bIns="0" anchor="t">
            <a:spAutoFit/>
          </a:bodyPr>
          <a:lstStyle/>
          <a:p>
            <a:r>
              <a:rPr lang="en-US" sz="2370" b="0" u="none" strike="noStrike">
                <a:solidFill>
                  <a:srgbClr val="FFFFFF"/>
                </a:solidFill>
                <a:effectLst/>
                <a:uFillTx/>
                <a:latin typeface="Roboto"/>
                <a:ea typeface="Roboto"/>
              </a:rPr>
              <a:t>AI</a:t>
            </a:r>
            <a:r>
              <a:rPr lang="zh-CN" sz="2370" b="0" u="none" strike="noStrike">
                <a:solidFill>
                  <a:srgbClr val="FFFFFF"/>
                </a:solidFill>
                <a:effectLst/>
                <a:uFillTx/>
                <a:latin typeface="NotoSansJP"/>
                <a:ea typeface="NotoSansJP"/>
              </a:rPr>
              <a:t>による自動車システム</a:t>
            </a:r>
            <a:r>
              <a:rPr lang="zh-CN" sz="2370" b="0" u="none" strike="noStrike">
                <a:solidFill>
                  <a:srgbClr val="FF0000"/>
                </a:solidFill>
                <a:effectLst/>
                <a:uFillTx/>
                <a:latin typeface="NotoSansJP"/>
                <a:ea typeface="NotoSansJP"/>
              </a:rPr>
              <a:t>安全性向上の課題</a:t>
            </a:r>
            <a:endParaRPr lang="en-US" sz="2370" b="0" u="none" strike="noStrike">
              <a:solidFill>
                <a:srgbClr val="000000"/>
              </a:solidFill>
              <a:effectLst/>
              <a:uFillTx/>
              <a:latin typeface="Times New Roman"/>
            </a:endParaRPr>
          </a:p>
        </p:txBody>
      </p:sp>
      <p:sp>
        <p:nvSpPr>
          <p:cNvPr id="544" name="テキスト ボックス 543"/>
          <p:cNvSpPr txBox="1"/>
          <p:nvPr/>
        </p:nvSpPr>
        <p:spPr>
          <a:xfrm>
            <a:off x="9936000" y="509760"/>
            <a:ext cx="413640" cy="13608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11 / 17</a:t>
            </a:r>
            <a:endParaRPr lang="en-US" sz="920" b="0" u="none" strike="noStrike">
              <a:solidFill>
                <a:srgbClr val="000000"/>
              </a:solidFill>
              <a:effectLst/>
              <a:uFillTx/>
              <a:latin typeface="Times New Roman"/>
            </a:endParaRPr>
          </a:p>
        </p:txBody>
      </p:sp>
      <p:sp>
        <p:nvSpPr>
          <p:cNvPr id="545" name="フリーフォーム: 図形 544"/>
          <p:cNvSpPr/>
          <p:nvPr/>
        </p:nvSpPr>
        <p:spPr>
          <a:xfrm>
            <a:off x="417600" y="1571040"/>
            <a:ext cx="4797000" cy="1888920"/>
          </a:xfrm>
          <a:custGeom>
            <a:avLst/>
            <a:gdLst/>
            <a:ahLst/>
            <a:cxnLst/>
            <a:rect l="0" t="0" r="r" b="b"/>
            <a:pathLst>
              <a:path w="13325" h="5247">
                <a:moveTo>
                  <a:pt x="0" y="5061"/>
                </a:moveTo>
                <a:lnTo>
                  <a:pt x="0" y="185"/>
                </a:lnTo>
                <a:cubicBezTo>
                  <a:pt x="0" y="173"/>
                  <a:pt x="1" y="161"/>
                  <a:pt x="3" y="149"/>
                </a:cubicBezTo>
                <a:cubicBezTo>
                  <a:pt x="5" y="137"/>
                  <a:pt x="7" y="125"/>
                  <a:pt x="11" y="114"/>
                </a:cubicBezTo>
                <a:cubicBezTo>
                  <a:pt x="14" y="103"/>
                  <a:pt x="19" y="92"/>
                  <a:pt x="24" y="82"/>
                </a:cubicBezTo>
                <a:cubicBezTo>
                  <a:pt x="29" y="72"/>
                  <a:pt x="34" y="63"/>
                  <a:pt x="41" y="54"/>
                </a:cubicBezTo>
                <a:cubicBezTo>
                  <a:pt x="47" y="45"/>
                  <a:pt x="54" y="38"/>
                  <a:pt x="62" y="31"/>
                </a:cubicBezTo>
                <a:cubicBezTo>
                  <a:pt x="70" y="24"/>
                  <a:pt x="78" y="18"/>
                  <a:pt x="86" y="14"/>
                </a:cubicBezTo>
                <a:cubicBezTo>
                  <a:pt x="95" y="9"/>
                  <a:pt x="103" y="6"/>
                  <a:pt x="112" y="3"/>
                </a:cubicBezTo>
                <a:cubicBezTo>
                  <a:pt x="121" y="1"/>
                  <a:pt x="130" y="0"/>
                  <a:pt x="139" y="0"/>
                </a:cubicBezTo>
                <a:lnTo>
                  <a:pt x="13140" y="0"/>
                </a:lnTo>
                <a:cubicBezTo>
                  <a:pt x="13152" y="0"/>
                  <a:pt x="13164" y="1"/>
                  <a:pt x="13176" y="3"/>
                </a:cubicBezTo>
                <a:cubicBezTo>
                  <a:pt x="13188" y="6"/>
                  <a:pt x="13200" y="9"/>
                  <a:pt x="13211" y="14"/>
                </a:cubicBezTo>
                <a:cubicBezTo>
                  <a:pt x="13222" y="18"/>
                  <a:pt x="13233" y="24"/>
                  <a:pt x="13243" y="31"/>
                </a:cubicBezTo>
                <a:cubicBezTo>
                  <a:pt x="13253" y="38"/>
                  <a:pt x="13262" y="45"/>
                  <a:pt x="13271" y="54"/>
                </a:cubicBezTo>
                <a:cubicBezTo>
                  <a:pt x="13280" y="63"/>
                  <a:pt x="13287" y="72"/>
                  <a:pt x="13294" y="82"/>
                </a:cubicBezTo>
                <a:cubicBezTo>
                  <a:pt x="13301" y="92"/>
                  <a:pt x="13307" y="103"/>
                  <a:pt x="13311" y="114"/>
                </a:cubicBezTo>
                <a:cubicBezTo>
                  <a:pt x="13316" y="125"/>
                  <a:pt x="13319" y="137"/>
                  <a:pt x="13322" y="149"/>
                </a:cubicBezTo>
                <a:cubicBezTo>
                  <a:pt x="13324" y="161"/>
                  <a:pt x="13325" y="173"/>
                  <a:pt x="13325" y="185"/>
                </a:cubicBezTo>
                <a:lnTo>
                  <a:pt x="13325" y="5061"/>
                </a:lnTo>
                <a:cubicBezTo>
                  <a:pt x="13325" y="5073"/>
                  <a:pt x="13324" y="5085"/>
                  <a:pt x="13322" y="5097"/>
                </a:cubicBezTo>
                <a:cubicBezTo>
                  <a:pt x="13319" y="5109"/>
                  <a:pt x="13316" y="5121"/>
                  <a:pt x="13311" y="5132"/>
                </a:cubicBezTo>
                <a:cubicBezTo>
                  <a:pt x="13307" y="5143"/>
                  <a:pt x="13301" y="5154"/>
                  <a:pt x="13294" y="5164"/>
                </a:cubicBezTo>
                <a:cubicBezTo>
                  <a:pt x="13287" y="5174"/>
                  <a:pt x="13280" y="5184"/>
                  <a:pt x="13271" y="5192"/>
                </a:cubicBezTo>
                <a:cubicBezTo>
                  <a:pt x="13262" y="5201"/>
                  <a:pt x="13253" y="5209"/>
                  <a:pt x="13243" y="5215"/>
                </a:cubicBezTo>
                <a:cubicBezTo>
                  <a:pt x="13233" y="5222"/>
                  <a:pt x="13222" y="5228"/>
                  <a:pt x="13211" y="5233"/>
                </a:cubicBezTo>
                <a:cubicBezTo>
                  <a:pt x="13200" y="5237"/>
                  <a:pt x="13188" y="5241"/>
                  <a:pt x="13176" y="5243"/>
                </a:cubicBezTo>
                <a:cubicBezTo>
                  <a:pt x="13164" y="5246"/>
                  <a:pt x="13152" y="5247"/>
                  <a:pt x="13140" y="5247"/>
                </a:cubicBezTo>
                <a:lnTo>
                  <a:pt x="139" y="5247"/>
                </a:lnTo>
                <a:cubicBezTo>
                  <a:pt x="130" y="5247"/>
                  <a:pt x="121" y="5246"/>
                  <a:pt x="112" y="5243"/>
                </a:cubicBezTo>
                <a:cubicBezTo>
                  <a:pt x="103" y="5241"/>
                  <a:pt x="95" y="5237"/>
                  <a:pt x="86" y="5233"/>
                </a:cubicBezTo>
                <a:cubicBezTo>
                  <a:pt x="78" y="5228"/>
                  <a:pt x="70" y="5222"/>
                  <a:pt x="62" y="5215"/>
                </a:cubicBezTo>
                <a:cubicBezTo>
                  <a:pt x="54" y="5209"/>
                  <a:pt x="47" y="5201"/>
                  <a:pt x="41" y="5192"/>
                </a:cubicBezTo>
                <a:cubicBezTo>
                  <a:pt x="34" y="5184"/>
                  <a:pt x="29" y="5174"/>
                  <a:pt x="24" y="5164"/>
                </a:cubicBezTo>
                <a:cubicBezTo>
                  <a:pt x="19" y="5154"/>
                  <a:pt x="14" y="5143"/>
                  <a:pt x="11" y="5132"/>
                </a:cubicBezTo>
                <a:cubicBezTo>
                  <a:pt x="7" y="5121"/>
                  <a:pt x="5" y="5109"/>
                  <a:pt x="3" y="5097"/>
                </a:cubicBezTo>
                <a:cubicBezTo>
                  <a:pt x="1" y="5085"/>
                  <a:pt x="0" y="5073"/>
                  <a:pt x="0" y="5061"/>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46" name="フリーフォーム: 図形 545"/>
          <p:cNvSpPr/>
          <p:nvPr/>
        </p:nvSpPr>
        <p:spPr>
          <a:xfrm>
            <a:off x="401040" y="1571040"/>
            <a:ext cx="66960" cy="1888920"/>
          </a:xfrm>
          <a:custGeom>
            <a:avLst/>
            <a:gdLst/>
            <a:ahLst/>
            <a:cxnLst/>
            <a:rect l="0" t="0" r="r" b="b"/>
            <a:pathLst>
              <a:path w="186" h="5247">
                <a:moveTo>
                  <a:pt x="151" y="14"/>
                </a:moveTo>
                <a:cubicBezTo>
                  <a:pt x="140" y="23"/>
                  <a:pt x="129" y="37"/>
                  <a:pt x="121" y="54"/>
                </a:cubicBezTo>
                <a:cubicBezTo>
                  <a:pt x="112" y="71"/>
                  <a:pt x="105" y="91"/>
                  <a:pt x="101" y="114"/>
                </a:cubicBezTo>
                <a:cubicBezTo>
                  <a:pt x="96" y="137"/>
                  <a:pt x="94" y="161"/>
                  <a:pt x="94" y="185"/>
                </a:cubicBezTo>
                <a:lnTo>
                  <a:pt x="94" y="5061"/>
                </a:lnTo>
                <a:cubicBezTo>
                  <a:pt x="94" y="5086"/>
                  <a:pt x="96" y="5109"/>
                  <a:pt x="101" y="5132"/>
                </a:cubicBezTo>
                <a:cubicBezTo>
                  <a:pt x="105" y="5155"/>
                  <a:pt x="112" y="5175"/>
                  <a:pt x="121" y="5192"/>
                </a:cubicBezTo>
                <a:cubicBezTo>
                  <a:pt x="129" y="5210"/>
                  <a:pt x="140" y="5223"/>
                  <a:pt x="151" y="5233"/>
                </a:cubicBezTo>
                <a:cubicBezTo>
                  <a:pt x="162" y="5242"/>
                  <a:pt x="174" y="5247"/>
                  <a:pt x="186" y="5247"/>
                </a:cubicBezTo>
                <a:cubicBezTo>
                  <a:pt x="162" y="5247"/>
                  <a:pt x="138" y="5242"/>
                  <a:pt x="115" y="5233"/>
                </a:cubicBezTo>
                <a:cubicBezTo>
                  <a:pt x="93" y="5223"/>
                  <a:pt x="72" y="5210"/>
                  <a:pt x="54" y="5192"/>
                </a:cubicBezTo>
                <a:cubicBezTo>
                  <a:pt x="37" y="5175"/>
                  <a:pt x="23" y="5155"/>
                  <a:pt x="14" y="5132"/>
                </a:cubicBezTo>
                <a:cubicBezTo>
                  <a:pt x="4" y="5109"/>
                  <a:pt x="0" y="5086"/>
                  <a:pt x="0" y="5061"/>
                </a:cubicBezTo>
                <a:lnTo>
                  <a:pt x="0" y="185"/>
                </a:lnTo>
                <a:cubicBezTo>
                  <a:pt x="0" y="161"/>
                  <a:pt x="4" y="137"/>
                  <a:pt x="14" y="114"/>
                </a:cubicBezTo>
                <a:cubicBezTo>
                  <a:pt x="23" y="91"/>
                  <a:pt x="37" y="71"/>
                  <a:pt x="54" y="54"/>
                </a:cubicBezTo>
                <a:cubicBezTo>
                  <a:pt x="72" y="37"/>
                  <a:pt x="93" y="23"/>
                  <a:pt x="115" y="14"/>
                </a:cubicBezTo>
                <a:cubicBezTo>
                  <a:pt x="138" y="4"/>
                  <a:pt x="162" y="0"/>
                  <a:pt x="186" y="0"/>
                </a:cubicBezTo>
                <a:cubicBezTo>
                  <a:pt x="174" y="0"/>
                  <a:pt x="162" y="4"/>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47" name="フリーフォーム: 図形 546"/>
          <p:cNvSpPr/>
          <p:nvPr/>
        </p:nvSpPr>
        <p:spPr>
          <a:xfrm>
            <a:off x="635040" y="1771560"/>
            <a:ext cx="267840" cy="501480"/>
          </a:xfrm>
          <a:custGeom>
            <a:avLst/>
            <a:gdLst/>
            <a:ahLst/>
            <a:cxnLst/>
            <a:rect l="0" t="0" r="r" b="b"/>
            <a:pathLst>
              <a:path w="744" h="1393">
                <a:moveTo>
                  <a:pt x="0" y="696"/>
                </a:moveTo>
                <a:cubicBezTo>
                  <a:pt x="0" y="650"/>
                  <a:pt x="2" y="605"/>
                  <a:pt x="7" y="560"/>
                </a:cubicBezTo>
                <a:cubicBezTo>
                  <a:pt x="12" y="515"/>
                  <a:pt x="19" y="472"/>
                  <a:pt x="28" y="429"/>
                </a:cubicBezTo>
                <a:cubicBezTo>
                  <a:pt x="37" y="387"/>
                  <a:pt x="49" y="347"/>
                  <a:pt x="62" y="309"/>
                </a:cubicBezTo>
                <a:cubicBezTo>
                  <a:pt x="76" y="271"/>
                  <a:pt x="92" y="236"/>
                  <a:pt x="109" y="204"/>
                </a:cubicBezTo>
                <a:cubicBezTo>
                  <a:pt x="127" y="171"/>
                  <a:pt x="145" y="142"/>
                  <a:pt x="166" y="117"/>
                </a:cubicBezTo>
                <a:cubicBezTo>
                  <a:pt x="186" y="92"/>
                  <a:pt x="207" y="70"/>
                  <a:pt x="230" y="53"/>
                </a:cubicBezTo>
                <a:cubicBezTo>
                  <a:pt x="252" y="35"/>
                  <a:pt x="276" y="22"/>
                  <a:pt x="300" y="13"/>
                </a:cubicBezTo>
                <a:cubicBezTo>
                  <a:pt x="324" y="4"/>
                  <a:pt x="348" y="0"/>
                  <a:pt x="372" y="0"/>
                </a:cubicBezTo>
                <a:cubicBezTo>
                  <a:pt x="396" y="0"/>
                  <a:pt x="421" y="4"/>
                  <a:pt x="445" y="13"/>
                </a:cubicBezTo>
                <a:cubicBezTo>
                  <a:pt x="468" y="22"/>
                  <a:pt x="492" y="35"/>
                  <a:pt x="514" y="53"/>
                </a:cubicBezTo>
                <a:cubicBezTo>
                  <a:pt x="537" y="70"/>
                  <a:pt x="558" y="92"/>
                  <a:pt x="578" y="117"/>
                </a:cubicBezTo>
                <a:cubicBezTo>
                  <a:pt x="599" y="142"/>
                  <a:pt x="617" y="171"/>
                  <a:pt x="635" y="204"/>
                </a:cubicBezTo>
                <a:cubicBezTo>
                  <a:pt x="652" y="236"/>
                  <a:pt x="667" y="271"/>
                  <a:pt x="681" y="309"/>
                </a:cubicBezTo>
                <a:cubicBezTo>
                  <a:pt x="694" y="347"/>
                  <a:pt x="706" y="387"/>
                  <a:pt x="715" y="429"/>
                </a:cubicBezTo>
                <a:cubicBezTo>
                  <a:pt x="725" y="472"/>
                  <a:pt x="732" y="515"/>
                  <a:pt x="736" y="560"/>
                </a:cubicBezTo>
                <a:cubicBezTo>
                  <a:pt x="741" y="605"/>
                  <a:pt x="744" y="650"/>
                  <a:pt x="744" y="696"/>
                </a:cubicBezTo>
                <a:cubicBezTo>
                  <a:pt x="744" y="742"/>
                  <a:pt x="741" y="787"/>
                  <a:pt x="736" y="832"/>
                </a:cubicBezTo>
                <a:cubicBezTo>
                  <a:pt x="732" y="877"/>
                  <a:pt x="725" y="921"/>
                  <a:pt x="715" y="963"/>
                </a:cubicBezTo>
                <a:cubicBezTo>
                  <a:pt x="706" y="1005"/>
                  <a:pt x="694" y="1045"/>
                  <a:pt x="681" y="1083"/>
                </a:cubicBezTo>
                <a:cubicBezTo>
                  <a:pt x="667" y="1121"/>
                  <a:pt x="652" y="1156"/>
                  <a:pt x="635" y="1189"/>
                </a:cubicBezTo>
                <a:cubicBezTo>
                  <a:pt x="617" y="1221"/>
                  <a:pt x="599" y="1250"/>
                  <a:pt x="578" y="1275"/>
                </a:cubicBezTo>
                <a:cubicBezTo>
                  <a:pt x="558" y="1301"/>
                  <a:pt x="537" y="1322"/>
                  <a:pt x="514" y="1339"/>
                </a:cubicBezTo>
                <a:cubicBezTo>
                  <a:pt x="492" y="1358"/>
                  <a:pt x="468" y="1371"/>
                  <a:pt x="445" y="1380"/>
                </a:cubicBezTo>
                <a:cubicBezTo>
                  <a:pt x="421" y="1389"/>
                  <a:pt x="396" y="1393"/>
                  <a:pt x="372" y="1393"/>
                </a:cubicBezTo>
                <a:cubicBezTo>
                  <a:pt x="348" y="1393"/>
                  <a:pt x="324" y="1389"/>
                  <a:pt x="300" y="1380"/>
                </a:cubicBezTo>
                <a:cubicBezTo>
                  <a:pt x="276" y="1371"/>
                  <a:pt x="252" y="1358"/>
                  <a:pt x="230" y="1339"/>
                </a:cubicBezTo>
                <a:cubicBezTo>
                  <a:pt x="207" y="1322"/>
                  <a:pt x="186" y="1301"/>
                  <a:pt x="166" y="1275"/>
                </a:cubicBezTo>
                <a:cubicBezTo>
                  <a:pt x="145" y="1250"/>
                  <a:pt x="127" y="1221"/>
                  <a:pt x="109" y="1189"/>
                </a:cubicBezTo>
                <a:cubicBezTo>
                  <a:pt x="92" y="1156"/>
                  <a:pt x="76" y="1121"/>
                  <a:pt x="62" y="1083"/>
                </a:cubicBezTo>
                <a:cubicBezTo>
                  <a:pt x="49" y="1045"/>
                  <a:pt x="37" y="1005"/>
                  <a:pt x="28" y="963"/>
                </a:cubicBezTo>
                <a:cubicBezTo>
                  <a:pt x="19" y="921"/>
                  <a:pt x="12" y="877"/>
                  <a:pt x="7" y="832"/>
                </a:cubicBezTo>
                <a:cubicBezTo>
                  <a:pt x="2" y="787"/>
                  <a:pt x="0" y="742"/>
                  <a:pt x="0" y="696"/>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48" name="図 547"/>
          <p:cNvPicPr/>
          <p:nvPr/>
        </p:nvPicPr>
        <p:blipFill>
          <a:blip r:embed="rId3"/>
          <a:stretch/>
        </p:blipFill>
        <p:spPr>
          <a:xfrm>
            <a:off x="643320" y="1896840"/>
            <a:ext cx="250200" cy="250200"/>
          </a:xfrm>
          <a:prstGeom prst="rect">
            <a:avLst/>
          </a:prstGeom>
          <a:noFill/>
          <a:ln w="0">
            <a:noFill/>
          </a:ln>
        </p:spPr>
      </p:pic>
      <p:sp>
        <p:nvSpPr>
          <p:cNvPr id="549" name="テキスト ボックス 548"/>
          <p:cNvSpPr txBox="1"/>
          <p:nvPr/>
        </p:nvSpPr>
        <p:spPr>
          <a:xfrm>
            <a:off x="401040" y="1031400"/>
            <a:ext cx="360540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自動運転</a:t>
            </a:r>
            <a:r>
              <a:rPr lang="en-US" sz="1320" b="0" u="none" strike="noStrike">
                <a:solidFill>
                  <a:srgbClr val="D1D5DC"/>
                </a:solidFill>
                <a:effectLst/>
                <a:uFillTx/>
                <a:latin typeface="NotoSansJP"/>
                <a:ea typeface="NotoSansJP"/>
              </a:rPr>
              <a:t>AI</a:t>
            </a:r>
            <a:r>
              <a:rPr lang="zh-CN" sz="1320" b="0" u="none" strike="noStrike">
                <a:solidFill>
                  <a:srgbClr val="D1D5DC"/>
                </a:solidFill>
                <a:effectLst/>
                <a:uFillTx/>
                <a:latin typeface="NotoSansJP"/>
                <a:ea typeface="NotoSansJP"/>
              </a:rPr>
              <a:t>の実用化に向けた主要な技術的課題</a:t>
            </a:r>
            <a:endParaRPr lang="en-US" sz="1320" b="0" u="none" strike="noStrike">
              <a:solidFill>
                <a:srgbClr val="000000"/>
              </a:solidFill>
              <a:effectLst/>
              <a:uFillTx/>
              <a:latin typeface="Times New Roman"/>
            </a:endParaRPr>
          </a:p>
        </p:txBody>
      </p:sp>
      <p:sp>
        <p:nvSpPr>
          <p:cNvPr id="550" name="フリーフォーム: 図形 549"/>
          <p:cNvSpPr/>
          <p:nvPr/>
        </p:nvSpPr>
        <p:spPr>
          <a:xfrm>
            <a:off x="1111320" y="2155680"/>
            <a:ext cx="50400" cy="50760"/>
          </a:xfrm>
          <a:custGeom>
            <a:avLst/>
            <a:gdLst/>
            <a:ahLst/>
            <a:cxnLst/>
            <a:rect l="0" t="0" r="r" b="b"/>
            <a:pathLst>
              <a:path w="140" h="141">
                <a:moveTo>
                  <a:pt x="140" y="71"/>
                </a:moveTo>
                <a:cubicBezTo>
                  <a:pt x="140" y="80"/>
                  <a:pt x="138" y="89"/>
                  <a:pt x="135" y="98"/>
                </a:cubicBezTo>
                <a:cubicBezTo>
                  <a:pt x="131" y="106"/>
                  <a:pt x="126" y="114"/>
                  <a:pt x="120" y="120"/>
                </a:cubicBezTo>
                <a:cubicBezTo>
                  <a:pt x="113" y="127"/>
                  <a:pt x="106" y="132"/>
                  <a:pt x="97" y="135"/>
                </a:cubicBezTo>
                <a:cubicBezTo>
                  <a:pt x="89" y="139"/>
                  <a:pt x="80" y="141"/>
                  <a:pt x="70" y="141"/>
                </a:cubicBezTo>
                <a:cubicBezTo>
                  <a:pt x="61" y="141"/>
                  <a:pt x="52" y="139"/>
                  <a:pt x="44" y="135"/>
                </a:cubicBezTo>
                <a:cubicBezTo>
                  <a:pt x="34" y="132"/>
                  <a:pt x="27" y="127"/>
                  <a:pt x="20" y="120"/>
                </a:cubicBezTo>
                <a:cubicBezTo>
                  <a:pt x="14" y="114"/>
                  <a:pt x="9" y="106"/>
                  <a:pt x="5" y="98"/>
                </a:cubicBezTo>
                <a:cubicBezTo>
                  <a:pt x="2" y="89"/>
                  <a:pt x="0" y="80"/>
                  <a:pt x="0" y="71"/>
                </a:cubicBezTo>
                <a:cubicBezTo>
                  <a:pt x="0" y="62"/>
                  <a:pt x="2" y="52"/>
                  <a:pt x="5" y="43"/>
                </a:cubicBezTo>
                <a:cubicBezTo>
                  <a:pt x="9" y="35"/>
                  <a:pt x="14" y="27"/>
                  <a:pt x="20" y="21"/>
                </a:cubicBezTo>
                <a:cubicBezTo>
                  <a:pt x="27" y="14"/>
                  <a:pt x="34" y="9"/>
                  <a:pt x="44" y="6"/>
                </a:cubicBezTo>
                <a:cubicBezTo>
                  <a:pt x="52" y="2"/>
                  <a:pt x="61" y="0"/>
                  <a:pt x="70" y="0"/>
                </a:cubicBezTo>
                <a:cubicBezTo>
                  <a:pt x="80" y="0"/>
                  <a:pt x="89" y="2"/>
                  <a:pt x="97" y="6"/>
                </a:cubicBezTo>
                <a:cubicBezTo>
                  <a:pt x="106" y="9"/>
                  <a:pt x="113" y="14"/>
                  <a:pt x="120" y="21"/>
                </a:cubicBezTo>
                <a:cubicBezTo>
                  <a:pt x="126" y="27"/>
                  <a:pt x="131" y="35"/>
                  <a:pt x="135" y="43"/>
                </a:cubicBezTo>
                <a:cubicBezTo>
                  <a:pt x="138" y="52"/>
                  <a:pt x="140" y="62"/>
                  <a:pt x="140" y="71"/>
                </a:cubicBezTo>
                <a:close/>
              </a:path>
            </a:pathLst>
          </a:custGeom>
          <a:solidFill>
            <a:srgbClr val="D1D5DC"/>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51" name="テキスト ボックス 550"/>
          <p:cNvSpPr txBox="1"/>
          <p:nvPr/>
        </p:nvSpPr>
        <p:spPr>
          <a:xfrm>
            <a:off x="1103040" y="1800360"/>
            <a:ext cx="2414520" cy="244080"/>
          </a:xfrm>
          <a:prstGeom prst="rect">
            <a:avLst/>
          </a:prstGeom>
          <a:noFill/>
          <a:ln w="0">
            <a:noFill/>
          </a:ln>
        </p:spPr>
        <p:txBody>
          <a:bodyPr wrap="none" lIns="0" tIns="0" rIns="0" bIns="0" anchor="t">
            <a:spAutoFit/>
          </a:bodyPr>
          <a:lstStyle/>
          <a:p>
            <a:r>
              <a:rPr lang="en-US" sz="1320" b="0" u="none" strike="noStrike">
                <a:solidFill>
                  <a:srgbClr val="FFFFFF"/>
                </a:solidFill>
                <a:effectLst/>
                <a:uFillTx/>
                <a:latin typeface="NotoSansJP"/>
                <a:ea typeface="NotoSansJP"/>
              </a:rPr>
              <a:t>AI</a:t>
            </a:r>
            <a:r>
              <a:rPr lang="zh-CN" sz="1320" b="0" u="none" strike="noStrike">
                <a:solidFill>
                  <a:srgbClr val="FFFFFF"/>
                </a:solidFill>
                <a:effectLst/>
                <a:uFillTx/>
                <a:latin typeface="NotoSansJP"/>
                <a:ea typeface="NotoSansJP"/>
              </a:rPr>
              <a:t>の説明可能性（</a:t>
            </a:r>
            <a:r>
              <a:rPr lang="en-US" sz="1320" b="0" u="none" strike="noStrike">
                <a:solidFill>
                  <a:srgbClr val="FFFFFF"/>
                </a:solidFill>
                <a:effectLst/>
                <a:uFillTx/>
                <a:latin typeface="NotoSansJP"/>
                <a:ea typeface="NotoSansJP"/>
              </a:rPr>
              <a:t>XAI</a:t>
            </a:r>
            <a:r>
              <a:rPr lang="zh-CN" sz="1320" b="0" u="none" strike="noStrike">
                <a:solidFill>
                  <a:srgbClr val="FFFFFF"/>
                </a:solidFill>
                <a:effectLst/>
                <a:uFillTx/>
                <a:latin typeface="NotoSansJP"/>
                <a:ea typeface="NotoSansJP"/>
              </a:rPr>
              <a:t>）の欠如</a:t>
            </a:r>
            <a:endParaRPr lang="en-US" sz="1320" b="0" u="none" strike="noStrike">
              <a:solidFill>
                <a:srgbClr val="000000"/>
              </a:solidFill>
              <a:effectLst/>
              <a:uFillTx/>
              <a:latin typeface="Times New Roman"/>
            </a:endParaRPr>
          </a:p>
        </p:txBody>
      </p:sp>
      <p:sp>
        <p:nvSpPr>
          <p:cNvPr id="552" name="テキスト ボックス 551"/>
          <p:cNvSpPr txBox="1"/>
          <p:nvPr/>
        </p:nvSpPr>
        <p:spPr>
          <a:xfrm>
            <a:off x="1270440" y="2107080"/>
            <a:ext cx="37558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ディープラーニングモデルは「ブラックボックス」と化しやす</a:t>
            </a:r>
            <a:endParaRPr lang="en-US" sz="1050" b="0" u="none" strike="noStrike">
              <a:solidFill>
                <a:srgbClr val="000000"/>
              </a:solidFill>
              <a:effectLst/>
              <a:uFillTx/>
              <a:latin typeface="Times New Roman"/>
            </a:endParaRPr>
          </a:p>
        </p:txBody>
      </p:sp>
      <p:sp>
        <p:nvSpPr>
          <p:cNvPr id="553" name="フリーフォーム: 図形 552"/>
          <p:cNvSpPr/>
          <p:nvPr/>
        </p:nvSpPr>
        <p:spPr>
          <a:xfrm>
            <a:off x="1111320" y="2590560"/>
            <a:ext cx="50400" cy="50400"/>
          </a:xfrm>
          <a:custGeom>
            <a:avLst/>
            <a:gdLst/>
            <a:ahLst/>
            <a:cxnLst/>
            <a:rect l="0" t="0" r="r" b="b"/>
            <a:pathLst>
              <a:path w="140" h="140">
                <a:moveTo>
                  <a:pt x="140" y="69"/>
                </a:moveTo>
                <a:cubicBezTo>
                  <a:pt x="140" y="78"/>
                  <a:pt x="138" y="87"/>
                  <a:pt x="135" y="96"/>
                </a:cubicBezTo>
                <a:cubicBezTo>
                  <a:pt x="131" y="105"/>
                  <a:pt x="126" y="113"/>
                  <a:pt x="120" y="119"/>
                </a:cubicBezTo>
                <a:cubicBezTo>
                  <a:pt x="113" y="126"/>
                  <a:pt x="106" y="131"/>
                  <a:pt x="97" y="135"/>
                </a:cubicBezTo>
                <a:cubicBezTo>
                  <a:pt x="89" y="138"/>
                  <a:pt x="80" y="140"/>
                  <a:pt x="70" y="140"/>
                </a:cubicBezTo>
                <a:cubicBezTo>
                  <a:pt x="61" y="140"/>
                  <a:pt x="52" y="138"/>
                  <a:pt x="44" y="135"/>
                </a:cubicBezTo>
                <a:cubicBezTo>
                  <a:pt x="34" y="131"/>
                  <a:pt x="27" y="126"/>
                  <a:pt x="20" y="119"/>
                </a:cubicBezTo>
                <a:cubicBezTo>
                  <a:pt x="14" y="113"/>
                  <a:pt x="9" y="105"/>
                  <a:pt x="5" y="96"/>
                </a:cubicBezTo>
                <a:cubicBezTo>
                  <a:pt x="2" y="87"/>
                  <a:pt x="0" y="78"/>
                  <a:pt x="0" y="69"/>
                </a:cubicBezTo>
                <a:cubicBezTo>
                  <a:pt x="0" y="60"/>
                  <a:pt x="2" y="51"/>
                  <a:pt x="5" y="43"/>
                </a:cubicBezTo>
                <a:cubicBezTo>
                  <a:pt x="9" y="34"/>
                  <a:pt x="14" y="26"/>
                  <a:pt x="20" y="20"/>
                </a:cubicBezTo>
                <a:cubicBezTo>
                  <a:pt x="27" y="13"/>
                  <a:pt x="34" y="8"/>
                  <a:pt x="44" y="5"/>
                </a:cubicBezTo>
                <a:cubicBezTo>
                  <a:pt x="52" y="1"/>
                  <a:pt x="61" y="0"/>
                  <a:pt x="70" y="0"/>
                </a:cubicBezTo>
                <a:cubicBezTo>
                  <a:pt x="80" y="0"/>
                  <a:pt x="89" y="1"/>
                  <a:pt x="97" y="5"/>
                </a:cubicBezTo>
                <a:cubicBezTo>
                  <a:pt x="106" y="8"/>
                  <a:pt x="113" y="13"/>
                  <a:pt x="120" y="20"/>
                </a:cubicBezTo>
                <a:cubicBezTo>
                  <a:pt x="126" y="26"/>
                  <a:pt x="131" y="34"/>
                  <a:pt x="135" y="43"/>
                </a:cubicBezTo>
                <a:cubicBezTo>
                  <a:pt x="138" y="51"/>
                  <a:pt x="140" y="60"/>
                  <a:pt x="140" y="69"/>
                </a:cubicBezTo>
                <a:close/>
              </a:path>
            </a:pathLst>
          </a:custGeom>
          <a:solidFill>
            <a:srgbClr val="D1D5DC"/>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54" name="テキスト ボックス 553"/>
          <p:cNvSpPr txBox="1"/>
          <p:nvPr/>
        </p:nvSpPr>
        <p:spPr>
          <a:xfrm>
            <a:off x="1270440" y="2307600"/>
            <a:ext cx="1350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い</a:t>
            </a:r>
            <a:endParaRPr lang="en-US" sz="1050" b="0" u="none" strike="noStrike">
              <a:solidFill>
                <a:srgbClr val="000000"/>
              </a:solidFill>
              <a:effectLst/>
              <a:uFillTx/>
              <a:latin typeface="Times New Roman"/>
            </a:endParaRPr>
          </a:p>
        </p:txBody>
      </p:sp>
      <p:sp>
        <p:nvSpPr>
          <p:cNvPr id="555" name="フリーフォーム: 図形 554"/>
          <p:cNvSpPr/>
          <p:nvPr/>
        </p:nvSpPr>
        <p:spPr>
          <a:xfrm>
            <a:off x="1111320" y="2824560"/>
            <a:ext cx="50400" cy="50400"/>
          </a:xfrm>
          <a:custGeom>
            <a:avLst/>
            <a:gdLst/>
            <a:ahLst/>
            <a:cxnLst/>
            <a:rect l="0" t="0" r="r" b="b"/>
            <a:pathLst>
              <a:path w="140" h="140">
                <a:moveTo>
                  <a:pt x="140" y="70"/>
                </a:moveTo>
                <a:cubicBezTo>
                  <a:pt x="140" y="79"/>
                  <a:pt x="138" y="88"/>
                  <a:pt x="135" y="97"/>
                </a:cubicBezTo>
                <a:cubicBezTo>
                  <a:pt x="131" y="105"/>
                  <a:pt x="126" y="113"/>
                  <a:pt x="120" y="119"/>
                </a:cubicBezTo>
                <a:cubicBezTo>
                  <a:pt x="113" y="126"/>
                  <a:pt x="106" y="131"/>
                  <a:pt x="97" y="134"/>
                </a:cubicBezTo>
                <a:cubicBezTo>
                  <a:pt x="89" y="138"/>
                  <a:pt x="80" y="140"/>
                  <a:pt x="70" y="140"/>
                </a:cubicBezTo>
                <a:cubicBezTo>
                  <a:pt x="61" y="140"/>
                  <a:pt x="52" y="138"/>
                  <a:pt x="44" y="134"/>
                </a:cubicBezTo>
                <a:cubicBezTo>
                  <a:pt x="34" y="131"/>
                  <a:pt x="27" y="126"/>
                  <a:pt x="20" y="119"/>
                </a:cubicBezTo>
                <a:cubicBezTo>
                  <a:pt x="14" y="113"/>
                  <a:pt x="9" y="105"/>
                  <a:pt x="5" y="97"/>
                </a:cubicBezTo>
                <a:cubicBezTo>
                  <a:pt x="2" y="88"/>
                  <a:pt x="0" y="79"/>
                  <a:pt x="0" y="70"/>
                </a:cubicBezTo>
                <a:cubicBezTo>
                  <a:pt x="0" y="61"/>
                  <a:pt x="2" y="52"/>
                  <a:pt x="5" y="44"/>
                </a:cubicBezTo>
                <a:cubicBezTo>
                  <a:pt x="9" y="35"/>
                  <a:pt x="14" y="27"/>
                  <a:pt x="20" y="21"/>
                </a:cubicBezTo>
                <a:cubicBezTo>
                  <a:pt x="27" y="14"/>
                  <a:pt x="34" y="9"/>
                  <a:pt x="44" y="5"/>
                </a:cubicBezTo>
                <a:cubicBezTo>
                  <a:pt x="52" y="1"/>
                  <a:pt x="61" y="0"/>
                  <a:pt x="70" y="0"/>
                </a:cubicBezTo>
                <a:cubicBezTo>
                  <a:pt x="80" y="0"/>
                  <a:pt x="89" y="1"/>
                  <a:pt x="97" y="5"/>
                </a:cubicBezTo>
                <a:cubicBezTo>
                  <a:pt x="106" y="9"/>
                  <a:pt x="113" y="14"/>
                  <a:pt x="120" y="21"/>
                </a:cubicBezTo>
                <a:cubicBezTo>
                  <a:pt x="126" y="27"/>
                  <a:pt x="131" y="35"/>
                  <a:pt x="135" y="44"/>
                </a:cubicBezTo>
                <a:cubicBezTo>
                  <a:pt x="138" y="52"/>
                  <a:pt x="140" y="61"/>
                  <a:pt x="140" y="70"/>
                </a:cubicBezTo>
                <a:close/>
              </a:path>
            </a:pathLst>
          </a:custGeom>
          <a:solidFill>
            <a:srgbClr val="D1D5DC"/>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56" name="テキスト ボックス 555"/>
          <p:cNvSpPr txBox="1"/>
          <p:nvPr/>
        </p:nvSpPr>
        <p:spPr>
          <a:xfrm>
            <a:off x="1270440" y="2541600"/>
            <a:ext cx="36216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判断（急ブレーキ、回避行動など）の根拠を人間が理解困難</a:t>
            </a:r>
            <a:endParaRPr lang="en-US" sz="1050" b="0" u="none" strike="noStrike">
              <a:solidFill>
                <a:srgbClr val="000000"/>
              </a:solidFill>
              <a:effectLst/>
              <a:uFillTx/>
              <a:latin typeface="Times New Roman"/>
            </a:endParaRPr>
          </a:p>
        </p:txBody>
      </p:sp>
      <p:sp>
        <p:nvSpPr>
          <p:cNvPr id="557" name="テキスト ボックス 556"/>
          <p:cNvSpPr txBox="1"/>
          <p:nvPr/>
        </p:nvSpPr>
        <p:spPr>
          <a:xfrm>
            <a:off x="1270440" y="2775600"/>
            <a:ext cx="38232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事故発生時の原因究明や社会的信頼確保のため、</a:t>
            </a:r>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の判断プロ</a:t>
            </a:r>
            <a:endParaRPr lang="en-US" sz="1050" b="0" u="none" strike="noStrike">
              <a:solidFill>
                <a:srgbClr val="000000"/>
              </a:solidFill>
              <a:effectLst/>
              <a:uFillTx/>
              <a:latin typeface="Times New Roman"/>
            </a:endParaRPr>
          </a:p>
        </p:txBody>
      </p:sp>
      <p:sp>
        <p:nvSpPr>
          <p:cNvPr id="558" name="フリーフォーム: 図形 557"/>
          <p:cNvSpPr/>
          <p:nvPr/>
        </p:nvSpPr>
        <p:spPr>
          <a:xfrm>
            <a:off x="5047200" y="1487160"/>
            <a:ext cx="251280" cy="251280"/>
          </a:xfrm>
          <a:custGeom>
            <a:avLst/>
            <a:gdLst/>
            <a:ahLst/>
            <a:cxnLst/>
            <a:rect l="0" t="0" r="r" b="b"/>
            <a:pathLst>
              <a:path w="698" h="698">
                <a:moveTo>
                  <a:pt x="698" y="349"/>
                </a:moveTo>
                <a:cubicBezTo>
                  <a:pt x="698" y="371"/>
                  <a:pt x="695" y="395"/>
                  <a:pt x="691" y="418"/>
                </a:cubicBezTo>
                <a:cubicBezTo>
                  <a:pt x="686" y="440"/>
                  <a:pt x="680" y="462"/>
                  <a:pt x="671" y="483"/>
                </a:cubicBezTo>
                <a:cubicBezTo>
                  <a:pt x="662" y="504"/>
                  <a:pt x="652" y="524"/>
                  <a:pt x="639" y="543"/>
                </a:cubicBezTo>
                <a:cubicBezTo>
                  <a:pt x="626" y="562"/>
                  <a:pt x="612" y="580"/>
                  <a:pt x="596" y="596"/>
                </a:cubicBezTo>
                <a:cubicBezTo>
                  <a:pt x="579" y="612"/>
                  <a:pt x="562" y="626"/>
                  <a:pt x="543" y="639"/>
                </a:cubicBezTo>
                <a:cubicBezTo>
                  <a:pt x="524" y="652"/>
                  <a:pt x="504" y="663"/>
                  <a:pt x="483" y="671"/>
                </a:cubicBezTo>
                <a:cubicBezTo>
                  <a:pt x="462" y="680"/>
                  <a:pt x="440" y="687"/>
                  <a:pt x="417" y="691"/>
                </a:cubicBezTo>
                <a:cubicBezTo>
                  <a:pt x="395" y="696"/>
                  <a:pt x="372" y="698"/>
                  <a:pt x="349" y="698"/>
                </a:cubicBezTo>
                <a:cubicBezTo>
                  <a:pt x="327" y="698"/>
                  <a:pt x="304" y="696"/>
                  <a:pt x="281" y="691"/>
                </a:cubicBezTo>
                <a:cubicBezTo>
                  <a:pt x="259" y="687"/>
                  <a:pt x="236" y="680"/>
                  <a:pt x="215" y="671"/>
                </a:cubicBezTo>
                <a:cubicBezTo>
                  <a:pt x="194" y="663"/>
                  <a:pt x="174" y="652"/>
                  <a:pt x="155" y="639"/>
                </a:cubicBezTo>
                <a:cubicBezTo>
                  <a:pt x="136" y="626"/>
                  <a:pt x="118" y="612"/>
                  <a:pt x="102" y="596"/>
                </a:cubicBezTo>
                <a:cubicBezTo>
                  <a:pt x="86" y="580"/>
                  <a:pt x="72" y="562"/>
                  <a:pt x="59" y="543"/>
                </a:cubicBezTo>
                <a:cubicBezTo>
                  <a:pt x="46" y="524"/>
                  <a:pt x="35" y="504"/>
                  <a:pt x="27" y="483"/>
                </a:cubicBezTo>
                <a:cubicBezTo>
                  <a:pt x="18" y="462"/>
                  <a:pt x="11" y="440"/>
                  <a:pt x="7" y="418"/>
                </a:cubicBezTo>
                <a:cubicBezTo>
                  <a:pt x="2" y="395"/>
                  <a:pt x="0" y="371"/>
                  <a:pt x="0" y="349"/>
                </a:cubicBezTo>
                <a:cubicBezTo>
                  <a:pt x="0" y="326"/>
                  <a:pt x="2" y="303"/>
                  <a:pt x="7" y="281"/>
                </a:cubicBezTo>
                <a:cubicBezTo>
                  <a:pt x="11" y="258"/>
                  <a:pt x="18" y="236"/>
                  <a:pt x="27" y="215"/>
                </a:cubicBezTo>
                <a:cubicBezTo>
                  <a:pt x="35" y="194"/>
                  <a:pt x="46" y="174"/>
                  <a:pt x="59" y="155"/>
                </a:cubicBezTo>
                <a:cubicBezTo>
                  <a:pt x="72" y="136"/>
                  <a:pt x="86" y="119"/>
                  <a:pt x="102" y="102"/>
                </a:cubicBezTo>
                <a:cubicBezTo>
                  <a:pt x="118" y="86"/>
                  <a:pt x="136" y="72"/>
                  <a:pt x="155" y="59"/>
                </a:cubicBezTo>
                <a:cubicBezTo>
                  <a:pt x="174" y="46"/>
                  <a:pt x="194" y="36"/>
                  <a:pt x="215" y="27"/>
                </a:cubicBezTo>
                <a:cubicBezTo>
                  <a:pt x="236" y="18"/>
                  <a:pt x="259" y="12"/>
                  <a:pt x="281" y="7"/>
                </a:cubicBezTo>
                <a:cubicBezTo>
                  <a:pt x="304" y="3"/>
                  <a:pt x="327" y="0"/>
                  <a:pt x="349" y="0"/>
                </a:cubicBezTo>
                <a:cubicBezTo>
                  <a:pt x="372" y="0"/>
                  <a:pt x="395" y="3"/>
                  <a:pt x="417" y="7"/>
                </a:cubicBezTo>
                <a:cubicBezTo>
                  <a:pt x="440" y="12"/>
                  <a:pt x="462" y="18"/>
                  <a:pt x="483" y="27"/>
                </a:cubicBezTo>
                <a:cubicBezTo>
                  <a:pt x="504" y="36"/>
                  <a:pt x="524" y="46"/>
                  <a:pt x="543" y="59"/>
                </a:cubicBezTo>
                <a:cubicBezTo>
                  <a:pt x="562" y="72"/>
                  <a:pt x="579" y="86"/>
                  <a:pt x="596" y="102"/>
                </a:cubicBezTo>
                <a:cubicBezTo>
                  <a:pt x="612" y="119"/>
                  <a:pt x="626" y="136"/>
                  <a:pt x="639" y="155"/>
                </a:cubicBezTo>
                <a:cubicBezTo>
                  <a:pt x="652" y="174"/>
                  <a:pt x="662" y="194"/>
                  <a:pt x="671" y="215"/>
                </a:cubicBezTo>
                <a:cubicBezTo>
                  <a:pt x="680" y="236"/>
                  <a:pt x="686" y="258"/>
                  <a:pt x="691" y="281"/>
                </a:cubicBezTo>
                <a:cubicBezTo>
                  <a:pt x="695" y="303"/>
                  <a:pt x="698" y="326"/>
                  <a:pt x="698" y="349"/>
                </a:cubicBez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59" name="テキスト ボックス 558"/>
          <p:cNvSpPr txBox="1"/>
          <p:nvPr/>
        </p:nvSpPr>
        <p:spPr>
          <a:xfrm>
            <a:off x="1270440" y="2976120"/>
            <a:ext cx="35704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セスを可視化する技術（</a:t>
            </a:r>
            <a:r>
              <a:rPr lang="en-US" sz="1050" b="0" u="none" strike="noStrike">
                <a:solidFill>
                  <a:srgbClr val="D1D5DC"/>
                </a:solidFill>
                <a:effectLst/>
                <a:uFillTx/>
                <a:latin typeface="NotoSansJP"/>
                <a:ea typeface="NotoSansJP"/>
              </a:rPr>
              <a:t>Explainable AI</a:t>
            </a:r>
            <a:r>
              <a:rPr lang="zh-CN" sz="1050" b="0" u="none" strike="noStrike">
                <a:solidFill>
                  <a:srgbClr val="D1D5DC"/>
                </a:solidFill>
                <a:effectLst/>
                <a:uFillTx/>
                <a:latin typeface="NotoSansJP"/>
                <a:ea typeface="NotoSansJP"/>
              </a:rPr>
              <a:t>）の確立が不可欠</a:t>
            </a:r>
            <a:endParaRPr lang="en-US" sz="1050" b="0" u="none" strike="noStrike">
              <a:solidFill>
                <a:srgbClr val="000000"/>
              </a:solidFill>
              <a:effectLst/>
              <a:uFillTx/>
              <a:latin typeface="Times New Roman"/>
            </a:endParaRPr>
          </a:p>
        </p:txBody>
      </p:sp>
      <p:sp>
        <p:nvSpPr>
          <p:cNvPr id="560" name="フリーフォーム: 図形 559"/>
          <p:cNvSpPr/>
          <p:nvPr/>
        </p:nvSpPr>
        <p:spPr>
          <a:xfrm>
            <a:off x="5498640" y="1571040"/>
            <a:ext cx="4797000" cy="1888920"/>
          </a:xfrm>
          <a:custGeom>
            <a:avLst/>
            <a:gdLst/>
            <a:ahLst/>
            <a:cxnLst/>
            <a:rect l="0" t="0" r="r" b="b"/>
            <a:pathLst>
              <a:path w="13325" h="5247">
                <a:moveTo>
                  <a:pt x="0" y="5061"/>
                </a:moveTo>
                <a:lnTo>
                  <a:pt x="0" y="185"/>
                </a:lnTo>
                <a:cubicBezTo>
                  <a:pt x="0" y="173"/>
                  <a:pt x="1" y="161"/>
                  <a:pt x="2" y="149"/>
                </a:cubicBezTo>
                <a:cubicBezTo>
                  <a:pt x="4" y="137"/>
                  <a:pt x="7" y="125"/>
                  <a:pt x="10" y="114"/>
                </a:cubicBezTo>
                <a:cubicBezTo>
                  <a:pt x="14" y="103"/>
                  <a:pt x="18" y="92"/>
                  <a:pt x="23" y="82"/>
                </a:cubicBezTo>
                <a:cubicBezTo>
                  <a:pt x="28" y="72"/>
                  <a:pt x="34" y="63"/>
                  <a:pt x="40" y="54"/>
                </a:cubicBezTo>
                <a:cubicBezTo>
                  <a:pt x="47" y="45"/>
                  <a:pt x="54" y="38"/>
                  <a:pt x="62" y="31"/>
                </a:cubicBezTo>
                <a:cubicBezTo>
                  <a:pt x="69" y="24"/>
                  <a:pt x="77" y="18"/>
                  <a:pt x="86" y="14"/>
                </a:cubicBezTo>
                <a:cubicBezTo>
                  <a:pt x="94" y="9"/>
                  <a:pt x="103" y="6"/>
                  <a:pt x="112" y="3"/>
                </a:cubicBezTo>
                <a:cubicBezTo>
                  <a:pt x="121" y="1"/>
                  <a:pt x="130" y="0"/>
                  <a:pt x="139" y="0"/>
                </a:cubicBezTo>
                <a:lnTo>
                  <a:pt x="13139" y="0"/>
                </a:lnTo>
                <a:cubicBezTo>
                  <a:pt x="13151" y="0"/>
                  <a:pt x="13164" y="1"/>
                  <a:pt x="13176" y="3"/>
                </a:cubicBezTo>
                <a:cubicBezTo>
                  <a:pt x="13187" y="6"/>
                  <a:pt x="13199" y="9"/>
                  <a:pt x="13210" y="14"/>
                </a:cubicBezTo>
                <a:cubicBezTo>
                  <a:pt x="13222" y="18"/>
                  <a:pt x="13232" y="24"/>
                  <a:pt x="13242" y="31"/>
                </a:cubicBezTo>
                <a:cubicBezTo>
                  <a:pt x="13253" y="38"/>
                  <a:pt x="13262" y="45"/>
                  <a:pt x="13271" y="54"/>
                </a:cubicBezTo>
                <a:cubicBezTo>
                  <a:pt x="13279" y="63"/>
                  <a:pt x="13287" y="72"/>
                  <a:pt x="13294" y="82"/>
                </a:cubicBezTo>
                <a:cubicBezTo>
                  <a:pt x="13300" y="92"/>
                  <a:pt x="13306" y="103"/>
                  <a:pt x="13311" y="114"/>
                </a:cubicBezTo>
                <a:cubicBezTo>
                  <a:pt x="13316" y="125"/>
                  <a:pt x="13319" y="137"/>
                  <a:pt x="13321" y="149"/>
                </a:cubicBezTo>
                <a:cubicBezTo>
                  <a:pt x="13324" y="161"/>
                  <a:pt x="13325" y="173"/>
                  <a:pt x="13325" y="185"/>
                </a:cubicBezTo>
                <a:lnTo>
                  <a:pt x="13325" y="5061"/>
                </a:lnTo>
                <a:cubicBezTo>
                  <a:pt x="13325" y="5073"/>
                  <a:pt x="13324" y="5085"/>
                  <a:pt x="13321" y="5097"/>
                </a:cubicBezTo>
                <a:cubicBezTo>
                  <a:pt x="13319" y="5109"/>
                  <a:pt x="13316" y="5121"/>
                  <a:pt x="13311" y="5132"/>
                </a:cubicBezTo>
                <a:cubicBezTo>
                  <a:pt x="13306" y="5143"/>
                  <a:pt x="13300" y="5154"/>
                  <a:pt x="13294" y="5164"/>
                </a:cubicBezTo>
                <a:cubicBezTo>
                  <a:pt x="13287" y="5174"/>
                  <a:pt x="13279" y="5184"/>
                  <a:pt x="13271" y="5192"/>
                </a:cubicBezTo>
                <a:cubicBezTo>
                  <a:pt x="13262" y="5201"/>
                  <a:pt x="13253" y="5209"/>
                  <a:pt x="13242" y="5215"/>
                </a:cubicBezTo>
                <a:cubicBezTo>
                  <a:pt x="13232" y="5222"/>
                  <a:pt x="13222" y="5228"/>
                  <a:pt x="13210" y="5233"/>
                </a:cubicBezTo>
                <a:cubicBezTo>
                  <a:pt x="13199" y="5237"/>
                  <a:pt x="13187" y="5241"/>
                  <a:pt x="13176" y="5243"/>
                </a:cubicBezTo>
                <a:cubicBezTo>
                  <a:pt x="13164" y="5246"/>
                  <a:pt x="13151" y="5247"/>
                  <a:pt x="13139" y="5247"/>
                </a:cubicBezTo>
                <a:lnTo>
                  <a:pt x="139" y="5247"/>
                </a:lnTo>
                <a:cubicBezTo>
                  <a:pt x="130" y="5247"/>
                  <a:pt x="121" y="5246"/>
                  <a:pt x="112" y="5243"/>
                </a:cubicBezTo>
                <a:cubicBezTo>
                  <a:pt x="103" y="5241"/>
                  <a:pt x="94" y="5237"/>
                  <a:pt x="86" y="5233"/>
                </a:cubicBezTo>
                <a:cubicBezTo>
                  <a:pt x="77" y="5228"/>
                  <a:pt x="69" y="5222"/>
                  <a:pt x="62" y="5215"/>
                </a:cubicBezTo>
                <a:cubicBezTo>
                  <a:pt x="54" y="5209"/>
                  <a:pt x="47" y="5201"/>
                  <a:pt x="40" y="5192"/>
                </a:cubicBezTo>
                <a:cubicBezTo>
                  <a:pt x="34" y="5184"/>
                  <a:pt x="28" y="5174"/>
                  <a:pt x="23" y="5164"/>
                </a:cubicBezTo>
                <a:cubicBezTo>
                  <a:pt x="18" y="5154"/>
                  <a:pt x="14" y="5143"/>
                  <a:pt x="10" y="5132"/>
                </a:cubicBezTo>
                <a:cubicBezTo>
                  <a:pt x="7" y="5121"/>
                  <a:pt x="4" y="5109"/>
                  <a:pt x="2" y="5097"/>
                </a:cubicBezTo>
                <a:cubicBezTo>
                  <a:pt x="1" y="5085"/>
                  <a:pt x="0" y="5073"/>
                  <a:pt x="0" y="5061"/>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61" name="フリーフォーム: 図形 560"/>
          <p:cNvSpPr/>
          <p:nvPr/>
        </p:nvSpPr>
        <p:spPr>
          <a:xfrm>
            <a:off x="5481720" y="1571040"/>
            <a:ext cx="67320" cy="1888920"/>
          </a:xfrm>
          <a:custGeom>
            <a:avLst/>
            <a:gdLst/>
            <a:ahLst/>
            <a:cxnLst/>
            <a:rect l="0" t="0" r="r" b="b"/>
            <a:pathLst>
              <a:path w="187" h="5247">
                <a:moveTo>
                  <a:pt x="151" y="14"/>
                </a:moveTo>
                <a:cubicBezTo>
                  <a:pt x="140" y="23"/>
                  <a:pt x="130" y="37"/>
                  <a:pt x="121" y="54"/>
                </a:cubicBezTo>
                <a:cubicBezTo>
                  <a:pt x="113" y="71"/>
                  <a:pt x="106" y="91"/>
                  <a:pt x="101" y="114"/>
                </a:cubicBezTo>
                <a:cubicBezTo>
                  <a:pt x="96" y="137"/>
                  <a:pt x="94" y="161"/>
                  <a:pt x="94" y="185"/>
                </a:cubicBezTo>
                <a:lnTo>
                  <a:pt x="94" y="5061"/>
                </a:lnTo>
                <a:cubicBezTo>
                  <a:pt x="94" y="5086"/>
                  <a:pt x="96" y="5109"/>
                  <a:pt x="101" y="5132"/>
                </a:cubicBezTo>
                <a:cubicBezTo>
                  <a:pt x="106" y="5155"/>
                  <a:pt x="113" y="5175"/>
                  <a:pt x="121" y="5192"/>
                </a:cubicBezTo>
                <a:cubicBezTo>
                  <a:pt x="130" y="5210"/>
                  <a:pt x="140" y="5223"/>
                  <a:pt x="151" y="5233"/>
                </a:cubicBezTo>
                <a:cubicBezTo>
                  <a:pt x="163" y="5242"/>
                  <a:pt x="175" y="5247"/>
                  <a:pt x="187" y="5247"/>
                </a:cubicBezTo>
                <a:cubicBezTo>
                  <a:pt x="162" y="5247"/>
                  <a:pt x="139" y="5242"/>
                  <a:pt x="116" y="5233"/>
                </a:cubicBezTo>
                <a:cubicBezTo>
                  <a:pt x="93" y="5223"/>
                  <a:pt x="73" y="5210"/>
                  <a:pt x="56" y="5192"/>
                </a:cubicBezTo>
                <a:cubicBezTo>
                  <a:pt x="38" y="5175"/>
                  <a:pt x="24" y="5155"/>
                  <a:pt x="14" y="5132"/>
                </a:cubicBezTo>
                <a:cubicBezTo>
                  <a:pt x="5" y="5109"/>
                  <a:pt x="0" y="5086"/>
                  <a:pt x="0" y="5061"/>
                </a:cubicBezTo>
                <a:lnTo>
                  <a:pt x="0" y="185"/>
                </a:lnTo>
                <a:cubicBezTo>
                  <a:pt x="0" y="161"/>
                  <a:pt x="5" y="137"/>
                  <a:pt x="14" y="114"/>
                </a:cubicBezTo>
                <a:cubicBezTo>
                  <a:pt x="24" y="91"/>
                  <a:pt x="38" y="71"/>
                  <a:pt x="56" y="54"/>
                </a:cubicBezTo>
                <a:cubicBezTo>
                  <a:pt x="73" y="37"/>
                  <a:pt x="93" y="23"/>
                  <a:pt x="116" y="14"/>
                </a:cubicBezTo>
                <a:cubicBezTo>
                  <a:pt x="139" y="4"/>
                  <a:pt x="162" y="0"/>
                  <a:pt x="187" y="0"/>
                </a:cubicBezTo>
                <a:cubicBezTo>
                  <a:pt x="175" y="0"/>
                  <a:pt x="163" y="4"/>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62" name="フリーフォーム: 図形 561"/>
          <p:cNvSpPr/>
          <p:nvPr/>
        </p:nvSpPr>
        <p:spPr>
          <a:xfrm>
            <a:off x="5715720" y="1771560"/>
            <a:ext cx="393120" cy="501480"/>
          </a:xfrm>
          <a:custGeom>
            <a:avLst/>
            <a:gdLst/>
            <a:ahLst/>
            <a:cxnLst/>
            <a:rect l="0" t="0" r="r" b="b"/>
            <a:pathLst>
              <a:path w="1092" h="1393">
                <a:moveTo>
                  <a:pt x="0" y="696"/>
                </a:moveTo>
                <a:cubicBezTo>
                  <a:pt x="0" y="673"/>
                  <a:pt x="1" y="650"/>
                  <a:pt x="3" y="628"/>
                </a:cubicBezTo>
                <a:cubicBezTo>
                  <a:pt x="5" y="605"/>
                  <a:pt x="7" y="582"/>
                  <a:pt x="11" y="560"/>
                </a:cubicBezTo>
                <a:cubicBezTo>
                  <a:pt x="14" y="538"/>
                  <a:pt x="19" y="516"/>
                  <a:pt x="24" y="494"/>
                </a:cubicBezTo>
                <a:cubicBezTo>
                  <a:pt x="29" y="472"/>
                  <a:pt x="35" y="450"/>
                  <a:pt x="42" y="429"/>
                </a:cubicBezTo>
                <a:cubicBezTo>
                  <a:pt x="49" y="408"/>
                  <a:pt x="56" y="388"/>
                  <a:pt x="65" y="368"/>
                </a:cubicBezTo>
                <a:cubicBezTo>
                  <a:pt x="73" y="348"/>
                  <a:pt x="82" y="328"/>
                  <a:pt x="92" y="309"/>
                </a:cubicBezTo>
                <a:cubicBezTo>
                  <a:pt x="102" y="290"/>
                  <a:pt x="113" y="272"/>
                  <a:pt x="124" y="254"/>
                </a:cubicBezTo>
                <a:cubicBezTo>
                  <a:pt x="135" y="237"/>
                  <a:pt x="147" y="220"/>
                  <a:pt x="160" y="204"/>
                </a:cubicBezTo>
                <a:cubicBezTo>
                  <a:pt x="173" y="187"/>
                  <a:pt x="186" y="172"/>
                  <a:pt x="200" y="158"/>
                </a:cubicBezTo>
                <a:cubicBezTo>
                  <a:pt x="213" y="143"/>
                  <a:pt x="228" y="130"/>
                  <a:pt x="243" y="117"/>
                </a:cubicBezTo>
                <a:cubicBezTo>
                  <a:pt x="258" y="104"/>
                  <a:pt x="273" y="93"/>
                  <a:pt x="289" y="82"/>
                </a:cubicBezTo>
                <a:cubicBezTo>
                  <a:pt x="304" y="71"/>
                  <a:pt x="320" y="61"/>
                  <a:pt x="337" y="53"/>
                </a:cubicBezTo>
                <a:cubicBezTo>
                  <a:pt x="353" y="44"/>
                  <a:pt x="370" y="36"/>
                  <a:pt x="387" y="30"/>
                </a:cubicBezTo>
                <a:cubicBezTo>
                  <a:pt x="404" y="23"/>
                  <a:pt x="422" y="17"/>
                  <a:pt x="439" y="13"/>
                </a:cubicBezTo>
                <a:cubicBezTo>
                  <a:pt x="457" y="9"/>
                  <a:pt x="474" y="5"/>
                  <a:pt x="492" y="3"/>
                </a:cubicBezTo>
                <a:cubicBezTo>
                  <a:pt x="510" y="1"/>
                  <a:pt x="528" y="0"/>
                  <a:pt x="546" y="0"/>
                </a:cubicBezTo>
                <a:cubicBezTo>
                  <a:pt x="564" y="0"/>
                  <a:pt x="581" y="1"/>
                  <a:pt x="599" y="3"/>
                </a:cubicBezTo>
                <a:cubicBezTo>
                  <a:pt x="617" y="5"/>
                  <a:pt x="635" y="9"/>
                  <a:pt x="652" y="13"/>
                </a:cubicBezTo>
                <a:cubicBezTo>
                  <a:pt x="670" y="17"/>
                  <a:pt x="687" y="23"/>
                  <a:pt x="704" y="30"/>
                </a:cubicBezTo>
                <a:cubicBezTo>
                  <a:pt x="721" y="36"/>
                  <a:pt x="738" y="44"/>
                  <a:pt x="754" y="53"/>
                </a:cubicBezTo>
                <a:cubicBezTo>
                  <a:pt x="771" y="61"/>
                  <a:pt x="787" y="71"/>
                  <a:pt x="803" y="82"/>
                </a:cubicBezTo>
                <a:cubicBezTo>
                  <a:pt x="819" y="93"/>
                  <a:pt x="834" y="104"/>
                  <a:pt x="849" y="117"/>
                </a:cubicBezTo>
                <a:cubicBezTo>
                  <a:pt x="864" y="130"/>
                  <a:pt x="878" y="143"/>
                  <a:pt x="892" y="158"/>
                </a:cubicBezTo>
                <a:cubicBezTo>
                  <a:pt x="906" y="172"/>
                  <a:pt x="919" y="187"/>
                  <a:pt x="931" y="204"/>
                </a:cubicBezTo>
                <a:cubicBezTo>
                  <a:pt x="944" y="220"/>
                  <a:pt x="956" y="237"/>
                  <a:pt x="967" y="254"/>
                </a:cubicBezTo>
                <a:cubicBezTo>
                  <a:pt x="979" y="272"/>
                  <a:pt x="989" y="290"/>
                  <a:pt x="999" y="309"/>
                </a:cubicBezTo>
                <a:cubicBezTo>
                  <a:pt x="1009" y="328"/>
                  <a:pt x="1018" y="348"/>
                  <a:pt x="1027" y="368"/>
                </a:cubicBezTo>
                <a:cubicBezTo>
                  <a:pt x="1036" y="388"/>
                  <a:pt x="1044" y="408"/>
                  <a:pt x="1051" y="429"/>
                </a:cubicBezTo>
                <a:cubicBezTo>
                  <a:pt x="1058" y="450"/>
                  <a:pt x="1064" y="472"/>
                  <a:pt x="1069" y="494"/>
                </a:cubicBezTo>
                <a:cubicBezTo>
                  <a:pt x="1074" y="516"/>
                  <a:pt x="1078" y="538"/>
                  <a:pt x="1082" y="560"/>
                </a:cubicBezTo>
                <a:cubicBezTo>
                  <a:pt x="1085" y="582"/>
                  <a:pt x="1088" y="605"/>
                  <a:pt x="1090" y="628"/>
                </a:cubicBezTo>
                <a:cubicBezTo>
                  <a:pt x="1091" y="650"/>
                  <a:pt x="1092" y="673"/>
                  <a:pt x="1092" y="696"/>
                </a:cubicBezTo>
                <a:cubicBezTo>
                  <a:pt x="1092" y="719"/>
                  <a:pt x="1091" y="742"/>
                  <a:pt x="1090" y="765"/>
                </a:cubicBezTo>
                <a:cubicBezTo>
                  <a:pt x="1088" y="787"/>
                  <a:pt x="1085" y="810"/>
                  <a:pt x="1082" y="832"/>
                </a:cubicBezTo>
                <a:cubicBezTo>
                  <a:pt x="1078" y="854"/>
                  <a:pt x="1074" y="877"/>
                  <a:pt x="1069" y="898"/>
                </a:cubicBezTo>
                <a:cubicBezTo>
                  <a:pt x="1064" y="920"/>
                  <a:pt x="1058" y="942"/>
                  <a:pt x="1051" y="963"/>
                </a:cubicBezTo>
                <a:cubicBezTo>
                  <a:pt x="1044" y="984"/>
                  <a:pt x="1036" y="1004"/>
                  <a:pt x="1027" y="1024"/>
                </a:cubicBezTo>
                <a:cubicBezTo>
                  <a:pt x="1018" y="1045"/>
                  <a:pt x="1009" y="1064"/>
                  <a:pt x="999" y="1083"/>
                </a:cubicBezTo>
                <a:cubicBezTo>
                  <a:pt x="989" y="1102"/>
                  <a:pt x="979" y="1120"/>
                  <a:pt x="967" y="1138"/>
                </a:cubicBezTo>
                <a:cubicBezTo>
                  <a:pt x="956" y="1156"/>
                  <a:pt x="944" y="1172"/>
                  <a:pt x="931" y="1189"/>
                </a:cubicBezTo>
                <a:cubicBezTo>
                  <a:pt x="919" y="1205"/>
                  <a:pt x="906" y="1220"/>
                  <a:pt x="892" y="1234"/>
                </a:cubicBezTo>
                <a:cubicBezTo>
                  <a:pt x="878" y="1249"/>
                  <a:pt x="864" y="1262"/>
                  <a:pt x="849" y="1275"/>
                </a:cubicBezTo>
                <a:cubicBezTo>
                  <a:pt x="834" y="1288"/>
                  <a:pt x="819" y="1300"/>
                  <a:pt x="803" y="1310"/>
                </a:cubicBezTo>
                <a:cubicBezTo>
                  <a:pt x="787" y="1321"/>
                  <a:pt x="771" y="1331"/>
                  <a:pt x="754" y="1339"/>
                </a:cubicBezTo>
                <a:cubicBezTo>
                  <a:pt x="738" y="1349"/>
                  <a:pt x="721" y="1357"/>
                  <a:pt x="704" y="1363"/>
                </a:cubicBezTo>
                <a:cubicBezTo>
                  <a:pt x="687" y="1370"/>
                  <a:pt x="670" y="1376"/>
                  <a:pt x="652" y="1380"/>
                </a:cubicBezTo>
                <a:cubicBezTo>
                  <a:pt x="635" y="1385"/>
                  <a:pt x="617" y="1388"/>
                  <a:pt x="599" y="1390"/>
                </a:cubicBezTo>
                <a:cubicBezTo>
                  <a:pt x="581" y="1392"/>
                  <a:pt x="564" y="1393"/>
                  <a:pt x="546" y="1393"/>
                </a:cubicBezTo>
                <a:cubicBezTo>
                  <a:pt x="528" y="1393"/>
                  <a:pt x="510" y="1392"/>
                  <a:pt x="492" y="1390"/>
                </a:cubicBezTo>
                <a:cubicBezTo>
                  <a:pt x="474" y="1388"/>
                  <a:pt x="457" y="1385"/>
                  <a:pt x="439" y="1380"/>
                </a:cubicBezTo>
                <a:cubicBezTo>
                  <a:pt x="422" y="1376"/>
                  <a:pt x="404" y="1370"/>
                  <a:pt x="387" y="1363"/>
                </a:cubicBezTo>
                <a:cubicBezTo>
                  <a:pt x="370" y="1357"/>
                  <a:pt x="353" y="1349"/>
                  <a:pt x="337" y="1339"/>
                </a:cubicBezTo>
                <a:cubicBezTo>
                  <a:pt x="320" y="1331"/>
                  <a:pt x="304" y="1321"/>
                  <a:pt x="289" y="1310"/>
                </a:cubicBezTo>
                <a:cubicBezTo>
                  <a:pt x="273" y="1300"/>
                  <a:pt x="258" y="1288"/>
                  <a:pt x="243" y="1275"/>
                </a:cubicBezTo>
                <a:cubicBezTo>
                  <a:pt x="228" y="1262"/>
                  <a:pt x="213" y="1249"/>
                  <a:pt x="200" y="1234"/>
                </a:cubicBezTo>
                <a:cubicBezTo>
                  <a:pt x="186" y="1220"/>
                  <a:pt x="173" y="1205"/>
                  <a:pt x="160" y="1189"/>
                </a:cubicBezTo>
                <a:cubicBezTo>
                  <a:pt x="147" y="1172"/>
                  <a:pt x="135" y="1156"/>
                  <a:pt x="124" y="1138"/>
                </a:cubicBezTo>
                <a:cubicBezTo>
                  <a:pt x="113" y="1120"/>
                  <a:pt x="102" y="1102"/>
                  <a:pt x="92" y="1083"/>
                </a:cubicBezTo>
                <a:cubicBezTo>
                  <a:pt x="82" y="1064"/>
                  <a:pt x="73" y="1045"/>
                  <a:pt x="65" y="1024"/>
                </a:cubicBezTo>
                <a:cubicBezTo>
                  <a:pt x="56" y="1004"/>
                  <a:pt x="49" y="984"/>
                  <a:pt x="42" y="963"/>
                </a:cubicBezTo>
                <a:cubicBezTo>
                  <a:pt x="35" y="942"/>
                  <a:pt x="29" y="920"/>
                  <a:pt x="24" y="898"/>
                </a:cubicBezTo>
                <a:cubicBezTo>
                  <a:pt x="19" y="877"/>
                  <a:pt x="14" y="854"/>
                  <a:pt x="11" y="832"/>
                </a:cubicBezTo>
                <a:cubicBezTo>
                  <a:pt x="7" y="810"/>
                  <a:pt x="5" y="787"/>
                  <a:pt x="3" y="765"/>
                </a:cubicBezTo>
                <a:cubicBezTo>
                  <a:pt x="1" y="742"/>
                  <a:pt x="0" y="719"/>
                  <a:pt x="0" y="696"/>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63" name="図 562"/>
          <p:cNvPicPr/>
          <p:nvPr/>
        </p:nvPicPr>
        <p:blipFill>
          <a:blip r:embed="rId4"/>
          <a:stretch/>
        </p:blipFill>
        <p:spPr>
          <a:xfrm>
            <a:off x="5791320" y="1896840"/>
            <a:ext cx="250200" cy="250200"/>
          </a:xfrm>
          <a:prstGeom prst="rect">
            <a:avLst/>
          </a:prstGeom>
          <a:noFill/>
          <a:ln w="0">
            <a:noFill/>
          </a:ln>
        </p:spPr>
      </p:pic>
      <p:sp>
        <p:nvSpPr>
          <p:cNvPr id="564" name="テキスト ボックス 563"/>
          <p:cNvSpPr txBox="1"/>
          <p:nvPr/>
        </p:nvSpPr>
        <p:spPr>
          <a:xfrm>
            <a:off x="5135040" y="1547280"/>
            <a:ext cx="133200" cy="15732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1</a:t>
            </a:r>
            <a:endParaRPr lang="en-US" sz="1050" b="0" u="none" strike="noStrike">
              <a:solidFill>
                <a:srgbClr val="000000"/>
              </a:solidFill>
              <a:effectLst/>
              <a:uFillTx/>
              <a:latin typeface="Times New Roman"/>
            </a:endParaRPr>
          </a:p>
        </p:txBody>
      </p:sp>
      <p:sp>
        <p:nvSpPr>
          <p:cNvPr id="565" name="フリーフォーム: 図形 564"/>
          <p:cNvSpPr/>
          <p:nvPr/>
        </p:nvSpPr>
        <p:spPr>
          <a:xfrm>
            <a:off x="6317640" y="2155680"/>
            <a:ext cx="50400" cy="50760"/>
          </a:xfrm>
          <a:custGeom>
            <a:avLst/>
            <a:gdLst/>
            <a:ahLst/>
            <a:cxnLst/>
            <a:rect l="0" t="0" r="r" b="b"/>
            <a:pathLst>
              <a:path w="140" h="141">
                <a:moveTo>
                  <a:pt x="140" y="71"/>
                </a:moveTo>
                <a:cubicBezTo>
                  <a:pt x="140" y="80"/>
                  <a:pt x="138" y="89"/>
                  <a:pt x="135" y="98"/>
                </a:cubicBezTo>
                <a:cubicBezTo>
                  <a:pt x="131" y="106"/>
                  <a:pt x="126" y="114"/>
                  <a:pt x="119" y="120"/>
                </a:cubicBezTo>
                <a:cubicBezTo>
                  <a:pt x="113" y="127"/>
                  <a:pt x="105" y="132"/>
                  <a:pt x="97" y="135"/>
                </a:cubicBezTo>
                <a:cubicBezTo>
                  <a:pt x="88" y="139"/>
                  <a:pt x="79" y="141"/>
                  <a:pt x="70" y="141"/>
                </a:cubicBezTo>
                <a:cubicBezTo>
                  <a:pt x="61" y="141"/>
                  <a:pt x="52" y="139"/>
                  <a:pt x="44" y="135"/>
                </a:cubicBezTo>
                <a:cubicBezTo>
                  <a:pt x="34" y="132"/>
                  <a:pt x="26" y="127"/>
                  <a:pt x="20" y="120"/>
                </a:cubicBezTo>
                <a:cubicBezTo>
                  <a:pt x="13" y="114"/>
                  <a:pt x="8" y="106"/>
                  <a:pt x="5" y="98"/>
                </a:cubicBezTo>
                <a:cubicBezTo>
                  <a:pt x="1" y="89"/>
                  <a:pt x="0" y="80"/>
                  <a:pt x="0" y="71"/>
                </a:cubicBezTo>
                <a:cubicBezTo>
                  <a:pt x="0" y="62"/>
                  <a:pt x="1" y="52"/>
                  <a:pt x="5" y="43"/>
                </a:cubicBezTo>
                <a:cubicBezTo>
                  <a:pt x="8" y="35"/>
                  <a:pt x="13" y="27"/>
                  <a:pt x="20" y="21"/>
                </a:cubicBezTo>
                <a:cubicBezTo>
                  <a:pt x="26" y="14"/>
                  <a:pt x="34" y="9"/>
                  <a:pt x="44" y="6"/>
                </a:cubicBezTo>
                <a:cubicBezTo>
                  <a:pt x="52" y="2"/>
                  <a:pt x="61" y="0"/>
                  <a:pt x="70" y="0"/>
                </a:cubicBezTo>
                <a:cubicBezTo>
                  <a:pt x="79" y="0"/>
                  <a:pt x="88" y="2"/>
                  <a:pt x="97" y="6"/>
                </a:cubicBezTo>
                <a:cubicBezTo>
                  <a:pt x="105" y="9"/>
                  <a:pt x="113" y="14"/>
                  <a:pt x="119" y="21"/>
                </a:cubicBezTo>
                <a:cubicBezTo>
                  <a:pt x="126" y="27"/>
                  <a:pt x="131" y="35"/>
                  <a:pt x="135" y="43"/>
                </a:cubicBezTo>
                <a:cubicBezTo>
                  <a:pt x="138" y="52"/>
                  <a:pt x="140" y="62"/>
                  <a:pt x="140" y="71"/>
                </a:cubicBezTo>
                <a:close/>
              </a:path>
            </a:pathLst>
          </a:custGeom>
          <a:solidFill>
            <a:srgbClr val="D1D5DC"/>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66" name="テキスト ボックス 565"/>
          <p:cNvSpPr txBox="1"/>
          <p:nvPr/>
        </p:nvSpPr>
        <p:spPr>
          <a:xfrm>
            <a:off x="6309360" y="1800360"/>
            <a:ext cx="201240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エッジケースへの対応能力</a:t>
            </a:r>
            <a:endParaRPr lang="en-US" sz="1320" b="0" u="none" strike="noStrike">
              <a:solidFill>
                <a:srgbClr val="000000"/>
              </a:solidFill>
              <a:effectLst/>
              <a:uFillTx/>
              <a:latin typeface="Times New Roman"/>
            </a:endParaRPr>
          </a:p>
        </p:txBody>
      </p:sp>
      <p:sp>
        <p:nvSpPr>
          <p:cNvPr id="567" name="フリーフォーム: 図形 566"/>
          <p:cNvSpPr/>
          <p:nvPr/>
        </p:nvSpPr>
        <p:spPr>
          <a:xfrm>
            <a:off x="6317640" y="2389680"/>
            <a:ext cx="50400" cy="50760"/>
          </a:xfrm>
          <a:custGeom>
            <a:avLst/>
            <a:gdLst/>
            <a:ahLst/>
            <a:cxnLst/>
            <a:rect l="0" t="0" r="r" b="b"/>
            <a:pathLst>
              <a:path w="140" h="141">
                <a:moveTo>
                  <a:pt x="140" y="70"/>
                </a:moveTo>
                <a:cubicBezTo>
                  <a:pt x="140" y="79"/>
                  <a:pt x="138" y="88"/>
                  <a:pt x="135" y="97"/>
                </a:cubicBezTo>
                <a:cubicBezTo>
                  <a:pt x="131" y="106"/>
                  <a:pt x="126" y="114"/>
                  <a:pt x="119" y="120"/>
                </a:cubicBezTo>
                <a:cubicBezTo>
                  <a:pt x="113" y="127"/>
                  <a:pt x="105" y="132"/>
                  <a:pt x="97" y="135"/>
                </a:cubicBezTo>
                <a:cubicBezTo>
                  <a:pt x="88" y="139"/>
                  <a:pt x="79" y="141"/>
                  <a:pt x="70" y="141"/>
                </a:cubicBezTo>
                <a:cubicBezTo>
                  <a:pt x="61" y="141"/>
                  <a:pt x="52" y="139"/>
                  <a:pt x="44" y="135"/>
                </a:cubicBezTo>
                <a:cubicBezTo>
                  <a:pt x="34" y="132"/>
                  <a:pt x="26" y="127"/>
                  <a:pt x="20" y="120"/>
                </a:cubicBezTo>
                <a:cubicBezTo>
                  <a:pt x="13" y="114"/>
                  <a:pt x="8" y="106"/>
                  <a:pt x="5" y="97"/>
                </a:cubicBezTo>
                <a:cubicBezTo>
                  <a:pt x="1" y="88"/>
                  <a:pt x="0" y="79"/>
                  <a:pt x="0" y="70"/>
                </a:cubicBezTo>
                <a:cubicBezTo>
                  <a:pt x="0" y="61"/>
                  <a:pt x="1" y="52"/>
                  <a:pt x="5" y="43"/>
                </a:cubicBezTo>
                <a:cubicBezTo>
                  <a:pt x="8" y="35"/>
                  <a:pt x="13" y="27"/>
                  <a:pt x="20" y="21"/>
                </a:cubicBezTo>
                <a:cubicBezTo>
                  <a:pt x="26" y="14"/>
                  <a:pt x="34" y="9"/>
                  <a:pt x="44" y="6"/>
                </a:cubicBezTo>
                <a:cubicBezTo>
                  <a:pt x="52" y="2"/>
                  <a:pt x="61" y="0"/>
                  <a:pt x="70" y="0"/>
                </a:cubicBezTo>
                <a:cubicBezTo>
                  <a:pt x="79" y="0"/>
                  <a:pt x="88" y="2"/>
                  <a:pt x="97" y="6"/>
                </a:cubicBezTo>
                <a:cubicBezTo>
                  <a:pt x="105" y="9"/>
                  <a:pt x="113" y="14"/>
                  <a:pt x="119" y="21"/>
                </a:cubicBezTo>
                <a:cubicBezTo>
                  <a:pt x="126" y="27"/>
                  <a:pt x="131" y="35"/>
                  <a:pt x="135" y="43"/>
                </a:cubicBezTo>
                <a:cubicBezTo>
                  <a:pt x="138" y="52"/>
                  <a:pt x="140" y="61"/>
                  <a:pt x="140" y="70"/>
                </a:cubicBezTo>
                <a:close/>
              </a:path>
            </a:pathLst>
          </a:custGeom>
          <a:solidFill>
            <a:srgbClr val="D1D5DC"/>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68" name="テキスト ボックス 567"/>
          <p:cNvSpPr txBox="1"/>
          <p:nvPr/>
        </p:nvSpPr>
        <p:spPr>
          <a:xfrm>
            <a:off x="6476400" y="2107080"/>
            <a:ext cx="29512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学習データに含まれない稀な事象への対応が苦手</a:t>
            </a:r>
            <a:endParaRPr lang="en-US" sz="1050" b="0" u="none" strike="noStrike">
              <a:solidFill>
                <a:srgbClr val="000000"/>
              </a:solidFill>
              <a:effectLst/>
              <a:uFillTx/>
              <a:latin typeface="Times New Roman"/>
            </a:endParaRPr>
          </a:p>
        </p:txBody>
      </p:sp>
      <p:sp>
        <p:nvSpPr>
          <p:cNvPr id="569" name="テキスト ボックス 568"/>
          <p:cNvSpPr txBox="1"/>
          <p:nvPr/>
        </p:nvSpPr>
        <p:spPr>
          <a:xfrm>
            <a:off x="6476400" y="2341080"/>
            <a:ext cx="36216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道路上の予期せぬ落下物、特殊な形状の車両、標準的でない</a:t>
            </a:r>
            <a:endParaRPr lang="en-US" sz="1050" b="0" u="none" strike="noStrike">
              <a:solidFill>
                <a:srgbClr val="000000"/>
              </a:solidFill>
              <a:effectLst/>
              <a:uFillTx/>
              <a:latin typeface="Times New Roman"/>
            </a:endParaRPr>
          </a:p>
        </p:txBody>
      </p:sp>
      <p:sp>
        <p:nvSpPr>
          <p:cNvPr id="570" name="フリーフォーム: 図形 569"/>
          <p:cNvSpPr/>
          <p:nvPr/>
        </p:nvSpPr>
        <p:spPr>
          <a:xfrm>
            <a:off x="6317640" y="2824560"/>
            <a:ext cx="50400" cy="50400"/>
          </a:xfrm>
          <a:custGeom>
            <a:avLst/>
            <a:gdLst/>
            <a:ahLst/>
            <a:cxnLst/>
            <a:rect l="0" t="0" r="r" b="b"/>
            <a:pathLst>
              <a:path w="140" h="140">
                <a:moveTo>
                  <a:pt x="140" y="70"/>
                </a:moveTo>
                <a:cubicBezTo>
                  <a:pt x="140" y="79"/>
                  <a:pt x="138" y="88"/>
                  <a:pt x="135" y="97"/>
                </a:cubicBezTo>
                <a:cubicBezTo>
                  <a:pt x="131" y="105"/>
                  <a:pt x="126" y="113"/>
                  <a:pt x="119" y="119"/>
                </a:cubicBezTo>
                <a:cubicBezTo>
                  <a:pt x="113" y="126"/>
                  <a:pt x="105" y="131"/>
                  <a:pt x="97" y="134"/>
                </a:cubicBezTo>
                <a:cubicBezTo>
                  <a:pt x="88" y="138"/>
                  <a:pt x="79" y="140"/>
                  <a:pt x="70" y="140"/>
                </a:cubicBezTo>
                <a:cubicBezTo>
                  <a:pt x="61" y="140"/>
                  <a:pt x="52" y="138"/>
                  <a:pt x="44" y="134"/>
                </a:cubicBezTo>
                <a:cubicBezTo>
                  <a:pt x="34" y="131"/>
                  <a:pt x="26" y="126"/>
                  <a:pt x="20" y="119"/>
                </a:cubicBezTo>
                <a:cubicBezTo>
                  <a:pt x="13" y="113"/>
                  <a:pt x="8" y="105"/>
                  <a:pt x="5" y="97"/>
                </a:cubicBezTo>
                <a:cubicBezTo>
                  <a:pt x="1" y="88"/>
                  <a:pt x="0" y="79"/>
                  <a:pt x="0" y="70"/>
                </a:cubicBezTo>
                <a:cubicBezTo>
                  <a:pt x="0" y="61"/>
                  <a:pt x="1" y="52"/>
                  <a:pt x="5" y="44"/>
                </a:cubicBezTo>
                <a:cubicBezTo>
                  <a:pt x="8" y="35"/>
                  <a:pt x="13" y="27"/>
                  <a:pt x="20" y="21"/>
                </a:cubicBezTo>
                <a:cubicBezTo>
                  <a:pt x="26" y="14"/>
                  <a:pt x="34" y="9"/>
                  <a:pt x="44" y="5"/>
                </a:cubicBezTo>
                <a:cubicBezTo>
                  <a:pt x="52" y="1"/>
                  <a:pt x="61" y="0"/>
                  <a:pt x="70" y="0"/>
                </a:cubicBezTo>
                <a:cubicBezTo>
                  <a:pt x="79" y="0"/>
                  <a:pt x="88" y="1"/>
                  <a:pt x="97" y="5"/>
                </a:cubicBezTo>
                <a:cubicBezTo>
                  <a:pt x="105" y="9"/>
                  <a:pt x="113" y="14"/>
                  <a:pt x="119" y="21"/>
                </a:cubicBezTo>
                <a:cubicBezTo>
                  <a:pt x="126" y="27"/>
                  <a:pt x="131" y="35"/>
                  <a:pt x="135" y="44"/>
                </a:cubicBezTo>
                <a:cubicBezTo>
                  <a:pt x="138" y="52"/>
                  <a:pt x="140" y="61"/>
                  <a:pt x="140" y="70"/>
                </a:cubicBezTo>
                <a:close/>
              </a:path>
            </a:pathLst>
          </a:custGeom>
          <a:solidFill>
            <a:srgbClr val="D1D5DC"/>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71" name="テキスト ボックス 570"/>
          <p:cNvSpPr txBox="1"/>
          <p:nvPr/>
        </p:nvSpPr>
        <p:spPr>
          <a:xfrm>
            <a:off x="6476400" y="2541600"/>
            <a:ext cx="8053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道路標識など</a:t>
            </a:r>
            <a:endParaRPr lang="en-US" sz="1050" b="0" u="none" strike="noStrike">
              <a:solidFill>
                <a:srgbClr val="000000"/>
              </a:solidFill>
              <a:effectLst/>
              <a:uFillTx/>
              <a:latin typeface="Times New Roman"/>
            </a:endParaRPr>
          </a:p>
        </p:txBody>
      </p:sp>
      <p:sp>
        <p:nvSpPr>
          <p:cNvPr id="572" name="テキスト ボックス 571"/>
          <p:cNvSpPr txBox="1"/>
          <p:nvPr/>
        </p:nvSpPr>
        <p:spPr>
          <a:xfrm>
            <a:off x="6476400" y="2775600"/>
            <a:ext cx="34876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未知の状況においても安全を確保できる頑健な（ロバスト</a:t>
            </a:r>
            <a:endParaRPr lang="en-US" sz="1050" b="0" u="none" strike="noStrike">
              <a:solidFill>
                <a:srgbClr val="000000"/>
              </a:solidFill>
              <a:effectLst/>
              <a:uFillTx/>
              <a:latin typeface="Times New Roman"/>
            </a:endParaRPr>
          </a:p>
        </p:txBody>
      </p:sp>
      <p:sp>
        <p:nvSpPr>
          <p:cNvPr id="573" name="フリーフォーム: 図形 572"/>
          <p:cNvSpPr/>
          <p:nvPr/>
        </p:nvSpPr>
        <p:spPr>
          <a:xfrm>
            <a:off x="10128240" y="1487160"/>
            <a:ext cx="250920" cy="251280"/>
          </a:xfrm>
          <a:custGeom>
            <a:avLst/>
            <a:gdLst/>
            <a:ahLst/>
            <a:cxnLst/>
            <a:rect l="0" t="0" r="r" b="b"/>
            <a:pathLst>
              <a:path w="697" h="698">
                <a:moveTo>
                  <a:pt x="697" y="349"/>
                </a:moveTo>
                <a:cubicBezTo>
                  <a:pt x="697" y="371"/>
                  <a:pt x="695" y="395"/>
                  <a:pt x="690" y="418"/>
                </a:cubicBezTo>
                <a:cubicBezTo>
                  <a:pt x="686" y="440"/>
                  <a:pt x="679" y="462"/>
                  <a:pt x="671" y="483"/>
                </a:cubicBezTo>
                <a:cubicBezTo>
                  <a:pt x="662" y="504"/>
                  <a:pt x="651" y="524"/>
                  <a:pt x="638" y="543"/>
                </a:cubicBezTo>
                <a:cubicBezTo>
                  <a:pt x="626" y="562"/>
                  <a:pt x="611" y="580"/>
                  <a:pt x="595" y="596"/>
                </a:cubicBezTo>
                <a:cubicBezTo>
                  <a:pt x="579" y="612"/>
                  <a:pt x="561" y="626"/>
                  <a:pt x="542" y="639"/>
                </a:cubicBezTo>
                <a:cubicBezTo>
                  <a:pt x="523" y="652"/>
                  <a:pt x="503" y="663"/>
                  <a:pt x="482" y="671"/>
                </a:cubicBezTo>
                <a:cubicBezTo>
                  <a:pt x="461" y="680"/>
                  <a:pt x="439" y="687"/>
                  <a:pt x="417" y="691"/>
                </a:cubicBezTo>
                <a:cubicBezTo>
                  <a:pt x="394" y="696"/>
                  <a:pt x="372" y="698"/>
                  <a:pt x="349" y="698"/>
                </a:cubicBezTo>
                <a:cubicBezTo>
                  <a:pt x="326" y="698"/>
                  <a:pt x="303" y="696"/>
                  <a:pt x="281" y="691"/>
                </a:cubicBezTo>
                <a:cubicBezTo>
                  <a:pt x="259" y="687"/>
                  <a:pt x="237" y="680"/>
                  <a:pt x="216" y="671"/>
                </a:cubicBezTo>
                <a:cubicBezTo>
                  <a:pt x="195" y="663"/>
                  <a:pt x="174" y="652"/>
                  <a:pt x="155" y="639"/>
                </a:cubicBezTo>
                <a:cubicBezTo>
                  <a:pt x="136" y="626"/>
                  <a:pt x="119" y="612"/>
                  <a:pt x="103" y="596"/>
                </a:cubicBezTo>
                <a:cubicBezTo>
                  <a:pt x="87" y="580"/>
                  <a:pt x="72" y="562"/>
                  <a:pt x="59" y="543"/>
                </a:cubicBezTo>
                <a:cubicBezTo>
                  <a:pt x="46" y="524"/>
                  <a:pt x="35" y="504"/>
                  <a:pt x="26" y="483"/>
                </a:cubicBezTo>
                <a:cubicBezTo>
                  <a:pt x="17" y="462"/>
                  <a:pt x="11" y="440"/>
                  <a:pt x="6" y="418"/>
                </a:cubicBezTo>
                <a:cubicBezTo>
                  <a:pt x="2" y="395"/>
                  <a:pt x="0" y="371"/>
                  <a:pt x="0" y="349"/>
                </a:cubicBezTo>
                <a:cubicBezTo>
                  <a:pt x="0" y="326"/>
                  <a:pt x="2" y="303"/>
                  <a:pt x="6" y="281"/>
                </a:cubicBezTo>
                <a:cubicBezTo>
                  <a:pt x="11" y="258"/>
                  <a:pt x="17" y="236"/>
                  <a:pt x="26" y="215"/>
                </a:cubicBezTo>
                <a:cubicBezTo>
                  <a:pt x="35" y="194"/>
                  <a:pt x="46" y="174"/>
                  <a:pt x="59" y="155"/>
                </a:cubicBezTo>
                <a:cubicBezTo>
                  <a:pt x="72" y="136"/>
                  <a:pt x="87" y="119"/>
                  <a:pt x="103" y="102"/>
                </a:cubicBezTo>
                <a:cubicBezTo>
                  <a:pt x="119" y="86"/>
                  <a:pt x="136" y="72"/>
                  <a:pt x="155" y="59"/>
                </a:cubicBezTo>
                <a:cubicBezTo>
                  <a:pt x="174" y="46"/>
                  <a:pt x="195" y="36"/>
                  <a:pt x="216" y="27"/>
                </a:cubicBezTo>
                <a:cubicBezTo>
                  <a:pt x="237" y="18"/>
                  <a:pt x="259" y="12"/>
                  <a:pt x="281" y="7"/>
                </a:cubicBezTo>
                <a:cubicBezTo>
                  <a:pt x="303" y="3"/>
                  <a:pt x="326" y="0"/>
                  <a:pt x="349" y="0"/>
                </a:cubicBezTo>
                <a:cubicBezTo>
                  <a:pt x="372" y="0"/>
                  <a:pt x="394" y="3"/>
                  <a:pt x="417" y="7"/>
                </a:cubicBezTo>
                <a:cubicBezTo>
                  <a:pt x="439" y="12"/>
                  <a:pt x="461" y="18"/>
                  <a:pt x="482" y="27"/>
                </a:cubicBezTo>
                <a:cubicBezTo>
                  <a:pt x="503" y="36"/>
                  <a:pt x="523" y="46"/>
                  <a:pt x="542" y="59"/>
                </a:cubicBezTo>
                <a:cubicBezTo>
                  <a:pt x="561" y="72"/>
                  <a:pt x="579" y="86"/>
                  <a:pt x="595" y="102"/>
                </a:cubicBezTo>
                <a:cubicBezTo>
                  <a:pt x="611" y="119"/>
                  <a:pt x="626" y="136"/>
                  <a:pt x="638" y="155"/>
                </a:cubicBezTo>
                <a:cubicBezTo>
                  <a:pt x="651" y="174"/>
                  <a:pt x="662" y="194"/>
                  <a:pt x="671" y="215"/>
                </a:cubicBezTo>
                <a:cubicBezTo>
                  <a:pt x="679" y="236"/>
                  <a:pt x="686" y="258"/>
                  <a:pt x="690" y="281"/>
                </a:cubicBezTo>
                <a:cubicBezTo>
                  <a:pt x="695" y="303"/>
                  <a:pt x="697" y="326"/>
                  <a:pt x="697" y="349"/>
                </a:cubicBez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74" name="テキスト ボックス 573"/>
          <p:cNvSpPr txBox="1"/>
          <p:nvPr/>
        </p:nvSpPr>
        <p:spPr>
          <a:xfrm>
            <a:off x="6476400" y="2976120"/>
            <a:ext cx="127476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な）</a:t>
            </a:r>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の開発が課題</a:t>
            </a:r>
            <a:endParaRPr lang="en-US" sz="1050" b="0" u="none" strike="noStrike">
              <a:solidFill>
                <a:srgbClr val="000000"/>
              </a:solidFill>
              <a:effectLst/>
              <a:uFillTx/>
              <a:latin typeface="Times New Roman"/>
            </a:endParaRPr>
          </a:p>
        </p:txBody>
      </p:sp>
      <p:sp>
        <p:nvSpPr>
          <p:cNvPr id="575" name="フリーフォーム: 図形 574"/>
          <p:cNvSpPr/>
          <p:nvPr/>
        </p:nvSpPr>
        <p:spPr>
          <a:xfrm>
            <a:off x="417600" y="3727080"/>
            <a:ext cx="4797000" cy="1888920"/>
          </a:xfrm>
          <a:custGeom>
            <a:avLst/>
            <a:gdLst/>
            <a:ahLst/>
            <a:cxnLst/>
            <a:rect l="0" t="0" r="r" b="b"/>
            <a:pathLst>
              <a:path w="13325" h="5247">
                <a:moveTo>
                  <a:pt x="0" y="5061"/>
                </a:moveTo>
                <a:lnTo>
                  <a:pt x="0" y="185"/>
                </a:lnTo>
                <a:cubicBezTo>
                  <a:pt x="0" y="173"/>
                  <a:pt x="1" y="161"/>
                  <a:pt x="3" y="149"/>
                </a:cubicBezTo>
                <a:cubicBezTo>
                  <a:pt x="5" y="137"/>
                  <a:pt x="7" y="125"/>
                  <a:pt x="11" y="114"/>
                </a:cubicBezTo>
                <a:cubicBezTo>
                  <a:pt x="14" y="103"/>
                  <a:pt x="19" y="92"/>
                  <a:pt x="24" y="82"/>
                </a:cubicBezTo>
                <a:cubicBezTo>
                  <a:pt x="29" y="72"/>
                  <a:pt x="34" y="63"/>
                  <a:pt x="41" y="54"/>
                </a:cubicBezTo>
                <a:cubicBezTo>
                  <a:pt x="47" y="45"/>
                  <a:pt x="54" y="38"/>
                  <a:pt x="62" y="31"/>
                </a:cubicBezTo>
                <a:cubicBezTo>
                  <a:pt x="70" y="24"/>
                  <a:pt x="78" y="18"/>
                  <a:pt x="86" y="14"/>
                </a:cubicBezTo>
                <a:cubicBezTo>
                  <a:pt x="95" y="9"/>
                  <a:pt x="103" y="5"/>
                  <a:pt x="112" y="3"/>
                </a:cubicBezTo>
                <a:cubicBezTo>
                  <a:pt x="121" y="1"/>
                  <a:pt x="130" y="0"/>
                  <a:pt x="139" y="0"/>
                </a:cubicBezTo>
                <a:lnTo>
                  <a:pt x="13140" y="0"/>
                </a:lnTo>
                <a:cubicBezTo>
                  <a:pt x="13152" y="0"/>
                  <a:pt x="13164" y="1"/>
                  <a:pt x="13176" y="3"/>
                </a:cubicBezTo>
                <a:cubicBezTo>
                  <a:pt x="13188" y="5"/>
                  <a:pt x="13200" y="9"/>
                  <a:pt x="13211" y="14"/>
                </a:cubicBezTo>
                <a:cubicBezTo>
                  <a:pt x="13222" y="18"/>
                  <a:pt x="13233" y="24"/>
                  <a:pt x="13243" y="31"/>
                </a:cubicBezTo>
                <a:cubicBezTo>
                  <a:pt x="13253" y="38"/>
                  <a:pt x="13262" y="45"/>
                  <a:pt x="13271" y="54"/>
                </a:cubicBezTo>
                <a:cubicBezTo>
                  <a:pt x="13280" y="63"/>
                  <a:pt x="13287" y="72"/>
                  <a:pt x="13294" y="82"/>
                </a:cubicBezTo>
                <a:cubicBezTo>
                  <a:pt x="13301" y="92"/>
                  <a:pt x="13307" y="103"/>
                  <a:pt x="13311" y="114"/>
                </a:cubicBezTo>
                <a:cubicBezTo>
                  <a:pt x="13316" y="125"/>
                  <a:pt x="13319" y="137"/>
                  <a:pt x="13322" y="149"/>
                </a:cubicBezTo>
                <a:cubicBezTo>
                  <a:pt x="13324" y="161"/>
                  <a:pt x="13325" y="173"/>
                  <a:pt x="13325" y="185"/>
                </a:cubicBezTo>
                <a:lnTo>
                  <a:pt x="13325" y="5061"/>
                </a:lnTo>
                <a:cubicBezTo>
                  <a:pt x="13325" y="5073"/>
                  <a:pt x="13324" y="5085"/>
                  <a:pt x="13322" y="5097"/>
                </a:cubicBezTo>
                <a:cubicBezTo>
                  <a:pt x="13319" y="5109"/>
                  <a:pt x="13316" y="5121"/>
                  <a:pt x="13311" y="5132"/>
                </a:cubicBezTo>
                <a:cubicBezTo>
                  <a:pt x="13307" y="5143"/>
                  <a:pt x="13301" y="5154"/>
                  <a:pt x="13294" y="5164"/>
                </a:cubicBezTo>
                <a:cubicBezTo>
                  <a:pt x="13287" y="5174"/>
                  <a:pt x="13280" y="5184"/>
                  <a:pt x="13271" y="5192"/>
                </a:cubicBezTo>
                <a:cubicBezTo>
                  <a:pt x="13262" y="5201"/>
                  <a:pt x="13253" y="5209"/>
                  <a:pt x="13243" y="5215"/>
                </a:cubicBezTo>
                <a:cubicBezTo>
                  <a:pt x="13233" y="5222"/>
                  <a:pt x="13222" y="5228"/>
                  <a:pt x="13211" y="5233"/>
                </a:cubicBezTo>
                <a:cubicBezTo>
                  <a:pt x="13200" y="5237"/>
                  <a:pt x="13188" y="5241"/>
                  <a:pt x="13176" y="5243"/>
                </a:cubicBezTo>
                <a:cubicBezTo>
                  <a:pt x="13164" y="5245"/>
                  <a:pt x="13152" y="5247"/>
                  <a:pt x="13140" y="5247"/>
                </a:cubicBezTo>
                <a:lnTo>
                  <a:pt x="139" y="5247"/>
                </a:lnTo>
                <a:cubicBezTo>
                  <a:pt x="130" y="5247"/>
                  <a:pt x="121" y="5245"/>
                  <a:pt x="112" y="5243"/>
                </a:cubicBezTo>
                <a:cubicBezTo>
                  <a:pt x="103" y="5241"/>
                  <a:pt x="95" y="5237"/>
                  <a:pt x="86" y="5233"/>
                </a:cubicBezTo>
                <a:cubicBezTo>
                  <a:pt x="78" y="5228"/>
                  <a:pt x="70" y="5222"/>
                  <a:pt x="62" y="5215"/>
                </a:cubicBezTo>
                <a:cubicBezTo>
                  <a:pt x="54" y="5209"/>
                  <a:pt x="47" y="5201"/>
                  <a:pt x="41" y="5192"/>
                </a:cubicBezTo>
                <a:cubicBezTo>
                  <a:pt x="34" y="5184"/>
                  <a:pt x="29" y="5174"/>
                  <a:pt x="24" y="5164"/>
                </a:cubicBezTo>
                <a:cubicBezTo>
                  <a:pt x="19" y="5154"/>
                  <a:pt x="14" y="5143"/>
                  <a:pt x="11" y="5132"/>
                </a:cubicBezTo>
                <a:cubicBezTo>
                  <a:pt x="7" y="5121"/>
                  <a:pt x="5" y="5109"/>
                  <a:pt x="3" y="5097"/>
                </a:cubicBezTo>
                <a:cubicBezTo>
                  <a:pt x="1" y="5085"/>
                  <a:pt x="0" y="5073"/>
                  <a:pt x="0" y="5061"/>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76" name="フリーフォーム: 図形 575"/>
          <p:cNvSpPr/>
          <p:nvPr/>
        </p:nvSpPr>
        <p:spPr>
          <a:xfrm>
            <a:off x="401040" y="3727080"/>
            <a:ext cx="66960" cy="1888920"/>
          </a:xfrm>
          <a:custGeom>
            <a:avLst/>
            <a:gdLst/>
            <a:ahLst/>
            <a:cxnLst/>
            <a:rect l="0" t="0" r="r" b="b"/>
            <a:pathLst>
              <a:path w="186" h="5247">
                <a:moveTo>
                  <a:pt x="151" y="14"/>
                </a:moveTo>
                <a:cubicBezTo>
                  <a:pt x="140" y="23"/>
                  <a:pt x="129" y="37"/>
                  <a:pt x="121" y="54"/>
                </a:cubicBezTo>
                <a:cubicBezTo>
                  <a:pt x="112" y="71"/>
                  <a:pt x="105" y="91"/>
                  <a:pt x="101" y="114"/>
                </a:cubicBezTo>
                <a:cubicBezTo>
                  <a:pt x="96" y="137"/>
                  <a:pt x="94" y="161"/>
                  <a:pt x="94" y="185"/>
                </a:cubicBezTo>
                <a:lnTo>
                  <a:pt x="94" y="5061"/>
                </a:lnTo>
                <a:cubicBezTo>
                  <a:pt x="94" y="5086"/>
                  <a:pt x="96" y="5109"/>
                  <a:pt x="101" y="5132"/>
                </a:cubicBezTo>
                <a:cubicBezTo>
                  <a:pt x="105" y="5155"/>
                  <a:pt x="112" y="5175"/>
                  <a:pt x="121" y="5192"/>
                </a:cubicBezTo>
                <a:cubicBezTo>
                  <a:pt x="129" y="5210"/>
                  <a:pt x="140" y="5223"/>
                  <a:pt x="151" y="5233"/>
                </a:cubicBezTo>
                <a:cubicBezTo>
                  <a:pt x="162" y="5242"/>
                  <a:pt x="174" y="5247"/>
                  <a:pt x="186" y="5247"/>
                </a:cubicBezTo>
                <a:cubicBezTo>
                  <a:pt x="162" y="5247"/>
                  <a:pt x="138" y="5242"/>
                  <a:pt x="115" y="5233"/>
                </a:cubicBezTo>
                <a:cubicBezTo>
                  <a:pt x="93" y="5223"/>
                  <a:pt x="72" y="5210"/>
                  <a:pt x="54" y="5192"/>
                </a:cubicBezTo>
                <a:cubicBezTo>
                  <a:pt x="37" y="5175"/>
                  <a:pt x="23" y="5155"/>
                  <a:pt x="14" y="5132"/>
                </a:cubicBezTo>
                <a:cubicBezTo>
                  <a:pt x="4" y="5109"/>
                  <a:pt x="0" y="5086"/>
                  <a:pt x="0" y="5061"/>
                </a:cubicBezTo>
                <a:lnTo>
                  <a:pt x="0" y="185"/>
                </a:lnTo>
                <a:cubicBezTo>
                  <a:pt x="0" y="161"/>
                  <a:pt x="4" y="137"/>
                  <a:pt x="14" y="114"/>
                </a:cubicBezTo>
                <a:cubicBezTo>
                  <a:pt x="23" y="91"/>
                  <a:pt x="37" y="71"/>
                  <a:pt x="54" y="54"/>
                </a:cubicBezTo>
                <a:cubicBezTo>
                  <a:pt x="72" y="37"/>
                  <a:pt x="93" y="23"/>
                  <a:pt x="115" y="14"/>
                </a:cubicBezTo>
                <a:cubicBezTo>
                  <a:pt x="138" y="4"/>
                  <a:pt x="162" y="0"/>
                  <a:pt x="186" y="0"/>
                </a:cubicBezTo>
                <a:cubicBezTo>
                  <a:pt x="174" y="0"/>
                  <a:pt x="162" y="4"/>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77" name="フリーフォーム: 図形 576"/>
          <p:cNvSpPr/>
          <p:nvPr/>
        </p:nvSpPr>
        <p:spPr>
          <a:xfrm>
            <a:off x="635040" y="3927600"/>
            <a:ext cx="300960" cy="501480"/>
          </a:xfrm>
          <a:custGeom>
            <a:avLst/>
            <a:gdLst/>
            <a:ahLst/>
            <a:cxnLst/>
            <a:rect l="0" t="0" r="r" b="b"/>
            <a:pathLst>
              <a:path w="836" h="1393">
                <a:moveTo>
                  <a:pt x="0" y="698"/>
                </a:moveTo>
                <a:lnTo>
                  <a:pt x="0" y="694"/>
                </a:lnTo>
                <a:cubicBezTo>
                  <a:pt x="0" y="671"/>
                  <a:pt x="0" y="649"/>
                  <a:pt x="2" y="626"/>
                </a:cubicBezTo>
                <a:cubicBezTo>
                  <a:pt x="3" y="603"/>
                  <a:pt x="5" y="581"/>
                  <a:pt x="8" y="559"/>
                </a:cubicBezTo>
                <a:cubicBezTo>
                  <a:pt x="10" y="536"/>
                  <a:pt x="14" y="514"/>
                  <a:pt x="18" y="493"/>
                </a:cubicBezTo>
                <a:cubicBezTo>
                  <a:pt x="22" y="471"/>
                  <a:pt x="26" y="449"/>
                  <a:pt x="31" y="428"/>
                </a:cubicBezTo>
                <a:cubicBezTo>
                  <a:pt x="37" y="407"/>
                  <a:pt x="43" y="387"/>
                  <a:pt x="49" y="367"/>
                </a:cubicBezTo>
                <a:cubicBezTo>
                  <a:pt x="55" y="347"/>
                  <a:pt x="63" y="327"/>
                  <a:pt x="70" y="308"/>
                </a:cubicBezTo>
                <a:cubicBezTo>
                  <a:pt x="78" y="289"/>
                  <a:pt x="86" y="271"/>
                  <a:pt x="95" y="254"/>
                </a:cubicBezTo>
                <a:cubicBezTo>
                  <a:pt x="103" y="236"/>
                  <a:pt x="112" y="219"/>
                  <a:pt x="122" y="203"/>
                </a:cubicBezTo>
                <a:cubicBezTo>
                  <a:pt x="132" y="187"/>
                  <a:pt x="142" y="172"/>
                  <a:pt x="152" y="157"/>
                </a:cubicBezTo>
                <a:cubicBezTo>
                  <a:pt x="163" y="143"/>
                  <a:pt x="174" y="129"/>
                  <a:pt x="185" y="117"/>
                </a:cubicBezTo>
                <a:cubicBezTo>
                  <a:pt x="197" y="104"/>
                  <a:pt x="208" y="92"/>
                  <a:pt x="221" y="82"/>
                </a:cubicBezTo>
                <a:cubicBezTo>
                  <a:pt x="233" y="71"/>
                  <a:pt x="245" y="61"/>
                  <a:pt x="258" y="53"/>
                </a:cubicBezTo>
                <a:cubicBezTo>
                  <a:pt x="270" y="44"/>
                  <a:pt x="283" y="36"/>
                  <a:pt x="296" y="30"/>
                </a:cubicBezTo>
                <a:cubicBezTo>
                  <a:pt x="309" y="23"/>
                  <a:pt x="323" y="17"/>
                  <a:pt x="337" y="13"/>
                </a:cubicBezTo>
                <a:cubicBezTo>
                  <a:pt x="350" y="9"/>
                  <a:pt x="364" y="5"/>
                  <a:pt x="378" y="3"/>
                </a:cubicBezTo>
                <a:cubicBezTo>
                  <a:pt x="391" y="1"/>
                  <a:pt x="405" y="0"/>
                  <a:pt x="419" y="0"/>
                </a:cubicBezTo>
                <a:cubicBezTo>
                  <a:pt x="432" y="0"/>
                  <a:pt x="446" y="1"/>
                  <a:pt x="459" y="3"/>
                </a:cubicBezTo>
                <a:cubicBezTo>
                  <a:pt x="473" y="5"/>
                  <a:pt x="487" y="9"/>
                  <a:pt x="500" y="13"/>
                </a:cubicBezTo>
                <a:cubicBezTo>
                  <a:pt x="513" y="17"/>
                  <a:pt x="527" y="23"/>
                  <a:pt x="540" y="30"/>
                </a:cubicBezTo>
                <a:cubicBezTo>
                  <a:pt x="553" y="36"/>
                  <a:pt x="566" y="44"/>
                  <a:pt x="578" y="53"/>
                </a:cubicBezTo>
                <a:cubicBezTo>
                  <a:pt x="591" y="61"/>
                  <a:pt x="603" y="71"/>
                  <a:pt x="615" y="82"/>
                </a:cubicBezTo>
                <a:cubicBezTo>
                  <a:pt x="628" y="92"/>
                  <a:pt x="639" y="104"/>
                  <a:pt x="651" y="117"/>
                </a:cubicBezTo>
                <a:cubicBezTo>
                  <a:pt x="662" y="129"/>
                  <a:pt x="673" y="143"/>
                  <a:pt x="684" y="157"/>
                </a:cubicBezTo>
                <a:cubicBezTo>
                  <a:pt x="694" y="172"/>
                  <a:pt x="704" y="187"/>
                  <a:pt x="714" y="203"/>
                </a:cubicBezTo>
                <a:cubicBezTo>
                  <a:pt x="724" y="219"/>
                  <a:pt x="733" y="236"/>
                  <a:pt x="742" y="254"/>
                </a:cubicBezTo>
                <a:cubicBezTo>
                  <a:pt x="750" y="271"/>
                  <a:pt x="758" y="289"/>
                  <a:pt x="766" y="308"/>
                </a:cubicBezTo>
                <a:cubicBezTo>
                  <a:pt x="774" y="327"/>
                  <a:pt x="781" y="347"/>
                  <a:pt x="787" y="367"/>
                </a:cubicBezTo>
                <a:cubicBezTo>
                  <a:pt x="793" y="387"/>
                  <a:pt x="799" y="407"/>
                  <a:pt x="805" y="428"/>
                </a:cubicBezTo>
                <a:cubicBezTo>
                  <a:pt x="810" y="449"/>
                  <a:pt x="814" y="471"/>
                  <a:pt x="818" y="493"/>
                </a:cubicBezTo>
                <a:cubicBezTo>
                  <a:pt x="822" y="514"/>
                  <a:pt x="826" y="536"/>
                  <a:pt x="828" y="559"/>
                </a:cubicBezTo>
                <a:cubicBezTo>
                  <a:pt x="831" y="581"/>
                  <a:pt x="833" y="603"/>
                  <a:pt x="834" y="626"/>
                </a:cubicBezTo>
                <a:cubicBezTo>
                  <a:pt x="836" y="649"/>
                  <a:pt x="836" y="671"/>
                  <a:pt x="836" y="694"/>
                </a:cubicBezTo>
                <a:lnTo>
                  <a:pt x="836" y="698"/>
                </a:lnTo>
                <a:cubicBezTo>
                  <a:pt x="836" y="721"/>
                  <a:pt x="836" y="743"/>
                  <a:pt x="834" y="766"/>
                </a:cubicBezTo>
                <a:cubicBezTo>
                  <a:pt x="833" y="789"/>
                  <a:pt x="831" y="811"/>
                  <a:pt x="828" y="833"/>
                </a:cubicBezTo>
                <a:cubicBezTo>
                  <a:pt x="826" y="856"/>
                  <a:pt x="822" y="878"/>
                  <a:pt x="818" y="899"/>
                </a:cubicBezTo>
                <a:cubicBezTo>
                  <a:pt x="814" y="921"/>
                  <a:pt x="810" y="944"/>
                  <a:pt x="805" y="965"/>
                </a:cubicBezTo>
                <a:cubicBezTo>
                  <a:pt x="799" y="986"/>
                  <a:pt x="793" y="1006"/>
                  <a:pt x="787" y="1026"/>
                </a:cubicBezTo>
                <a:cubicBezTo>
                  <a:pt x="781" y="1046"/>
                  <a:pt x="774" y="1066"/>
                  <a:pt x="766" y="1085"/>
                </a:cubicBezTo>
                <a:cubicBezTo>
                  <a:pt x="758" y="1104"/>
                  <a:pt x="750" y="1122"/>
                  <a:pt x="742" y="1139"/>
                </a:cubicBezTo>
                <a:cubicBezTo>
                  <a:pt x="733" y="1157"/>
                  <a:pt x="724" y="1174"/>
                  <a:pt x="714" y="1190"/>
                </a:cubicBezTo>
                <a:cubicBezTo>
                  <a:pt x="704" y="1206"/>
                  <a:pt x="694" y="1221"/>
                  <a:pt x="684" y="1236"/>
                </a:cubicBezTo>
                <a:cubicBezTo>
                  <a:pt x="673" y="1250"/>
                  <a:pt x="662" y="1264"/>
                  <a:pt x="651" y="1276"/>
                </a:cubicBezTo>
                <a:cubicBezTo>
                  <a:pt x="639" y="1289"/>
                  <a:pt x="628" y="1301"/>
                  <a:pt x="615" y="1311"/>
                </a:cubicBezTo>
                <a:cubicBezTo>
                  <a:pt x="603" y="1322"/>
                  <a:pt x="591" y="1332"/>
                  <a:pt x="578" y="1341"/>
                </a:cubicBezTo>
                <a:cubicBezTo>
                  <a:pt x="566" y="1349"/>
                  <a:pt x="553" y="1357"/>
                  <a:pt x="540" y="1364"/>
                </a:cubicBezTo>
                <a:cubicBezTo>
                  <a:pt x="527" y="1370"/>
                  <a:pt x="513" y="1376"/>
                  <a:pt x="500" y="1380"/>
                </a:cubicBezTo>
                <a:cubicBezTo>
                  <a:pt x="487" y="1385"/>
                  <a:pt x="473" y="1388"/>
                  <a:pt x="459" y="1390"/>
                </a:cubicBezTo>
                <a:cubicBezTo>
                  <a:pt x="446" y="1392"/>
                  <a:pt x="432" y="1393"/>
                  <a:pt x="419" y="1393"/>
                </a:cubicBezTo>
                <a:cubicBezTo>
                  <a:pt x="405" y="1393"/>
                  <a:pt x="391" y="1392"/>
                  <a:pt x="378" y="1390"/>
                </a:cubicBezTo>
                <a:cubicBezTo>
                  <a:pt x="364" y="1388"/>
                  <a:pt x="350" y="1385"/>
                  <a:pt x="337" y="1380"/>
                </a:cubicBezTo>
                <a:cubicBezTo>
                  <a:pt x="323" y="1376"/>
                  <a:pt x="309" y="1370"/>
                  <a:pt x="296" y="1364"/>
                </a:cubicBezTo>
                <a:cubicBezTo>
                  <a:pt x="283" y="1357"/>
                  <a:pt x="270" y="1349"/>
                  <a:pt x="258" y="1341"/>
                </a:cubicBezTo>
                <a:cubicBezTo>
                  <a:pt x="245" y="1332"/>
                  <a:pt x="233" y="1322"/>
                  <a:pt x="221" y="1311"/>
                </a:cubicBezTo>
                <a:cubicBezTo>
                  <a:pt x="208" y="1301"/>
                  <a:pt x="197" y="1289"/>
                  <a:pt x="185" y="1276"/>
                </a:cubicBezTo>
                <a:cubicBezTo>
                  <a:pt x="174" y="1264"/>
                  <a:pt x="163" y="1250"/>
                  <a:pt x="152" y="1236"/>
                </a:cubicBezTo>
                <a:cubicBezTo>
                  <a:pt x="142" y="1221"/>
                  <a:pt x="132" y="1206"/>
                  <a:pt x="122" y="1190"/>
                </a:cubicBezTo>
                <a:cubicBezTo>
                  <a:pt x="112" y="1174"/>
                  <a:pt x="103" y="1157"/>
                  <a:pt x="95" y="1139"/>
                </a:cubicBezTo>
                <a:cubicBezTo>
                  <a:pt x="86" y="1122"/>
                  <a:pt x="78" y="1104"/>
                  <a:pt x="70" y="1085"/>
                </a:cubicBezTo>
                <a:cubicBezTo>
                  <a:pt x="63" y="1066"/>
                  <a:pt x="55" y="1046"/>
                  <a:pt x="49" y="1026"/>
                </a:cubicBezTo>
                <a:cubicBezTo>
                  <a:pt x="43" y="1006"/>
                  <a:pt x="37" y="986"/>
                  <a:pt x="31" y="965"/>
                </a:cubicBezTo>
                <a:cubicBezTo>
                  <a:pt x="26" y="944"/>
                  <a:pt x="22" y="921"/>
                  <a:pt x="18" y="899"/>
                </a:cubicBezTo>
                <a:cubicBezTo>
                  <a:pt x="14" y="878"/>
                  <a:pt x="10" y="856"/>
                  <a:pt x="8" y="833"/>
                </a:cubicBezTo>
                <a:cubicBezTo>
                  <a:pt x="5" y="811"/>
                  <a:pt x="3" y="789"/>
                  <a:pt x="2" y="766"/>
                </a:cubicBezTo>
                <a:cubicBezTo>
                  <a:pt x="0" y="743"/>
                  <a:pt x="0" y="721"/>
                  <a:pt x="0" y="698"/>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78" name="図 577"/>
          <p:cNvPicPr/>
          <p:nvPr/>
        </p:nvPicPr>
        <p:blipFill>
          <a:blip r:embed="rId5"/>
          <a:stretch/>
        </p:blipFill>
        <p:spPr>
          <a:xfrm>
            <a:off x="676800" y="4052880"/>
            <a:ext cx="217080" cy="250200"/>
          </a:xfrm>
          <a:prstGeom prst="rect">
            <a:avLst/>
          </a:prstGeom>
          <a:noFill/>
          <a:ln w="0">
            <a:noFill/>
          </a:ln>
        </p:spPr>
      </p:pic>
      <p:sp>
        <p:nvSpPr>
          <p:cNvPr id="579" name="テキスト ボックス 578"/>
          <p:cNvSpPr txBox="1"/>
          <p:nvPr/>
        </p:nvSpPr>
        <p:spPr>
          <a:xfrm>
            <a:off x="10216080" y="1547280"/>
            <a:ext cx="133200" cy="15732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2</a:t>
            </a:r>
            <a:endParaRPr lang="en-US" sz="1050" b="0" u="none" strike="noStrike">
              <a:solidFill>
                <a:srgbClr val="000000"/>
              </a:solidFill>
              <a:effectLst/>
              <a:uFillTx/>
              <a:latin typeface="Times New Roman"/>
            </a:endParaRPr>
          </a:p>
        </p:txBody>
      </p:sp>
      <p:sp>
        <p:nvSpPr>
          <p:cNvPr id="580" name="フリーフォーム: 図形 579"/>
          <p:cNvSpPr/>
          <p:nvPr/>
        </p:nvSpPr>
        <p:spPr>
          <a:xfrm>
            <a:off x="1144800" y="4311720"/>
            <a:ext cx="50400" cy="50760"/>
          </a:xfrm>
          <a:custGeom>
            <a:avLst/>
            <a:gdLst/>
            <a:ahLst/>
            <a:cxnLst/>
            <a:rect l="0" t="0" r="r" b="b"/>
            <a:pathLst>
              <a:path w="140" h="141">
                <a:moveTo>
                  <a:pt x="140" y="71"/>
                </a:moveTo>
                <a:cubicBezTo>
                  <a:pt x="140" y="80"/>
                  <a:pt x="138" y="89"/>
                  <a:pt x="135" y="98"/>
                </a:cubicBezTo>
                <a:cubicBezTo>
                  <a:pt x="131" y="106"/>
                  <a:pt x="126" y="114"/>
                  <a:pt x="120" y="120"/>
                </a:cubicBezTo>
                <a:cubicBezTo>
                  <a:pt x="113" y="127"/>
                  <a:pt x="106" y="132"/>
                  <a:pt x="97" y="135"/>
                </a:cubicBezTo>
                <a:cubicBezTo>
                  <a:pt x="88" y="139"/>
                  <a:pt x="79" y="141"/>
                  <a:pt x="69" y="141"/>
                </a:cubicBezTo>
                <a:cubicBezTo>
                  <a:pt x="60" y="141"/>
                  <a:pt x="51" y="139"/>
                  <a:pt x="43" y="135"/>
                </a:cubicBezTo>
                <a:cubicBezTo>
                  <a:pt x="34" y="132"/>
                  <a:pt x="27" y="127"/>
                  <a:pt x="20" y="120"/>
                </a:cubicBezTo>
                <a:cubicBezTo>
                  <a:pt x="14" y="114"/>
                  <a:pt x="9" y="106"/>
                  <a:pt x="5" y="98"/>
                </a:cubicBezTo>
                <a:cubicBezTo>
                  <a:pt x="1" y="89"/>
                  <a:pt x="0" y="80"/>
                  <a:pt x="0" y="71"/>
                </a:cubicBezTo>
                <a:cubicBezTo>
                  <a:pt x="0" y="62"/>
                  <a:pt x="1" y="53"/>
                  <a:pt x="5" y="43"/>
                </a:cubicBezTo>
                <a:cubicBezTo>
                  <a:pt x="9" y="35"/>
                  <a:pt x="14" y="27"/>
                  <a:pt x="20" y="21"/>
                </a:cubicBezTo>
                <a:cubicBezTo>
                  <a:pt x="27" y="14"/>
                  <a:pt x="34" y="9"/>
                  <a:pt x="43" y="6"/>
                </a:cubicBezTo>
                <a:cubicBezTo>
                  <a:pt x="51" y="2"/>
                  <a:pt x="60" y="0"/>
                  <a:pt x="69" y="0"/>
                </a:cubicBezTo>
                <a:cubicBezTo>
                  <a:pt x="79" y="0"/>
                  <a:pt x="88" y="2"/>
                  <a:pt x="97" y="6"/>
                </a:cubicBezTo>
                <a:cubicBezTo>
                  <a:pt x="106" y="9"/>
                  <a:pt x="113" y="14"/>
                  <a:pt x="120" y="21"/>
                </a:cubicBezTo>
                <a:cubicBezTo>
                  <a:pt x="126" y="27"/>
                  <a:pt x="131" y="35"/>
                  <a:pt x="135" y="43"/>
                </a:cubicBezTo>
                <a:cubicBezTo>
                  <a:pt x="138" y="53"/>
                  <a:pt x="140" y="62"/>
                  <a:pt x="140" y="71"/>
                </a:cubicBezTo>
                <a:close/>
              </a:path>
            </a:pathLst>
          </a:custGeom>
          <a:solidFill>
            <a:srgbClr val="D1D5DC"/>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81" name="テキスト ボックス 580"/>
          <p:cNvSpPr txBox="1"/>
          <p:nvPr/>
        </p:nvSpPr>
        <p:spPr>
          <a:xfrm>
            <a:off x="1137240" y="3956400"/>
            <a:ext cx="184464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データの品質とバイアス</a:t>
            </a:r>
            <a:endParaRPr lang="en-US" sz="1320" b="0" u="none" strike="noStrike">
              <a:solidFill>
                <a:srgbClr val="000000"/>
              </a:solidFill>
              <a:effectLst/>
              <a:uFillTx/>
              <a:latin typeface="Times New Roman"/>
            </a:endParaRPr>
          </a:p>
        </p:txBody>
      </p:sp>
      <p:sp>
        <p:nvSpPr>
          <p:cNvPr id="582" name="フリーフォーム: 図形 581"/>
          <p:cNvSpPr/>
          <p:nvPr/>
        </p:nvSpPr>
        <p:spPr>
          <a:xfrm>
            <a:off x="1144800" y="4545720"/>
            <a:ext cx="50400" cy="50760"/>
          </a:xfrm>
          <a:custGeom>
            <a:avLst/>
            <a:gdLst/>
            <a:ahLst/>
            <a:cxnLst/>
            <a:rect l="0" t="0" r="r" b="b"/>
            <a:pathLst>
              <a:path w="140" h="141">
                <a:moveTo>
                  <a:pt x="140" y="70"/>
                </a:moveTo>
                <a:cubicBezTo>
                  <a:pt x="140" y="79"/>
                  <a:pt x="138" y="88"/>
                  <a:pt x="135" y="98"/>
                </a:cubicBezTo>
                <a:cubicBezTo>
                  <a:pt x="131" y="106"/>
                  <a:pt x="126" y="114"/>
                  <a:pt x="120" y="120"/>
                </a:cubicBezTo>
                <a:cubicBezTo>
                  <a:pt x="113" y="127"/>
                  <a:pt x="106" y="132"/>
                  <a:pt x="97" y="135"/>
                </a:cubicBezTo>
                <a:cubicBezTo>
                  <a:pt x="88" y="139"/>
                  <a:pt x="79" y="141"/>
                  <a:pt x="69" y="141"/>
                </a:cubicBezTo>
                <a:cubicBezTo>
                  <a:pt x="60" y="141"/>
                  <a:pt x="51" y="139"/>
                  <a:pt x="43" y="135"/>
                </a:cubicBezTo>
                <a:cubicBezTo>
                  <a:pt x="34" y="132"/>
                  <a:pt x="27" y="127"/>
                  <a:pt x="20" y="120"/>
                </a:cubicBezTo>
                <a:cubicBezTo>
                  <a:pt x="14" y="114"/>
                  <a:pt x="9" y="106"/>
                  <a:pt x="5" y="98"/>
                </a:cubicBezTo>
                <a:cubicBezTo>
                  <a:pt x="1" y="88"/>
                  <a:pt x="0" y="79"/>
                  <a:pt x="0" y="70"/>
                </a:cubicBezTo>
                <a:cubicBezTo>
                  <a:pt x="0" y="61"/>
                  <a:pt x="1" y="52"/>
                  <a:pt x="5" y="43"/>
                </a:cubicBezTo>
                <a:cubicBezTo>
                  <a:pt x="9" y="35"/>
                  <a:pt x="14" y="27"/>
                  <a:pt x="20" y="21"/>
                </a:cubicBezTo>
                <a:cubicBezTo>
                  <a:pt x="27" y="14"/>
                  <a:pt x="34" y="9"/>
                  <a:pt x="43" y="6"/>
                </a:cubicBezTo>
                <a:cubicBezTo>
                  <a:pt x="51" y="2"/>
                  <a:pt x="60" y="0"/>
                  <a:pt x="69" y="0"/>
                </a:cubicBezTo>
                <a:cubicBezTo>
                  <a:pt x="79" y="0"/>
                  <a:pt x="88" y="2"/>
                  <a:pt x="97" y="6"/>
                </a:cubicBezTo>
                <a:cubicBezTo>
                  <a:pt x="106" y="9"/>
                  <a:pt x="113" y="14"/>
                  <a:pt x="120" y="21"/>
                </a:cubicBezTo>
                <a:cubicBezTo>
                  <a:pt x="126" y="27"/>
                  <a:pt x="131" y="35"/>
                  <a:pt x="135" y="43"/>
                </a:cubicBezTo>
                <a:cubicBezTo>
                  <a:pt x="138" y="52"/>
                  <a:pt x="140" y="61"/>
                  <a:pt x="140" y="70"/>
                </a:cubicBezTo>
                <a:close/>
              </a:path>
            </a:pathLst>
          </a:custGeom>
          <a:solidFill>
            <a:srgbClr val="D1D5DC"/>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83" name="テキスト ボックス 582"/>
          <p:cNvSpPr txBox="1"/>
          <p:nvPr/>
        </p:nvSpPr>
        <p:spPr>
          <a:xfrm>
            <a:off x="1304280" y="4263120"/>
            <a:ext cx="2711520" cy="19404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の性能は学習データの質と量に大きく依存</a:t>
            </a:r>
            <a:endParaRPr lang="en-US" sz="1050" b="0" u="none" strike="noStrike">
              <a:solidFill>
                <a:srgbClr val="000000"/>
              </a:solidFill>
              <a:effectLst/>
              <a:uFillTx/>
              <a:latin typeface="Times New Roman"/>
            </a:endParaRPr>
          </a:p>
        </p:txBody>
      </p:sp>
      <p:sp>
        <p:nvSpPr>
          <p:cNvPr id="584" name="テキスト ボックス 583"/>
          <p:cNvSpPr txBox="1"/>
          <p:nvPr/>
        </p:nvSpPr>
        <p:spPr>
          <a:xfrm>
            <a:off x="1304280" y="4497120"/>
            <a:ext cx="34876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特定の地域や天候、交通状況に偏ったデータで学習した場</a:t>
            </a:r>
            <a:endParaRPr lang="en-US" sz="1050" b="0" u="none" strike="noStrike">
              <a:solidFill>
                <a:srgbClr val="000000"/>
              </a:solidFill>
              <a:effectLst/>
              <a:uFillTx/>
              <a:latin typeface="Times New Roman"/>
            </a:endParaRPr>
          </a:p>
        </p:txBody>
      </p:sp>
      <p:sp>
        <p:nvSpPr>
          <p:cNvPr id="585" name="フリーフォーム: 図形 584"/>
          <p:cNvSpPr/>
          <p:nvPr/>
        </p:nvSpPr>
        <p:spPr>
          <a:xfrm>
            <a:off x="1144800" y="4980240"/>
            <a:ext cx="50400" cy="50760"/>
          </a:xfrm>
          <a:custGeom>
            <a:avLst/>
            <a:gdLst/>
            <a:ahLst/>
            <a:cxnLst/>
            <a:rect l="0" t="0" r="r" b="b"/>
            <a:pathLst>
              <a:path w="140" h="141">
                <a:moveTo>
                  <a:pt x="140" y="70"/>
                </a:moveTo>
                <a:cubicBezTo>
                  <a:pt x="140" y="79"/>
                  <a:pt x="138" y="88"/>
                  <a:pt x="135" y="97"/>
                </a:cubicBezTo>
                <a:cubicBezTo>
                  <a:pt x="131" y="105"/>
                  <a:pt x="126" y="113"/>
                  <a:pt x="120" y="119"/>
                </a:cubicBezTo>
                <a:cubicBezTo>
                  <a:pt x="113" y="126"/>
                  <a:pt x="106" y="131"/>
                  <a:pt x="97" y="134"/>
                </a:cubicBezTo>
                <a:cubicBezTo>
                  <a:pt x="88" y="139"/>
                  <a:pt x="79" y="141"/>
                  <a:pt x="69" y="141"/>
                </a:cubicBezTo>
                <a:cubicBezTo>
                  <a:pt x="60" y="141"/>
                  <a:pt x="51" y="139"/>
                  <a:pt x="43" y="134"/>
                </a:cubicBezTo>
                <a:cubicBezTo>
                  <a:pt x="34" y="131"/>
                  <a:pt x="27" y="126"/>
                  <a:pt x="20" y="119"/>
                </a:cubicBezTo>
                <a:cubicBezTo>
                  <a:pt x="14" y="113"/>
                  <a:pt x="9" y="105"/>
                  <a:pt x="5" y="97"/>
                </a:cubicBezTo>
                <a:cubicBezTo>
                  <a:pt x="1" y="88"/>
                  <a:pt x="0" y="79"/>
                  <a:pt x="0" y="70"/>
                </a:cubicBezTo>
                <a:cubicBezTo>
                  <a:pt x="0" y="61"/>
                  <a:pt x="1" y="52"/>
                  <a:pt x="5" y="43"/>
                </a:cubicBezTo>
                <a:cubicBezTo>
                  <a:pt x="9" y="35"/>
                  <a:pt x="14" y="27"/>
                  <a:pt x="20" y="21"/>
                </a:cubicBezTo>
                <a:cubicBezTo>
                  <a:pt x="27" y="14"/>
                  <a:pt x="34" y="9"/>
                  <a:pt x="43" y="6"/>
                </a:cubicBezTo>
                <a:cubicBezTo>
                  <a:pt x="51" y="2"/>
                  <a:pt x="60" y="0"/>
                  <a:pt x="69" y="0"/>
                </a:cubicBezTo>
                <a:cubicBezTo>
                  <a:pt x="79" y="0"/>
                  <a:pt x="88" y="2"/>
                  <a:pt x="97" y="6"/>
                </a:cubicBezTo>
                <a:cubicBezTo>
                  <a:pt x="106" y="9"/>
                  <a:pt x="113" y="14"/>
                  <a:pt x="120" y="21"/>
                </a:cubicBezTo>
                <a:cubicBezTo>
                  <a:pt x="126" y="27"/>
                  <a:pt x="131" y="35"/>
                  <a:pt x="135" y="43"/>
                </a:cubicBezTo>
                <a:cubicBezTo>
                  <a:pt x="138" y="52"/>
                  <a:pt x="140" y="61"/>
                  <a:pt x="140" y="70"/>
                </a:cubicBezTo>
                <a:close/>
              </a:path>
            </a:pathLst>
          </a:custGeom>
          <a:solidFill>
            <a:srgbClr val="D1D5DC"/>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86" name="テキスト ボックス 585"/>
          <p:cNvSpPr txBox="1"/>
          <p:nvPr/>
        </p:nvSpPr>
        <p:spPr>
          <a:xfrm>
            <a:off x="1304280" y="4697640"/>
            <a:ext cx="28843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合、</a:t>
            </a:r>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の認識‧判断能力にもバイアスが生じる</a:t>
            </a:r>
            <a:endParaRPr lang="en-US" sz="1050" b="0" u="none" strike="noStrike">
              <a:solidFill>
                <a:srgbClr val="000000"/>
              </a:solidFill>
              <a:effectLst/>
              <a:uFillTx/>
              <a:latin typeface="Times New Roman"/>
            </a:endParaRPr>
          </a:p>
        </p:txBody>
      </p:sp>
      <p:sp>
        <p:nvSpPr>
          <p:cNvPr id="587" name="テキスト ボックス 586"/>
          <p:cNvSpPr txBox="1"/>
          <p:nvPr/>
        </p:nvSpPr>
        <p:spPr>
          <a:xfrm>
            <a:off x="1304280" y="4931640"/>
            <a:ext cx="36216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多様かつ高品質なデータを大量に収集‧管理し、データセッ</a:t>
            </a:r>
            <a:endParaRPr lang="en-US" sz="1050" b="0" u="none" strike="noStrike">
              <a:solidFill>
                <a:srgbClr val="000000"/>
              </a:solidFill>
              <a:effectLst/>
              <a:uFillTx/>
              <a:latin typeface="Times New Roman"/>
            </a:endParaRPr>
          </a:p>
        </p:txBody>
      </p:sp>
      <p:sp>
        <p:nvSpPr>
          <p:cNvPr id="588" name="フリーフォーム: 図形 587"/>
          <p:cNvSpPr/>
          <p:nvPr/>
        </p:nvSpPr>
        <p:spPr>
          <a:xfrm>
            <a:off x="5047200" y="3643200"/>
            <a:ext cx="251280" cy="251280"/>
          </a:xfrm>
          <a:custGeom>
            <a:avLst/>
            <a:gdLst/>
            <a:ahLst/>
            <a:cxnLst/>
            <a:rect l="0" t="0" r="r" b="b"/>
            <a:pathLst>
              <a:path w="698" h="698">
                <a:moveTo>
                  <a:pt x="698" y="349"/>
                </a:moveTo>
                <a:cubicBezTo>
                  <a:pt x="698" y="371"/>
                  <a:pt x="695" y="394"/>
                  <a:pt x="691" y="417"/>
                </a:cubicBezTo>
                <a:cubicBezTo>
                  <a:pt x="686" y="439"/>
                  <a:pt x="680" y="461"/>
                  <a:pt x="671" y="482"/>
                </a:cubicBezTo>
                <a:cubicBezTo>
                  <a:pt x="662" y="503"/>
                  <a:pt x="652" y="523"/>
                  <a:pt x="639" y="542"/>
                </a:cubicBezTo>
                <a:cubicBezTo>
                  <a:pt x="626" y="561"/>
                  <a:pt x="612" y="579"/>
                  <a:pt x="596" y="595"/>
                </a:cubicBezTo>
                <a:cubicBezTo>
                  <a:pt x="579" y="611"/>
                  <a:pt x="562" y="625"/>
                  <a:pt x="543" y="638"/>
                </a:cubicBezTo>
                <a:cubicBezTo>
                  <a:pt x="524" y="651"/>
                  <a:pt x="504" y="662"/>
                  <a:pt x="483" y="671"/>
                </a:cubicBezTo>
                <a:cubicBezTo>
                  <a:pt x="462" y="680"/>
                  <a:pt x="440" y="687"/>
                  <a:pt x="417" y="691"/>
                </a:cubicBezTo>
                <a:cubicBezTo>
                  <a:pt x="395" y="696"/>
                  <a:pt x="372" y="698"/>
                  <a:pt x="349" y="698"/>
                </a:cubicBezTo>
                <a:cubicBezTo>
                  <a:pt x="327" y="698"/>
                  <a:pt x="304" y="696"/>
                  <a:pt x="281" y="691"/>
                </a:cubicBezTo>
                <a:cubicBezTo>
                  <a:pt x="259" y="687"/>
                  <a:pt x="236" y="680"/>
                  <a:pt x="215" y="671"/>
                </a:cubicBezTo>
                <a:cubicBezTo>
                  <a:pt x="194" y="662"/>
                  <a:pt x="174" y="651"/>
                  <a:pt x="155" y="638"/>
                </a:cubicBezTo>
                <a:cubicBezTo>
                  <a:pt x="136" y="625"/>
                  <a:pt x="118" y="611"/>
                  <a:pt x="102" y="595"/>
                </a:cubicBezTo>
                <a:cubicBezTo>
                  <a:pt x="86" y="579"/>
                  <a:pt x="72" y="561"/>
                  <a:pt x="59" y="542"/>
                </a:cubicBezTo>
                <a:cubicBezTo>
                  <a:pt x="46" y="523"/>
                  <a:pt x="35" y="503"/>
                  <a:pt x="27" y="482"/>
                </a:cubicBezTo>
                <a:cubicBezTo>
                  <a:pt x="18" y="461"/>
                  <a:pt x="11" y="439"/>
                  <a:pt x="7" y="417"/>
                </a:cubicBezTo>
                <a:cubicBezTo>
                  <a:pt x="2" y="394"/>
                  <a:pt x="0" y="371"/>
                  <a:pt x="0" y="349"/>
                </a:cubicBezTo>
                <a:cubicBezTo>
                  <a:pt x="0" y="326"/>
                  <a:pt x="2" y="303"/>
                  <a:pt x="7" y="281"/>
                </a:cubicBezTo>
                <a:cubicBezTo>
                  <a:pt x="11" y="258"/>
                  <a:pt x="18" y="236"/>
                  <a:pt x="27" y="215"/>
                </a:cubicBezTo>
                <a:cubicBezTo>
                  <a:pt x="35" y="194"/>
                  <a:pt x="46" y="174"/>
                  <a:pt x="59" y="155"/>
                </a:cubicBezTo>
                <a:cubicBezTo>
                  <a:pt x="72" y="136"/>
                  <a:pt x="86" y="119"/>
                  <a:pt x="102" y="102"/>
                </a:cubicBezTo>
                <a:cubicBezTo>
                  <a:pt x="118" y="86"/>
                  <a:pt x="136" y="72"/>
                  <a:pt x="155" y="59"/>
                </a:cubicBezTo>
                <a:cubicBezTo>
                  <a:pt x="174" y="46"/>
                  <a:pt x="194" y="36"/>
                  <a:pt x="215" y="27"/>
                </a:cubicBezTo>
                <a:cubicBezTo>
                  <a:pt x="236" y="18"/>
                  <a:pt x="259" y="12"/>
                  <a:pt x="281" y="7"/>
                </a:cubicBezTo>
                <a:cubicBezTo>
                  <a:pt x="304" y="3"/>
                  <a:pt x="327" y="0"/>
                  <a:pt x="349" y="0"/>
                </a:cubicBezTo>
                <a:cubicBezTo>
                  <a:pt x="372" y="0"/>
                  <a:pt x="395" y="3"/>
                  <a:pt x="417" y="7"/>
                </a:cubicBezTo>
                <a:cubicBezTo>
                  <a:pt x="440" y="12"/>
                  <a:pt x="462" y="18"/>
                  <a:pt x="483" y="27"/>
                </a:cubicBezTo>
                <a:cubicBezTo>
                  <a:pt x="504" y="36"/>
                  <a:pt x="524" y="46"/>
                  <a:pt x="543" y="59"/>
                </a:cubicBezTo>
                <a:cubicBezTo>
                  <a:pt x="562" y="72"/>
                  <a:pt x="579" y="86"/>
                  <a:pt x="596" y="102"/>
                </a:cubicBezTo>
                <a:cubicBezTo>
                  <a:pt x="612" y="119"/>
                  <a:pt x="626" y="136"/>
                  <a:pt x="639" y="155"/>
                </a:cubicBezTo>
                <a:cubicBezTo>
                  <a:pt x="652" y="174"/>
                  <a:pt x="662" y="194"/>
                  <a:pt x="671" y="215"/>
                </a:cubicBezTo>
                <a:cubicBezTo>
                  <a:pt x="680" y="236"/>
                  <a:pt x="686" y="258"/>
                  <a:pt x="691" y="281"/>
                </a:cubicBezTo>
                <a:cubicBezTo>
                  <a:pt x="695" y="303"/>
                  <a:pt x="698" y="326"/>
                  <a:pt x="698" y="349"/>
                </a:cubicBez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89" name="テキスト ボックス 588"/>
          <p:cNvSpPr txBox="1"/>
          <p:nvPr/>
        </p:nvSpPr>
        <p:spPr>
          <a:xfrm>
            <a:off x="1304280" y="5132160"/>
            <a:ext cx="20124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トの偏りをなくす取り組みが重要</a:t>
            </a:r>
            <a:endParaRPr lang="en-US" sz="1050" b="0" u="none" strike="noStrike">
              <a:solidFill>
                <a:srgbClr val="000000"/>
              </a:solidFill>
              <a:effectLst/>
              <a:uFillTx/>
              <a:latin typeface="Times New Roman"/>
            </a:endParaRPr>
          </a:p>
        </p:txBody>
      </p:sp>
      <p:sp>
        <p:nvSpPr>
          <p:cNvPr id="590" name="フリーフォーム: 図形 589"/>
          <p:cNvSpPr/>
          <p:nvPr/>
        </p:nvSpPr>
        <p:spPr>
          <a:xfrm>
            <a:off x="5498640" y="3727080"/>
            <a:ext cx="4797000" cy="1888920"/>
          </a:xfrm>
          <a:custGeom>
            <a:avLst/>
            <a:gdLst/>
            <a:ahLst/>
            <a:cxnLst/>
            <a:rect l="0" t="0" r="r" b="b"/>
            <a:pathLst>
              <a:path w="13325" h="5247">
                <a:moveTo>
                  <a:pt x="0" y="5061"/>
                </a:moveTo>
                <a:lnTo>
                  <a:pt x="0" y="185"/>
                </a:lnTo>
                <a:cubicBezTo>
                  <a:pt x="0" y="173"/>
                  <a:pt x="1" y="161"/>
                  <a:pt x="2" y="149"/>
                </a:cubicBezTo>
                <a:cubicBezTo>
                  <a:pt x="4" y="137"/>
                  <a:pt x="7" y="125"/>
                  <a:pt x="10" y="114"/>
                </a:cubicBezTo>
                <a:cubicBezTo>
                  <a:pt x="14" y="103"/>
                  <a:pt x="18" y="92"/>
                  <a:pt x="23" y="82"/>
                </a:cubicBezTo>
                <a:cubicBezTo>
                  <a:pt x="28" y="72"/>
                  <a:pt x="34" y="63"/>
                  <a:pt x="40" y="54"/>
                </a:cubicBezTo>
                <a:cubicBezTo>
                  <a:pt x="47" y="45"/>
                  <a:pt x="54" y="38"/>
                  <a:pt x="62" y="31"/>
                </a:cubicBezTo>
                <a:cubicBezTo>
                  <a:pt x="69" y="24"/>
                  <a:pt x="77" y="18"/>
                  <a:pt x="86" y="14"/>
                </a:cubicBezTo>
                <a:cubicBezTo>
                  <a:pt x="94" y="9"/>
                  <a:pt x="103" y="5"/>
                  <a:pt x="112" y="3"/>
                </a:cubicBezTo>
                <a:cubicBezTo>
                  <a:pt x="121" y="1"/>
                  <a:pt x="130" y="0"/>
                  <a:pt x="139" y="0"/>
                </a:cubicBezTo>
                <a:lnTo>
                  <a:pt x="13139" y="0"/>
                </a:lnTo>
                <a:cubicBezTo>
                  <a:pt x="13151" y="0"/>
                  <a:pt x="13164" y="1"/>
                  <a:pt x="13176" y="3"/>
                </a:cubicBezTo>
                <a:cubicBezTo>
                  <a:pt x="13187" y="5"/>
                  <a:pt x="13199" y="9"/>
                  <a:pt x="13210" y="14"/>
                </a:cubicBezTo>
                <a:cubicBezTo>
                  <a:pt x="13222" y="18"/>
                  <a:pt x="13232" y="24"/>
                  <a:pt x="13242" y="31"/>
                </a:cubicBezTo>
                <a:cubicBezTo>
                  <a:pt x="13253" y="38"/>
                  <a:pt x="13262" y="45"/>
                  <a:pt x="13271" y="54"/>
                </a:cubicBezTo>
                <a:cubicBezTo>
                  <a:pt x="13279" y="63"/>
                  <a:pt x="13287" y="72"/>
                  <a:pt x="13294" y="82"/>
                </a:cubicBezTo>
                <a:cubicBezTo>
                  <a:pt x="13300" y="92"/>
                  <a:pt x="13306" y="103"/>
                  <a:pt x="13311" y="114"/>
                </a:cubicBezTo>
                <a:cubicBezTo>
                  <a:pt x="13316" y="125"/>
                  <a:pt x="13319" y="137"/>
                  <a:pt x="13321" y="149"/>
                </a:cubicBezTo>
                <a:cubicBezTo>
                  <a:pt x="13324" y="161"/>
                  <a:pt x="13325" y="173"/>
                  <a:pt x="13325" y="185"/>
                </a:cubicBezTo>
                <a:lnTo>
                  <a:pt x="13325" y="5061"/>
                </a:lnTo>
                <a:cubicBezTo>
                  <a:pt x="13325" y="5073"/>
                  <a:pt x="13324" y="5085"/>
                  <a:pt x="13321" y="5097"/>
                </a:cubicBezTo>
                <a:cubicBezTo>
                  <a:pt x="13319" y="5109"/>
                  <a:pt x="13316" y="5121"/>
                  <a:pt x="13311" y="5132"/>
                </a:cubicBezTo>
                <a:cubicBezTo>
                  <a:pt x="13306" y="5143"/>
                  <a:pt x="13300" y="5154"/>
                  <a:pt x="13294" y="5164"/>
                </a:cubicBezTo>
                <a:cubicBezTo>
                  <a:pt x="13287" y="5174"/>
                  <a:pt x="13279" y="5184"/>
                  <a:pt x="13271" y="5192"/>
                </a:cubicBezTo>
                <a:cubicBezTo>
                  <a:pt x="13262" y="5201"/>
                  <a:pt x="13253" y="5209"/>
                  <a:pt x="13242" y="5215"/>
                </a:cubicBezTo>
                <a:cubicBezTo>
                  <a:pt x="13232" y="5222"/>
                  <a:pt x="13222" y="5228"/>
                  <a:pt x="13210" y="5233"/>
                </a:cubicBezTo>
                <a:cubicBezTo>
                  <a:pt x="13199" y="5237"/>
                  <a:pt x="13187" y="5241"/>
                  <a:pt x="13176" y="5243"/>
                </a:cubicBezTo>
                <a:cubicBezTo>
                  <a:pt x="13164" y="5245"/>
                  <a:pt x="13151" y="5247"/>
                  <a:pt x="13139" y="5247"/>
                </a:cubicBezTo>
                <a:lnTo>
                  <a:pt x="139" y="5247"/>
                </a:lnTo>
                <a:cubicBezTo>
                  <a:pt x="130" y="5247"/>
                  <a:pt x="121" y="5245"/>
                  <a:pt x="112" y="5243"/>
                </a:cubicBezTo>
                <a:cubicBezTo>
                  <a:pt x="103" y="5241"/>
                  <a:pt x="94" y="5237"/>
                  <a:pt x="86" y="5233"/>
                </a:cubicBezTo>
                <a:cubicBezTo>
                  <a:pt x="77" y="5228"/>
                  <a:pt x="69" y="5222"/>
                  <a:pt x="62" y="5215"/>
                </a:cubicBezTo>
                <a:cubicBezTo>
                  <a:pt x="54" y="5209"/>
                  <a:pt x="47" y="5201"/>
                  <a:pt x="40" y="5192"/>
                </a:cubicBezTo>
                <a:cubicBezTo>
                  <a:pt x="34" y="5184"/>
                  <a:pt x="28" y="5174"/>
                  <a:pt x="23" y="5164"/>
                </a:cubicBezTo>
                <a:cubicBezTo>
                  <a:pt x="18" y="5154"/>
                  <a:pt x="14" y="5143"/>
                  <a:pt x="10" y="5132"/>
                </a:cubicBezTo>
                <a:cubicBezTo>
                  <a:pt x="7" y="5121"/>
                  <a:pt x="4" y="5109"/>
                  <a:pt x="2" y="5097"/>
                </a:cubicBezTo>
                <a:cubicBezTo>
                  <a:pt x="1" y="5085"/>
                  <a:pt x="0" y="5073"/>
                  <a:pt x="0" y="5061"/>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91" name="フリーフォーム: 図形 590"/>
          <p:cNvSpPr/>
          <p:nvPr/>
        </p:nvSpPr>
        <p:spPr>
          <a:xfrm>
            <a:off x="5481720" y="3727080"/>
            <a:ext cx="67320" cy="1888920"/>
          </a:xfrm>
          <a:custGeom>
            <a:avLst/>
            <a:gdLst/>
            <a:ahLst/>
            <a:cxnLst/>
            <a:rect l="0" t="0" r="r" b="b"/>
            <a:pathLst>
              <a:path w="187" h="5247">
                <a:moveTo>
                  <a:pt x="151" y="14"/>
                </a:moveTo>
                <a:cubicBezTo>
                  <a:pt x="140" y="23"/>
                  <a:pt x="130" y="37"/>
                  <a:pt x="121" y="54"/>
                </a:cubicBezTo>
                <a:cubicBezTo>
                  <a:pt x="113" y="71"/>
                  <a:pt x="106" y="91"/>
                  <a:pt x="101" y="114"/>
                </a:cubicBezTo>
                <a:cubicBezTo>
                  <a:pt x="96" y="137"/>
                  <a:pt x="94" y="161"/>
                  <a:pt x="94" y="185"/>
                </a:cubicBezTo>
                <a:lnTo>
                  <a:pt x="94" y="5061"/>
                </a:lnTo>
                <a:cubicBezTo>
                  <a:pt x="94" y="5086"/>
                  <a:pt x="96" y="5109"/>
                  <a:pt x="101" y="5132"/>
                </a:cubicBezTo>
                <a:cubicBezTo>
                  <a:pt x="106" y="5155"/>
                  <a:pt x="113" y="5175"/>
                  <a:pt x="121" y="5192"/>
                </a:cubicBezTo>
                <a:cubicBezTo>
                  <a:pt x="130" y="5210"/>
                  <a:pt x="140" y="5223"/>
                  <a:pt x="151" y="5233"/>
                </a:cubicBezTo>
                <a:cubicBezTo>
                  <a:pt x="163" y="5242"/>
                  <a:pt x="175" y="5247"/>
                  <a:pt x="187" y="5247"/>
                </a:cubicBezTo>
                <a:cubicBezTo>
                  <a:pt x="162" y="5247"/>
                  <a:pt x="139" y="5242"/>
                  <a:pt x="116" y="5233"/>
                </a:cubicBezTo>
                <a:cubicBezTo>
                  <a:pt x="93" y="5223"/>
                  <a:pt x="73" y="5210"/>
                  <a:pt x="56" y="5192"/>
                </a:cubicBezTo>
                <a:cubicBezTo>
                  <a:pt x="38" y="5175"/>
                  <a:pt x="24" y="5155"/>
                  <a:pt x="14" y="5132"/>
                </a:cubicBezTo>
                <a:cubicBezTo>
                  <a:pt x="5" y="5109"/>
                  <a:pt x="0" y="5086"/>
                  <a:pt x="0" y="5061"/>
                </a:cubicBezTo>
                <a:lnTo>
                  <a:pt x="0" y="185"/>
                </a:lnTo>
                <a:cubicBezTo>
                  <a:pt x="0" y="161"/>
                  <a:pt x="5" y="137"/>
                  <a:pt x="14" y="114"/>
                </a:cubicBezTo>
                <a:cubicBezTo>
                  <a:pt x="24" y="91"/>
                  <a:pt x="38" y="71"/>
                  <a:pt x="56" y="54"/>
                </a:cubicBezTo>
                <a:cubicBezTo>
                  <a:pt x="73" y="37"/>
                  <a:pt x="93" y="23"/>
                  <a:pt x="116" y="14"/>
                </a:cubicBezTo>
                <a:cubicBezTo>
                  <a:pt x="139" y="4"/>
                  <a:pt x="162" y="0"/>
                  <a:pt x="187" y="0"/>
                </a:cubicBezTo>
                <a:cubicBezTo>
                  <a:pt x="175" y="0"/>
                  <a:pt x="163" y="4"/>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92" name="フリーフォーム: 図形 591"/>
          <p:cNvSpPr/>
          <p:nvPr/>
        </p:nvSpPr>
        <p:spPr>
          <a:xfrm>
            <a:off x="5715720" y="3927600"/>
            <a:ext cx="293040" cy="501480"/>
          </a:xfrm>
          <a:custGeom>
            <a:avLst/>
            <a:gdLst/>
            <a:ahLst/>
            <a:cxnLst/>
            <a:rect l="0" t="0" r="r" b="b"/>
            <a:pathLst>
              <a:path w="814" h="1393">
                <a:moveTo>
                  <a:pt x="0" y="696"/>
                </a:moveTo>
                <a:cubicBezTo>
                  <a:pt x="0" y="673"/>
                  <a:pt x="1" y="650"/>
                  <a:pt x="2" y="628"/>
                </a:cubicBezTo>
                <a:cubicBezTo>
                  <a:pt x="3" y="605"/>
                  <a:pt x="5" y="583"/>
                  <a:pt x="8" y="560"/>
                </a:cubicBezTo>
                <a:cubicBezTo>
                  <a:pt x="11" y="538"/>
                  <a:pt x="14" y="516"/>
                  <a:pt x="18" y="494"/>
                </a:cubicBezTo>
                <a:cubicBezTo>
                  <a:pt x="21" y="472"/>
                  <a:pt x="26" y="451"/>
                  <a:pt x="31" y="430"/>
                </a:cubicBezTo>
                <a:cubicBezTo>
                  <a:pt x="36" y="408"/>
                  <a:pt x="42" y="388"/>
                  <a:pt x="48" y="368"/>
                </a:cubicBezTo>
                <a:cubicBezTo>
                  <a:pt x="54" y="348"/>
                  <a:pt x="61" y="328"/>
                  <a:pt x="68" y="309"/>
                </a:cubicBezTo>
                <a:cubicBezTo>
                  <a:pt x="76" y="290"/>
                  <a:pt x="84" y="272"/>
                  <a:pt x="92" y="254"/>
                </a:cubicBezTo>
                <a:cubicBezTo>
                  <a:pt x="100" y="237"/>
                  <a:pt x="109" y="220"/>
                  <a:pt x="119" y="204"/>
                </a:cubicBezTo>
                <a:cubicBezTo>
                  <a:pt x="128" y="187"/>
                  <a:pt x="138" y="172"/>
                  <a:pt x="148" y="158"/>
                </a:cubicBezTo>
                <a:cubicBezTo>
                  <a:pt x="158" y="143"/>
                  <a:pt x="169" y="130"/>
                  <a:pt x="180" y="117"/>
                </a:cubicBezTo>
                <a:cubicBezTo>
                  <a:pt x="191" y="104"/>
                  <a:pt x="202" y="93"/>
                  <a:pt x="214" y="82"/>
                </a:cubicBezTo>
                <a:cubicBezTo>
                  <a:pt x="225" y="71"/>
                  <a:pt x="237" y="61"/>
                  <a:pt x="250" y="53"/>
                </a:cubicBezTo>
                <a:cubicBezTo>
                  <a:pt x="262" y="44"/>
                  <a:pt x="274" y="36"/>
                  <a:pt x="287" y="30"/>
                </a:cubicBezTo>
                <a:cubicBezTo>
                  <a:pt x="300" y="23"/>
                  <a:pt x="312" y="17"/>
                  <a:pt x="325" y="13"/>
                </a:cubicBezTo>
                <a:cubicBezTo>
                  <a:pt x="338" y="9"/>
                  <a:pt x="351" y="5"/>
                  <a:pt x="365" y="3"/>
                </a:cubicBezTo>
                <a:cubicBezTo>
                  <a:pt x="378" y="1"/>
                  <a:pt x="391" y="0"/>
                  <a:pt x="404" y="0"/>
                </a:cubicBezTo>
                <a:lnTo>
                  <a:pt x="409" y="0"/>
                </a:lnTo>
                <a:cubicBezTo>
                  <a:pt x="422" y="0"/>
                  <a:pt x="435" y="1"/>
                  <a:pt x="448" y="3"/>
                </a:cubicBezTo>
                <a:cubicBezTo>
                  <a:pt x="462" y="5"/>
                  <a:pt x="475" y="9"/>
                  <a:pt x="488" y="13"/>
                </a:cubicBezTo>
                <a:cubicBezTo>
                  <a:pt x="501" y="17"/>
                  <a:pt x="513" y="23"/>
                  <a:pt x="526" y="30"/>
                </a:cubicBezTo>
                <a:cubicBezTo>
                  <a:pt x="539" y="36"/>
                  <a:pt x="551" y="44"/>
                  <a:pt x="563" y="53"/>
                </a:cubicBezTo>
                <a:cubicBezTo>
                  <a:pt x="576" y="61"/>
                  <a:pt x="588" y="71"/>
                  <a:pt x="599" y="82"/>
                </a:cubicBezTo>
                <a:cubicBezTo>
                  <a:pt x="611" y="93"/>
                  <a:pt x="622" y="104"/>
                  <a:pt x="633" y="117"/>
                </a:cubicBezTo>
                <a:cubicBezTo>
                  <a:pt x="644" y="130"/>
                  <a:pt x="655" y="143"/>
                  <a:pt x="665" y="158"/>
                </a:cubicBezTo>
                <a:cubicBezTo>
                  <a:pt x="675" y="172"/>
                  <a:pt x="685" y="187"/>
                  <a:pt x="694" y="204"/>
                </a:cubicBezTo>
                <a:cubicBezTo>
                  <a:pt x="704" y="220"/>
                  <a:pt x="713" y="237"/>
                  <a:pt x="721" y="254"/>
                </a:cubicBezTo>
                <a:cubicBezTo>
                  <a:pt x="729" y="272"/>
                  <a:pt x="737" y="290"/>
                  <a:pt x="745" y="309"/>
                </a:cubicBezTo>
                <a:cubicBezTo>
                  <a:pt x="752" y="328"/>
                  <a:pt x="759" y="348"/>
                  <a:pt x="765" y="368"/>
                </a:cubicBezTo>
                <a:cubicBezTo>
                  <a:pt x="772" y="388"/>
                  <a:pt x="778" y="408"/>
                  <a:pt x="783" y="430"/>
                </a:cubicBezTo>
                <a:cubicBezTo>
                  <a:pt x="788" y="451"/>
                  <a:pt x="792" y="472"/>
                  <a:pt x="796" y="494"/>
                </a:cubicBezTo>
                <a:cubicBezTo>
                  <a:pt x="800" y="516"/>
                  <a:pt x="803" y="538"/>
                  <a:pt x="806" y="560"/>
                </a:cubicBezTo>
                <a:cubicBezTo>
                  <a:pt x="809" y="583"/>
                  <a:pt x="810" y="605"/>
                  <a:pt x="812" y="628"/>
                </a:cubicBezTo>
                <a:cubicBezTo>
                  <a:pt x="813" y="650"/>
                  <a:pt x="814" y="673"/>
                  <a:pt x="814" y="696"/>
                </a:cubicBezTo>
                <a:cubicBezTo>
                  <a:pt x="814" y="719"/>
                  <a:pt x="813" y="742"/>
                  <a:pt x="812" y="764"/>
                </a:cubicBezTo>
                <a:cubicBezTo>
                  <a:pt x="810" y="787"/>
                  <a:pt x="809" y="810"/>
                  <a:pt x="806" y="832"/>
                </a:cubicBezTo>
                <a:cubicBezTo>
                  <a:pt x="803" y="854"/>
                  <a:pt x="800" y="876"/>
                  <a:pt x="796" y="898"/>
                </a:cubicBezTo>
                <a:cubicBezTo>
                  <a:pt x="792" y="920"/>
                  <a:pt x="788" y="942"/>
                  <a:pt x="783" y="964"/>
                </a:cubicBezTo>
                <a:cubicBezTo>
                  <a:pt x="778" y="985"/>
                  <a:pt x="772" y="1005"/>
                  <a:pt x="765" y="1025"/>
                </a:cubicBezTo>
                <a:cubicBezTo>
                  <a:pt x="759" y="1045"/>
                  <a:pt x="752" y="1065"/>
                  <a:pt x="745" y="1084"/>
                </a:cubicBezTo>
                <a:cubicBezTo>
                  <a:pt x="737" y="1103"/>
                  <a:pt x="729" y="1121"/>
                  <a:pt x="721" y="1139"/>
                </a:cubicBezTo>
                <a:cubicBezTo>
                  <a:pt x="713" y="1156"/>
                  <a:pt x="704" y="1173"/>
                  <a:pt x="694" y="1189"/>
                </a:cubicBezTo>
                <a:cubicBezTo>
                  <a:pt x="685" y="1206"/>
                  <a:pt x="675" y="1221"/>
                  <a:pt x="665" y="1235"/>
                </a:cubicBezTo>
                <a:cubicBezTo>
                  <a:pt x="655" y="1250"/>
                  <a:pt x="644" y="1263"/>
                  <a:pt x="633" y="1276"/>
                </a:cubicBezTo>
                <a:cubicBezTo>
                  <a:pt x="622" y="1289"/>
                  <a:pt x="611" y="1300"/>
                  <a:pt x="599" y="1311"/>
                </a:cubicBezTo>
                <a:cubicBezTo>
                  <a:pt x="588" y="1322"/>
                  <a:pt x="576" y="1332"/>
                  <a:pt x="563" y="1340"/>
                </a:cubicBezTo>
                <a:cubicBezTo>
                  <a:pt x="551" y="1349"/>
                  <a:pt x="539" y="1357"/>
                  <a:pt x="526" y="1363"/>
                </a:cubicBezTo>
                <a:cubicBezTo>
                  <a:pt x="513" y="1370"/>
                  <a:pt x="501" y="1376"/>
                  <a:pt x="488" y="1380"/>
                </a:cubicBezTo>
                <a:cubicBezTo>
                  <a:pt x="475" y="1384"/>
                  <a:pt x="462" y="1388"/>
                  <a:pt x="448" y="1390"/>
                </a:cubicBezTo>
                <a:cubicBezTo>
                  <a:pt x="435" y="1392"/>
                  <a:pt x="422" y="1393"/>
                  <a:pt x="409" y="1393"/>
                </a:cubicBezTo>
                <a:lnTo>
                  <a:pt x="404" y="1393"/>
                </a:lnTo>
                <a:cubicBezTo>
                  <a:pt x="391" y="1393"/>
                  <a:pt x="378" y="1392"/>
                  <a:pt x="365" y="1390"/>
                </a:cubicBezTo>
                <a:cubicBezTo>
                  <a:pt x="351" y="1388"/>
                  <a:pt x="338" y="1384"/>
                  <a:pt x="325" y="1380"/>
                </a:cubicBezTo>
                <a:cubicBezTo>
                  <a:pt x="312" y="1376"/>
                  <a:pt x="300" y="1370"/>
                  <a:pt x="287" y="1363"/>
                </a:cubicBezTo>
                <a:cubicBezTo>
                  <a:pt x="274" y="1357"/>
                  <a:pt x="262" y="1349"/>
                  <a:pt x="250" y="1340"/>
                </a:cubicBezTo>
                <a:cubicBezTo>
                  <a:pt x="237" y="1332"/>
                  <a:pt x="225" y="1322"/>
                  <a:pt x="214" y="1311"/>
                </a:cubicBezTo>
                <a:cubicBezTo>
                  <a:pt x="202" y="1300"/>
                  <a:pt x="191" y="1289"/>
                  <a:pt x="180" y="1276"/>
                </a:cubicBezTo>
                <a:cubicBezTo>
                  <a:pt x="169" y="1263"/>
                  <a:pt x="158" y="1250"/>
                  <a:pt x="148" y="1235"/>
                </a:cubicBezTo>
                <a:cubicBezTo>
                  <a:pt x="138" y="1221"/>
                  <a:pt x="128" y="1206"/>
                  <a:pt x="119" y="1189"/>
                </a:cubicBezTo>
                <a:cubicBezTo>
                  <a:pt x="109" y="1173"/>
                  <a:pt x="100" y="1156"/>
                  <a:pt x="92" y="1139"/>
                </a:cubicBezTo>
                <a:cubicBezTo>
                  <a:pt x="84" y="1121"/>
                  <a:pt x="76" y="1103"/>
                  <a:pt x="68" y="1084"/>
                </a:cubicBezTo>
                <a:cubicBezTo>
                  <a:pt x="61" y="1065"/>
                  <a:pt x="54" y="1045"/>
                  <a:pt x="48" y="1025"/>
                </a:cubicBezTo>
                <a:cubicBezTo>
                  <a:pt x="42" y="1005"/>
                  <a:pt x="36" y="985"/>
                  <a:pt x="31" y="964"/>
                </a:cubicBezTo>
                <a:cubicBezTo>
                  <a:pt x="26" y="942"/>
                  <a:pt x="21" y="920"/>
                  <a:pt x="18" y="898"/>
                </a:cubicBezTo>
                <a:cubicBezTo>
                  <a:pt x="14" y="876"/>
                  <a:pt x="11" y="854"/>
                  <a:pt x="8" y="832"/>
                </a:cubicBezTo>
                <a:cubicBezTo>
                  <a:pt x="5" y="810"/>
                  <a:pt x="3" y="787"/>
                  <a:pt x="2" y="764"/>
                </a:cubicBezTo>
                <a:cubicBezTo>
                  <a:pt x="1" y="742"/>
                  <a:pt x="0" y="719"/>
                  <a:pt x="0" y="696"/>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593" name="図 592"/>
          <p:cNvPicPr/>
          <p:nvPr/>
        </p:nvPicPr>
        <p:blipFill>
          <a:blip r:embed="rId6"/>
          <a:stretch/>
        </p:blipFill>
        <p:spPr>
          <a:xfrm>
            <a:off x="5732640" y="4052880"/>
            <a:ext cx="250200" cy="250200"/>
          </a:xfrm>
          <a:prstGeom prst="rect">
            <a:avLst/>
          </a:prstGeom>
          <a:noFill/>
          <a:ln w="0">
            <a:noFill/>
          </a:ln>
        </p:spPr>
      </p:pic>
      <p:sp>
        <p:nvSpPr>
          <p:cNvPr id="594" name="テキスト ボックス 593"/>
          <p:cNvSpPr txBox="1"/>
          <p:nvPr/>
        </p:nvSpPr>
        <p:spPr>
          <a:xfrm>
            <a:off x="5135040" y="3703320"/>
            <a:ext cx="133200" cy="15732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3</a:t>
            </a:r>
            <a:endParaRPr lang="en-US" sz="1050" b="0" u="none" strike="noStrike">
              <a:solidFill>
                <a:srgbClr val="000000"/>
              </a:solidFill>
              <a:effectLst/>
              <a:uFillTx/>
              <a:latin typeface="Times New Roman"/>
            </a:endParaRPr>
          </a:p>
        </p:txBody>
      </p:sp>
      <p:sp>
        <p:nvSpPr>
          <p:cNvPr id="595" name="フリーフォーム: 図形 594"/>
          <p:cNvSpPr/>
          <p:nvPr/>
        </p:nvSpPr>
        <p:spPr>
          <a:xfrm>
            <a:off x="6217200" y="4311720"/>
            <a:ext cx="50400" cy="50760"/>
          </a:xfrm>
          <a:custGeom>
            <a:avLst/>
            <a:gdLst/>
            <a:ahLst/>
            <a:cxnLst/>
            <a:rect l="0" t="0" r="r" b="b"/>
            <a:pathLst>
              <a:path w="140" h="141">
                <a:moveTo>
                  <a:pt x="140" y="71"/>
                </a:moveTo>
                <a:cubicBezTo>
                  <a:pt x="140" y="80"/>
                  <a:pt x="139" y="89"/>
                  <a:pt x="135" y="98"/>
                </a:cubicBezTo>
                <a:cubicBezTo>
                  <a:pt x="131" y="106"/>
                  <a:pt x="126" y="114"/>
                  <a:pt x="120" y="120"/>
                </a:cubicBezTo>
                <a:cubicBezTo>
                  <a:pt x="113" y="127"/>
                  <a:pt x="106" y="132"/>
                  <a:pt x="97" y="135"/>
                </a:cubicBezTo>
                <a:cubicBezTo>
                  <a:pt x="89" y="139"/>
                  <a:pt x="80" y="141"/>
                  <a:pt x="71" y="141"/>
                </a:cubicBezTo>
                <a:cubicBezTo>
                  <a:pt x="61" y="141"/>
                  <a:pt x="53" y="139"/>
                  <a:pt x="44" y="135"/>
                </a:cubicBezTo>
                <a:cubicBezTo>
                  <a:pt x="34" y="132"/>
                  <a:pt x="27" y="127"/>
                  <a:pt x="20" y="120"/>
                </a:cubicBezTo>
                <a:cubicBezTo>
                  <a:pt x="14" y="114"/>
                  <a:pt x="9" y="106"/>
                  <a:pt x="5" y="98"/>
                </a:cubicBezTo>
                <a:cubicBezTo>
                  <a:pt x="2" y="89"/>
                  <a:pt x="0" y="80"/>
                  <a:pt x="0" y="71"/>
                </a:cubicBezTo>
                <a:cubicBezTo>
                  <a:pt x="0" y="62"/>
                  <a:pt x="2" y="53"/>
                  <a:pt x="5" y="43"/>
                </a:cubicBezTo>
                <a:cubicBezTo>
                  <a:pt x="9" y="35"/>
                  <a:pt x="14" y="27"/>
                  <a:pt x="20" y="21"/>
                </a:cubicBezTo>
                <a:cubicBezTo>
                  <a:pt x="27" y="14"/>
                  <a:pt x="34" y="9"/>
                  <a:pt x="44" y="6"/>
                </a:cubicBezTo>
                <a:cubicBezTo>
                  <a:pt x="53" y="2"/>
                  <a:pt x="61" y="0"/>
                  <a:pt x="71" y="0"/>
                </a:cubicBezTo>
                <a:cubicBezTo>
                  <a:pt x="80" y="0"/>
                  <a:pt x="89" y="2"/>
                  <a:pt x="97" y="6"/>
                </a:cubicBezTo>
                <a:cubicBezTo>
                  <a:pt x="106" y="9"/>
                  <a:pt x="113" y="14"/>
                  <a:pt x="120" y="21"/>
                </a:cubicBezTo>
                <a:cubicBezTo>
                  <a:pt x="126" y="27"/>
                  <a:pt x="131" y="35"/>
                  <a:pt x="135" y="43"/>
                </a:cubicBezTo>
                <a:cubicBezTo>
                  <a:pt x="139" y="53"/>
                  <a:pt x="140" y="62"/>
                  <a:pt x="140" y="71"/>
                </a:cubicBezTo>
                <a:close/>
              </a:path>
            </a:pathLst>
          </a:custGeom>
          <a:solidFill>
            <a:srgbClr val="D1D5DC"/>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96" name="テキスト ボックス 595"/>
          <p:cNvSpPr txBox="1"/>
          <p:nvPr/>
        </p:nvSpPr>
        <p:spPr>
          <a:xfrm>
            <a:off x="6207480" y="3956400"/>
            <a:ext cx="234756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サイバーセキュリティの脆弱性</a:t>
            </a:r>
            <a:endParaRPr lang="en-US" sz="1320" b="0" u="none" strike="noStrike">
              <a:solidFill>
                <a:srgbClr val="000000"/>
              </a:solidFill>
              <a:effectLst/>
              <a:uFillTx/>
              <a:latin typeface="Times New Roman"/>
            </a:endParaRPr>
          </a:p>
        </p:txBody>
      </p:sp>
      <p:sp>
        <p:nvSpPr>
          <p:cNvPr id="597" name="テキスト ボックス 596"/>
          <p:cNvSpPr txBox="1"/>
          <p:nvPr/>
        </p:nvSpPr>
        <p:spPr>
          <a:xfrm>
            <a:off x="6374520" y="4263120"/>
            <a:ext cx="36216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コネクテッドカーや自動運転システムは、常にネットワーク</a:t>
            </a:r>
            <a:endParaRPr lang="en-US" sz="1050" b="0" u="none" strike="noStrike">
              <a:solidFill>
                <a:srgbClr val="000000"/>
              </a:solidFill>
              <a:effectLst/>
              <a:uFillTx/>
              <a:latin typeface="Times New Roman"/>
            </a:endParaRPr>
          </a:p>
        </p:txBody>
      </p:sp>
      <p:sp>
        <p:nvSpPr>
          <p:cNvPr id="598" name="フリーフォーム: 図形 597"/>
          <p:cNvSpPr/>
          <p:nvPr/>
        </p:nvSpPr>
        <p:spPr>
          <a:xfrm>
            <a:off x="6217200" y="4746600"/>
            <a:ext cx="50400" cy="50400"/>
          </a:xfrm>
          <a:custGeom>
            <a:avLst/>
            <a:gdLst/>
            <a:ahLst/>
            <a:cxnLst/>
            <a:rect l="0" t="0" r="r" b="b"/>
            <a:pathLst>
              <a:path w="140" h="140">
                <a:moveTo>
                  <a:pt x="140" y="69"/>
                </a:moveTo>
                <a:cubicBezTo>
                  <a:pt x="140" y="78"/>
                  <a:pt x="139" y="87"/>
                  <a:pt x="135" y="97"/>
                </a:cubicBezTo>
                <a:cubicBezTo>
                  <a:pt x="131" y="105"/>
                  <a:pt x="126" y="113"/>
                  <a:pt x="120" y="119"/>
                </a:cubicBezTo>
                <a:cubicBezTo>
                  <a:pt x="113" y="126"/>
                  <a:pt x="106" y="131"/>
                  <a:pt x="97" y="134"/>
                </a:cubicBezTo>
                <a:cubicBezTo>
                  <a:pt x="89" y="138"/>
                  <a:pt x="80" y="140"/>
                  <a:pt x="71" y="140"/>
                </a:cubicBezTo>
                <a:cubicBezTo>
                  <a:pt x="61" y="140"/>
                  <a:pt x="53" y="138"/>
                  <a:pt x="44" y="134"/>
                </a:cubicBezTo>
                <a:cubicBezTo>
                  <a:pt x="34" y="131"/>
                  <a:pt x="27" y="126"/>
                  <a:pt x="20" y="119"/>
                </a:cubicBezTo>
                <a:cubicBezTo>
                  <a:pt x="14" y="113"/>
                  <a:pt x="9" y="105"/>
                  <a:pt x="5" y="97"/>
                </a:cubicBezTo>
                <a:cubicBezTo>
                  <a:pt x="2" y="87"/>
                  <a:pt x="0" y="78"/>
                  <a:pt x="0" y="69"/>
                </a:cubicBezTo>
                <a:cubicBezTo>
                  <a:pt x="0" y="60"/>
                  <a:pt x="2" y="51"/>
                  <a:pt x="5" y="43"/>
                </a:cubicBezTo>
                <a:cubicBezTo>
                  <a:pt x="9" y="34"/>
                  <a:pt x="14" y="26"/>
                  <a:pt x="20" y="20"/>
                </a:cubicBezTo>
                <a:cubicBezTo>
                  <a:pt x="27" y="13"/>
                  <a:pt x="34" y="8"/>
                  <a:pt x="44" y="5"/>
                </a:cubicBezTo>
                <a:cubicBezTo>
                  <a:pt x="53" y="1"/>
                  <a:pt x="61" y="0"/>
                  <a:pt x="71" y="0"/>
                </a:cubicBezTo>
                <a:cubicBezTo>
                  <a:pt x="80" y="0"/>
                  <a:pt x="89" y="1"/>
                  <a:pt x="97" y="5"/>
                </a:cubicBezTo>
                <a:cubicBezTo>
                  <a:pt x="106" y="8"/>
                  <a:pt x="113" y="13"/>
                  <a:pt x="120" y="20"/>
                </a:cubicBezTo>
                <a:cubicBezTo>
                  <a:pt x="126" y="26"/>
                  <a:pt x="131" y="34"/>
                  <a:pt x="135" y="43"/>
                </a:cubicBezTo>
                <a:cubicBezTo>
                  <a:pt x="139" y="51"/>
                  <a:pt x="140" y="60"/>
                  <a:pt x="140" y="69"/>
                </a:cubicBezTo>
                <a:close/>
              </a:path>
            </a:pathLst>
          </a:custGeom>
          <a:solidFill>
            <a:srgbClr val="D1D5DC"/>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99" name="テキスト ボックス 598"/>
          <p:cNvSpPr txBox="1"/>
          <p:nvPr/>
        </p:nvSpPr>
        <p:spPr>
          <a:xfrm>
            <a:off x="6374520" y="4463640"/>
            <a:ext cx="25488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に接続されサイバー攻撃のリスクを抱える</a:t>
            </a:r>
            <a:endParaRPr lang="en-US" sz="1050" b="0" u="none" strike="noStrike">
              <a:solidFill>
                <a:srgbClr val="000000"/>
              </a:solidFill>
              <a:effectLst/>
              <a:uFillTx/>
              <a:latin typeface="Times New Roman"/>
            </a:endParaRPr>
          </a:p>
        </p:txBody>
      </p:sp>
      <p:sp>
        <p:nvSpPr>
          <p:cNvPr id="600" name="テキスト ボックス 599"/>
          <p:cNvSpPr txBox="1"/>
          <p:nvPr/>
        </p:nvSpPr>
        <p:spPr>
          <a:xfrm>
            <a:off x="6374520" y="4697640"/>
            <a:ext cx="36889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悪意のある第三者が</a:t>
            </a:r>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システムに侵入し、誤作動を引き起こ</a:t>
            </a:r>
            <a:endParaRPr lang="en-US" sz="1050" b="0" u="none" strike="noStrike">
              <a:solidFill>
                <a:srgbClr val="000000"/>
              </a:solidFill>
              <a:effectLst/>
              <a:uFillTx/>
              <a:latin typeface="Times New Roman"/>
            </a:endParaRPr>
          </a:p>
        </p:txBody>
      </p:sp>
      <p:sp>
        <p:nvSpPr>
          <p:cNvPr id="601" name="フリーフォーム: 図形 600"/>
          <p:cNvSpPr/>
          <p:nvPr/>
        </p:nvSpPr>
        <p:spPr>
          <a:xfrm>
            <a:off x="6217200" y="5181120"/>
            <a:ext cx="50400" cy="50400"/>
          </a:xfrm>
          <a:custGeom>
            <a:avLst/>
            <a:gdLst/>
            <a:ahLst/>
            <a:cxnLst/>
            <a:rect l="0" t="0" r="r" b="b"/>
            <a:pathLst>
              <a:path w="140" h="140">
                <a:moveTo>
                  <a:pt x="140" y="69"/>
                </a:moveTo>
                <a:cubicBezTo>
                  <a:pt x="140" y="78"/>
                  <a:pt x="139" y="87"/>
                  <a:pt x="135" y="96"/>
                </a:cubicBezTo>
                <a:cubicBezTo>
                  <a:pt x="131" y="104"/>
                  <a:pt x="126" y="112"/>
                  <a:pt x="120" y="118"/>
                </a:cubicBezTo>
                <a:cubicBezTo>
                  <a:pt x="113" y="125"/>
                  <a:pt x="106" y="130"/>
                  <a:pt x="97" y="135"/>
                </a:cubicBezTo>
                <a:cubicBezTo>
                  <a:pt x="89" y="138"/>
                  <a:pt x="80" y="140"/>
                  <a:pt x="71" y="140"/>
                </a:cubicBezTo>
                <a:cubicBezTo>
                  <a:pt x="61" y="140"/>
                  <a:pt x="53" y="138"/>
                  <a:pt x="44" y="135"/>
                </a:cubicBezTo>
                <a:cubicBezTo>
                  <a:pt x="34" y="130"/>
                  <a:pt x="27" y="125"/>
                  <a:pt x="20" y="118"/>
                </a:cubicBezTo>
                <a:cubicBezTo>
                  <a:pt x="14" y="112"/>
                  <a:pt x="9" y="104"/>
                  <a:pt x="5" y="96"/>
                </a:cubicBezTo>
                <a:cubicBezTo>
                  <a:pt x="2" y="87"/>
                  <a:pt x="0" y="78"/>
                  <a:pt x="0" y="69"/>
                </a:cubicBezTo>
                <a:cubicBezTo>
                  <a:pt x="0" y="60"/>
                  <a:pt x="2" y="51"/>
                  <a:pt x="5" y="43"/>
                </a:cubicBezTo>
                <a:cubicBezTo>
                  <a:pt x="9" y="34"/>
                  <a:pt x="14" y="27"/>
                  <a:pt x="20" y="20"/>
                </a:cubicBezTo>
                <a:cubicBezTo>
                  <a:pt x="27" y="13"/>
                  <a:pt x="34" y="8"/>
                  <a:pt x="44" y="5"/>
                </a:cubicBezTo>
                <a:cubicBezTo>
                  <a:pt x="53" y="1"/>
                  <a:pt x="61" y="0"/>
                  <a:pt x="71" y="0"/>
                </a:cubicBezTo>
                <a:cubicBezTo>
                  <a:pt x="80" y="0"/>
                  <a:pt x="89" y="1"/>
                  <a:pt x="97" y="5"/>
                </a:cubicBezTo>
                <a:cubicBezTo>
                  <a:pt x="106" y="8"/>
                  <a:pt x="113" y="13"/>
                  <a:pt x="120" y="20"/>
                </a:cubicBezTo>
                <a:cubicBezTo>
                  <a:pt x="126" y="27"/>
                  <a:pt x="131" y="34"/>
                  <a:pt x="135" y="43"/>
                </a:cubicBezTo>
                <a:cubicBezTo>
                  <a:pt x="139" y="51"/>
                  <a:pt x="140" y="60"/>
                  <a:pt x="140" y="69"/>
                </a:cubicBezTo>
                <a:close/>
              </a:path>
            </a:pathLst>
          </a:custGeom>
          <a:solidFill>
            <a:srgbClr val="D1D5DC"/>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02" name="テキスト ボックス 601"/>
          <p:cNvSpPr txBox="1"/>
          <p:nvPr/>
        </p:nvSpPr>
        <p:spPr>
          <a:xfrm>
            <a:off x="6374520" y="4898160"/>
            <a:ext cx="29512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したり、センサーデータを偽装したりする可能性</a:t>
            </a:r>
            <a:endParaRPr lang="en-US" sz="1050" b="0" u="none" strike="noStrike">
              <a:solidFill>
                <a:srgbClr val="000000"/>
              </a:solidFill>
              <a:effectLst/>
              <a:uFillTx/>
              <a:latin typeface="Times New Roman"/>
            </a:endParaRPr>
          </a:p>
        </p:txBody>
      </p:sp>
      <p:sp>
        <p:nvSpPr>
          <p:cNvPr id="603" name="フリーフォーム: 図形 602"/>
          <p:cNvSpPr/>
          <p:nvPr/>
        </p:nvSpPr>
        <p:spPr>
          <a:xfrm>
            <a:off x="10128240" y="3643200"/>
            <a:ext cx="250920" cy="251280"/>
          </a:xfrm>
          <a:custGeom>
            <a:avLst/>
            <a:gdLst/>
            <a:ahLst/>
            <a:cxnLst/>
            <a:rect l="0" t="0" r="r" b="b"/>
            <a:pathLst>
              <a:path w="697" h="698">
                <a:moveTo>
                  <a:pt x="697" y="349"/>
                </a:moveTo>
                <a:cubicBezTo>
                  <a:pt x="697" y="371"/>
                  <a:pt x="695" y="394"/>
                  <a:pt x="690" y="417"/>
                </a:cubicBezTo>
                <a:cubicBezTo>
                  <a:pt x="686" y="439"/>
                  <a:pt x="679" y="461"/>
                  <a:pt x="671" y="482"/>
                </a:cubicBezTo>
                <a:cubicBezTo>
                  <a:pt x="662" y="503"/>
                  <a:pt x="651" y="523"/>
                  <a:pt x="638" y="542"/>
                </a:cubicBezTo>
                <a:cubicBezTo>
                  <a:pt x="626" y="561"/>
                  <a:pt x="611" y="579"/>
                  <a:pt x="595" y="595"/>
                </a:cubicBezTo>
                <a:cubicBezTo>
                  <a:pt x="579" y="611"/>
                  <a:pt x="561" y="625"/>
                  <a:pt x="542" y="638"/>
                </a:cubicBezTo>
                <a:cubicBezTo>
                  <a:pt x="523" y="651"/>
                  <a:pt x="503" y="662"/>
                  <a:pt x="482" y="671"/>
                </a:cubicBezTo>
                <a:cubicBezTo>
                  <a:pt x="461" y="680"/>
                  <a:pt x="439" y="687"/>
                  <a:pt x="417" y="691"/>
                </a:cubicBezTo>
                <a:cubicBezTo>
                  <a:pt x="394" y="696"/>
                  <a:pt x="372" y="698"/>
                  <a:pt x="349" y="698"/>
                </a:cubicBezTo>
                <a:cubicBezTo>
                  <a:pt x="326" y="698"/>
                  <a:pt x="303" y="696"/>
                  <a:pt x="281" y="691"/>
                </a:cubicBezTo>
                <a:cubicBezTo>
                  <a:pt x="259" y="687"/>
                  <a:pt x="237" y="680"/>
                  <a:pt x="216" y="671"/>
                </a:cubicBezTo>
                <a:cubicBezTo>
                  <a:pt x="195" y="662"/>
                  <a:pt x="174" y="651"/>
                  <a:pt x="155" y="638"/>
                </a:cubicBezTo>
                <a:cubicBezTo>
                  <a:pt x="136" y="625"/>
                  <a:pt x="119" y="611"/>
                  <a:pt x="103" y="595"/>
                </a:cubicBezTo>
                <a:cubicBezTo>
                  <a:pt x="87" y="579"/>
                  <a:pt x="72" y="561"/>
                  <a:pt x="59" y="542"/>
                </a:cubicBezTo>
                <a:cubicBezTo>
                  <a:pt x="46" y="523"/>
                  <a:pt x="35" y="503"/>
                  <a:pt x="26" y="482"/>
                </a:cubicBezTo>
                <a:cubicBezTo>
                  <a:pt x="17" y="461"/>
                  <a:pt x="11" y="439"/>
                  <a:pt x="6" y="417"/>
                </a:cubicBezTo>
                <a:cubicBezTo>
                  <a:pt x="2" y="394"/>
                  <a:pt x="0" y="371"/>
                  <a:pt x="0" y="349"/>
                </a:cubicBezTo>
                <a:cubicBezTo>
                  <a:pt x="0" y="326"/>
                  <a:pt x="2" y="303"/>
                  <a:pt x="6" y="281"/>
                </a:cubicBezTo>
                <a:cubicBezTo>
                  <a:pt x="11" y="258"/>
                  <a:pt x="17" y="236"/>
                  <a:pt x="26" y="215"/>
                </a:cubicBezTo>
                <a:cubicBezTo>
                  <a:pt x="35" y="194"/>
                  <a:pt x="46" y="174"/>
                  <a:pt x="59" y="155"/>
                </a:cubicBezTo>
                <a:cubicBezTo>
                  <a:pt x="72" y="136"/>
                  <a:pt x="87" y="119"/>
                  <a:pt x="103" y="102"/>
                </a:cubicBezTo>
                <a:cubicBezTo>
                  <a:pt x="119" y="86"/>
                  <a:pt x="136" y="72"/>
                  <a:pt x="155" y="59"/>
                </a:cubicBezTo>
                <a:cubicBezTo>
                  <a:pt x="174" y="46"/>
                  <a:pt x="195" y="36"/>
                  <a:pt x="216" y="27"/>
                </a:cubicBezTo>
                <a:cubicBezTo>
                  <a:pt x="237" y="18"/>
                  <a:pt x="259" y="12"/>
                  <a:pt x="281" y="7"/>
                </a:cubicBezTo>
                <a:cubicBezTo>
                  <a:pt x="303" y="3"/>
                  <a:pt x="326" y="0"/>
                  <a:pt x="349" y="0"/>
                </a:cubicBezTo>
                <a:cubicBezTo>
                  <a:pt x="372" y="0"/>
                  <a:pt x="394" y="3"/>
                  <a:pt x="417" y="7"/>
                </a:cubicBezTo>
                <a:cubicBezTo>
                  <a:pt x="439" y="12"/>
                  <a:pt x="461" y="18"/>
                  <a:pt x="482" y="27"/>
                </a:cubicBezTo>
                <a:cubicBezTo>
                  <a:pt x="503" y="36"/>
                  <a:pt x="523" y="46"/>
                  <a:pt x="542" y="59"/>
                </a:cubicBezTo>
                <a:cubicBezTo>
                  <a:pt x="561" y="72"/>
                  <a:pt x="579" y="86"/>
                  <a:pt x="595" y="102"/>
                </a:cubicBezTo>
                <a:cubicBezTo>
                  <a:pt x="611" y="119"/>
                  <a:pt x="626" y="136"/>
                  <a:pt x="638" y="155"/>
                </a:cubicBezTo>
                <a:cubicBezTo>
                  <a:pt x="651" y="174"/>
                  <a:pt x="662" y="194"/>
                  <a:pt x="671" y="215"/>
                </a:cubicBezTo>
                <a:cubicBezTo>
                  <a:pt x="679" y="236"/>
                  <a:pt x="686" y="258"/>
                  <a:pt x="690" y="281"/>
                </a:cubicBezTo>
                <a:cubicBezTo>
                  <a:pt x="695" y="303"/>
                  <a:pt x="697" y="326"/>
                  <a:pt x="697" y="349"/>
                </a:cubicBez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04" name="テキスト ボックス 603"/>
          <p:cNvSpPr txBox="1"/>
          <p:nvPr/>
        </p:nvSpPr>
        <p:spPr>
          <a:xfrm>
            <a:off x="6374520" y="5132160"/>
            <a:ext cx="36216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異常な挙動を検知‧防御するセキュリティ技術の向上が急務</a:t>
            </a:r>
            <a:endParaRPr lang="en-US" sz="1050" b="0" u="none" strike="noStrike">
              <a:solidFill>
                <a:srgbClr val="000000"/>
              </a:solidFill>
              <a:effectLst/>
              <a:uFillTx/>
              <a:latin typeface="Times New Roman"/>
            </a:endParaRPr>
          </a:p>
        </p:txBody>
      </p:sp>
      <p:pic>
        <p:nvPicPr>
          <p:cNvPr id="605" name="図 604"/>
          <p:cNvPicPr/>
          <p:nvPr/>
        </p:nvPicPr>
        <p:blipFill>
          <a:blip r:embed="rId7"/>
          <a:stretch/>
        </p:blipFill>
        <p:spPr>
          <a:xfrm>
            <a:off x="0" y="5983560"/>
            <a:ext cx="10696320" cy="33120"/>
          </a:xfrm>
          <a:prstGeom prst="rect">
            <a:avLst/>
          </a:prstGeom>
          <a:noFill/>
          <a:ln w="0">
            <a:noFill/>
          </a:ln>
        </p:spPr>
      </p:pic>
      <p:pic>
        <p:nvPicPr>
          <p:cNvPr id="606" name="図 605"/>
          <p:cNvPicPr/>
          <p:nvPr/>
        </p:nvPicPr>
        <p:blipFill>
          <a:blip r:embed="rId8"/>
          <a:stretch/>
        </p:blipFill>
        <p:spPr>
          <a:xfrm>
            <a:off x="9359640" y="668520"/>
            <a:ext cx="534600" cy="534600"/>
          </a:xfrm>
          <a:prstGeom prst="rect">
            <a:avLst/>
          </a:prstGeom>
          <a:noFill/>
          <a:ln w="0">
            <a:noFill/>
          </a:ln>
        </p:spPr>
      </p:pic>
      <p:pic>
        <p:nvPicPr>
          <p:cNvPr id="607" name="図 606"/>
          <p:cNvPicPr/>
          <p:nvPr/>
        </p:nvPicPr>
        <p:blipFill>
          <a:blip r:embed="rId9"/>
          <a:stretch/>
        </p:blipFill>
        <p:spPr>
          <a:xfrm>
            <a:off x="534960" y="4145040"/>
            <a:ext cx="801720" cy="801720"/>
          </a:xfrm>
          <a:prstGeom prst="rect">
            <a:avLst/>
          </a:prstGeom>
          <a:noFill/>
          <a:ln w="0">
            <a:noFill/>
          </a:ln>
        </p:spPr>
      </p:pic>
      <p:pic>
        <p:nvPicPr>
          <p:cNvPr id="608" name="図 607"/>
          <p:cNvPicPr/>
          <p:nvPr/>
        </p:nvPicPr>
        <p:blipFill>
          <a:blip r:embed="rId10"/>
          <a:stretch/>
        </p:blipFill>
        <p:spPr>
          <a:xfrm>
            <a:off x="8691120" y="2139480"/>
            <a:ext cx="400680" cy="400680"/>
          </a:xfrm>
          <a:prstGeom prst="rect">
            <a:avLst/>
          </a:prstGeom>
          <a:noFill/>
          <a:ln w="0">
            <a:noFill/>
          </a:ln>
        </p:spPr>
      </p:pic>
      <p:sp>
        <p:nvSpPr>
          <p:cNvPr id="609" name="テキスト ボックス 608"/>
          <p:cNvSpPr txBox="1"/>
          <p:nvPr/>
        </p:nvSpPr>
        <p:spPr>
          <a:xfrm>
            <a:off x="10216080" y="3703320"/>
            <a:ext cx="133200" cy="15732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4</a:t>
            </a:r>
            <a:endParaRPr lang="en-US" sz="1050" b="0" u="none" strike="noStrike">
              <a:solidFill>
                <a:srgbClr val="000000"/>
              </a:solidFill>
              <a:effectLst/>
              <a:uFillTx/>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0" name="図 609"/>
          <p:cNvPicPr/>
          <p:nvPr/>
        </p:nvPicPr>
        <p:blipFill>
          <a:blip r:embed="rId2"/>
          <a:stretch/>
        </p:blipFill>
        <p:spPr>
          <a:xfrm>
            <a:off x="0" y="0"/>
            <a:ext cx="10696320" cy="7219800"/>
          </a:xfrm>
          <a:prstGeom prst="rect">
            <a:avLst/>
          </a:prstGeom>
          <a:noFill/>
          <a:ln w="0">
            <a:noFill/>
          </a:ln>
        </p:spPr>
      </p:pic>
      <p:sp>
        <p:nvSpPr>
          <p:cNvPr id="611" name="テキスト ボックス 610"/>
          <p:cNvSpPr txBox="1"/>
          <p:nvPr/>
        </p:nvSpPr>
        <p:spPr>
          <a:xfrm>
            <a:off x="401040" y="389520"/>
            <a:ext cx="300312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法規制と標準化の動向</a:t>
            </a:r>
            <a:endParaRPr lang="en-US" sz="2370" b="0" u="none" strike="noStrike">
              <a:solidFill>
                <a:srgbClr val="000000"/>
              </a:solidFill>
              <a:effectLst/>
              <a:uFillTx/>
              <a:latin typeface="Times New Roman"/>
            </a:endParaRPr>
          </a:p>
        </p:txBody>
      </p:sp>
      <p:sp>
        <p:nvSpPr>
          <p:cNvPr id="612" name="テキスト ボックス 611"/>
          <p:cNvSpPr txBox="1"/>
          <p:nvPr/>
        </p:nvSpPr>
        <p:spPr>
          <a:xfrm>
            <a:off x="9936000" y="509760"/>
            <a:ext cx="413640" cy="13608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12 / 17</a:t>
            </a:r>
            <a:endParaRPr lang="en-US" sz="920" b="0" u="none" strike="noStrike">
              <a:solidFill>
                <a:srgbClr val="000000"/>
              </a:solidFill>
              <a:effectLst/>
              <a:uFillTx/>
              <a:latin typeface="Times New Roman"/>
            </a:endParaRPr>
          </a:p>
        </p:txBody>
      </p:sp>
      <p:sp>
        <p:nvSpPr>
          <p:cNvPr id="613" name="テキスト ボックス 612"/>
          <p:cNvSpPr txBox="1"/>
          <p:nvPr/>
        </p:nvSpPr>
        <p:spPr>
          <a:xfrm>
            <a:off x="401040" y="1031400"/>
            <a:ext cx="992916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自動運転技術の発展に伴い、安全性を社会的に担保するための法規制と国際標準化が進められています。 これにより、メーカーは明</a:t>
            </a:r>
            <a:endParaRPr lang="en-US" sz="1320" b="0" u="none" strike="noStrike">
              <a:solidFill>
                <a:srgbClr val="000000"/>
              </a:solidFill>
              <a:effectLst/>
              <a:uFillTx/>
              <a:latin typeface="Times New Roman"/>
            </a:endParaRPr>
          </a:p>
        </p:txBody>
      </p:sp>
      <p:sp>
        <p:nvSpPr>
          <p:cNvPr id="614" name="フリーフォーム: 図形 613"/>
          <p:cNvSpPr/>
          <p:nvPr/>
        </p:nvSpPr>
        <p:spPr>
          <a:xfrm>
            <a:off x="401040" y="1671120"/>
            <a:ext cx="451440" cy="418320"/>
          </a:xfrm>
          <a:custGeom>
            <a:avLst/>
            <a:gdLst/>
            <a:ahLst/>
            <a:cxnLst/>
            <a:rect l="0" t="0" r="r" b="b"/>
            <a:pathLst>
              <a:path w="1254" h="1162">
                <a:moveTo>
                  <a:pt x="0" y="581"/>
                </a:moveTo>
                <a:cubicBezTo>
                  <a:pt x="0" y="561"/>
                  <a:pt x="1" y="542"/>
                  <a:pt x="3" y="524"/>
                </a:cubicBezTo>
                <a:cubicBezTo>
                  <a:pt x="4" y="505"/>
                  <a:pt x="7" y="486"/>
                  <a:pt x="11" y="467"/>
                </a:cubicBezTo>
                <a:cubicBezTo>
                  <a:pt x="15" y="449"/>
                  <a:pt x="19" y="430"/>
                  <a:pt x="25" y="412"/>
                </a:cubicBezTo>
                <a:cubicBezTo>
                  <a:pt x="30" y="394"/>
                  <a:pt x="37" y="376"/>
                  <a:pt x="44" y="358"/>
                </a:cubicBezTo>
                <a:cubicBezTo>
                  <a:pt x="51" y="341"/>
                  <a:pt x="59" y="324"/>
                  <a:pt x="68" y="307"/>
                </a:cubicBezTo>
                <a:cubicBezTo>
                  <a:pt x="77" y="290"/>
                  <a:pt x="87" y="274"/>
                  <a:pt x="98" y="258"/>
                </a:cubicBezTo>
                <a:cubicBezTo>
                  <a:pt x="108" y="242"/>
                  <a:pt x="119" y="227"/>
                  <a:pt x="131" y="212"/>
                </a:cubicBezTo>
                <a:cubicBezTo>
                  <a:pt x="144" y="198"/>
                  <a:pt x="156" y="184"/>
                  <a:pt x="170" y="170"/>
                </a:cubicBezTo>
                <a:cubicBezTo>
                  <a:pt x="183" y="157"/>
                  <a:pt x="197" y="144"/>
                  <a:pt x="212" y="132"/>
                </a:cubicBezTo>
                <a:cubicBezTo>
                  <a:pt x="227" y="120"/>
                  <a:pt x="242" y="108"/>
                  <a:pt x="258" y="98"/>
                </a:cubicBezTo>
                <a:cubicBezTo>
                  <a:pt x="273" y="87"/>
                  <a:pt x="290" y="78"/>
                  <a:pt x="306" y="69"/>
                </a:cubicBezTo>
                <a:cubicBezTo>
                  <a:pt x="323" y="60"/>
                  <a:pt x="340" y="52"/>
                  <a:pt x="358" y="44"/>
                </a:cubicBezTo>
                <a:cubicBezTo>
                  <a:pt x="376" y="37"/>
                  <a:pt x="393" y="31"/>
                  <a:pt x="412" y="25"/>
                </a:cubicBezTo>
                <a:cubicBezTo>
                  <a:pt x="430" y="20"/>
                  <a:pt x="448" y="15"/>
                  <a:pt x="467" y="11"/>
                </a:cubicBezTo>
                <a:cubicBezTo>
                  <a:pt x="485" y="8"/>
                  <a:pt x="504" y="5"/>
                  <a:pt x="523" y="3"/>
                </a:cubicBezTo>
                <a:cubicBezTo>
                  <a:pt x="542" y="1"/>
                  <a:pt x="561" y="0"/>
                  <a:pt x="580" y="0"/>
                </a:cubicBezTo>
                <a:lnTo>
                  <a:pt x="673" y="0"/>
                </a:lnTo>
                <a:cubicBezTo>
                  <a:pt x="692" y="0"/>
                  <a:pt x="711" y="1"/>
                  <a:pt x="730" y="3"/>
                </a:cubicBezTo>
                <a:cubicBezTo>
                  <a:pt x="749" y="5"/>
                  <a:pt x="768" y="8"/>
                  <a:pt x="787" y="11"/>
                </a:cubicBezTo>
                <a:cubicBezTo>
                  <a:pt x="806" y="15"/>
                  <a:pt x="824" y="20"/>
                  <a:pt x="842" y="25"/>
                </a:cubicBezTo>
                <a:cubicBezTo>
                  <a:pt x="861" y="31"/>
                  <a:pt x="878" y="37"/>
                  <a:pt x="896" y="44"/>
                </a:cubicBezTo>
                <a:cubicBezTo>
                  <a:pt x="914" y="52"/>
                  <a:pt x="931" y="60"/>
                  <a:pt x="947" y="69"/>
                </a:cubicBezTo>
                <a:cubicBezTo>
                  <a:pt x="964" y="78"/>
                  <a:pt x="981" y="87"/>
                  <a:pt x="996" y="98"/>
                </a:cubicBezTo>
                <a:cubicBezTo>
                  <a:pt x="1012" y="108"/>
                  <a:pt x="1027" y="120"/>
                  <a:pt x="1042" y="132"/>
                </a:cubicBezTo>
                <a:cubicBezTo>
                  <a:pt x="1057" y="144"/>
                  <a:pt x="1071" y="157"/>
                  <a:pt x="1084" y="170"/>
                </a:cubicBezTo>
                <a:cubicBezTo>
                  <a:pt x="1098" y="184"/>
                  <a:pt x="1110" y="198"/>
                  <a:pt x="1123" y="212"/>
                </a:cubicBezTo>
                <a:cubicBezTo>
                  <a:pt x="1135" y="227"/>
                  <a:pt x="1146" y="242"/>
                  <a:pt x="1156" y="258"/>
                </a:cubicBezTo>
                <a:cubicBezTo>
                  <a:pt x="1167" y="274"/>
                  <a:pt x="1177" y="290"/>
                  <a:pt x="1186" y="307"/>
                </a:cubicBezTo>
                <a:cubicBezTo>
                  <a:pt x="1195" y="324"/>
                  <a:pt x="1203" y="341"/>
                  <a:pt x="1210" y="358"/>
                </a:cubicBezTo>
                <a:cubicBezTo>
                  <a:pt x="1217" y="376"/>
                  <a:pt x="1224" y="394"/>
                  <a:pt x="1229" y="412"/>
                </a:cubicBezTo>
                <a:cubicBezTo>
                  <a:pt x="1235" y="430"/>
                  <a:pt x="1239" y="449"/>
                  <a:pt x="1243" y="467"/>
                </a:cubicBezTo>
                <a:cubicBezTo>
                  <a:pt x="1247" y="486"/>
                  <a:pt x="1250" y="505"/>
                  <a:pt x="1251" y="524"/>
                </a:cubicBezTo>
                <a:cubicBezTo>
                  <a:pt x="1253" y="542"/>
                  <a:pt x="1254" y="561"/>
                  <a:pt x="1254" y="581"/>
                </a:cubicBezTo>
                <a:cubicBezTo>
                  <a:pt x="1254" y="600"/>
                  <a:pt x="1253" y="619"/>
                  <a:pt x="1251" y="638"/>
                </a:cubicBezTo>
                <a:cubicBezTo>
                  <a:pt x="1250" y="657"/>
                  <a:pt x="1247" y="676"/>
                  <a:pt x="1243" y="695"/>
                </a:cubicBezTo>
                <a:cubicBezTo>
                  <a:pt x="1239" y="713"/>
                  <a:pt x="1235" y="732"/>
                  <a:pt x="1229" y="750"/>
                </a:cubicBezTo>
                <a:cubicBezTo>
                  <a:pt x="1224" y="768"/>
                  <a:pt x="1217" y="786"/>
                  <a:pt x="1210" y="804"/>
                </a:cubicBezTo>
                <a:cubicBezTo>
                  <a:pt x="1203" y="821"/>
                  <a:pt x="1195" y="838"/>
                  <a:pt x="1186" y="855"/>
                </a:cubicBezTo>
                <a:cubicBezTo>
                  <a:pt x="1177" y="872"/>
                  <a:pt x="1167" y="888"/>
                  <a:pt x="1156" y="904"/>
                </a:cubicBezTo>
                <a:cubicBezTo>
                  <a:pt x="1146" y="920"/>
                  <a:pt x="1135" y="935"/>
                  <a:pt x="1123" y="950"/>
                </a:cubicBezTo>
                <a:cubicBezTo>
                  <a:pt x="1110" y="964"/>
                  <a:pt x="1098" y="978"/>
                  <a:pt x="1084" y="992"/>
                </a:cubicBezTo>
                <a:cubicBezTo>
                  <a:pt x="1071" y="1005"/>
                  <a:pt x="1057" y="1018"/>
                  <a:pt x="1042" y="1030"/>
                </a:cubicBezTo>
                <a:cubicBezTo>
                  <a:pt x="1027" y="1042"/>
                  <a:pt x="1012" y="1053"/>
                  <a:pt x="996" y="1064"/>
                </a:cubicBezTo>
                <a:cubicBezTo>
                  <a:pt x="981" y="1075"/>
                  <a:pt x="964" y="1084"/>
                  <a:pt x="947" y="1093"/>
                </a:cubicBezTo>
                <a:cubicBezTo>
                  <a:pt x="931" y="1102"/>
                  <a:pt x="914" y="1110"/>
                  <a:pt x="896" y="1118"/>
                </a:cubicBezTo>
                <a:cubicBezTo>
                  <a:pt x="878" y="1125"/>
                  <a:pt x="861" y="1131"/>
                  <a:pt x="842" y="1137"/>
                </a:cubicBezTo>
                <a:cubicBezTo>
                  <a:pt x="824" y="1142"/>
                  <a:pt x="806" y="1147"/>
                  <a:pt x="787" y="1151"/>
                </a:cubicBezTo>
                <a:cubicBezTo>
                  <a:pt x="768" y="1154"/>
                  <a:pt x="749" y="1157"/>
                  <a:pt x="730" y="1159"/>
                </a:cubicBezTo>
                <a:cubicBezTo>
                  <a:pt x="711" y="1161"/>
                  <a:pt x="692" y="1162"/>
                  <a:pt x="673" y="1162"/>
                </a:cubicBezTo>
                <a:lnTo>
                  <a:pt x="580" y="1162"/>
                </a:lnTo>
                <a:cubicBezTo>
                  <a:pt x="561" y="1162"/>
                  <a:pt x="542" y="1161"/>
                  <a:pt x="523" y="1159"/>
                </a:cubicBezTo>
                <a:cubicBezTo>
                  <a:pt x="504" y="1157"/>
                  <a:pt x="485" y="1154"/>
                  <a:pt x="467" y="1151"/>
                </a:cubicBezTo>
                <a:cubicBezTo>
                  <a:pt x="448" y="1147"/>
                  <a:pt x="430" y="1142"/>
                  <a:pt x="412" y="1137"/>
                </a:cubicBezTo>
                <a:cubicBezTo>
                  <a:pt x="393" y="1131"/>
                  <a:pt x="376" y="1125"/>
                  <a:pt x="358" y="1118"/>
                </a:cubicBezTo>
                <a:cubicBezTo>
                  <a:pt x="340" y="1110"/>
                  <a:pt x="323" y="1102"/>
                  <a:pt x="306" y="1093"/>
                </a:cubicBezTo>
                <a:cubicBezTo>
                  <a:pt x="290" y="1084"/>
                  <a:pt x="273" y="1075"/>
                  <a:pt x="258" y="1064"/>
                </a:cubicBezTo>
                <a:cubicBezTo>
                  <a:pt x="242" y="1053"/>
                  <a:pt x="227" y="1042"/>
                  <a:pt x="212" y="1030"/>
                </a:cubicBezTo>
                <a:cubicBezTo>
                  <a:pt x="197" y="1018"/>
                  <a:pt x="183" y="1005"/>
                  <a:pt x="170" y="992"/>
                </a:cubicBezTo>
                <a:cubicBezTo>
                  <a:pt x="156" y="978"/>
                  <a:pt x="144" y="964"/>
                  <a:pt x="131" y="950"/>
                </a:cubicBezTo>
                <a:cubicBezTo>
                  <a:pt x="119" y="935"/>
                  <a:pt x="108" y="920"/>
                  <a:pt x="98" y="904"/>
                </a:cubicBezTo>
                <a:cubicBezTo>
                  <a:pt x="87" y="888"/>
                  <a:pt x="77" y="872"/>
                  <a:pt x="68" y="855"/>
                </a:cubicBezTo>
                <a:cubicBezTo>
                  <a:pt x="59" y="838"/>
                  <a:pt x="51" y="821"/>
                  <a:pt x="44" y="804"/>
                </a:cubicBezTo>
                <a:cubicBezTo>
                  <a:pt x="37" y="786"/>
                  <a:pt x="30" y="768"/>
                  <a:pt x="25" y="750"/>
                </a:cubicBezTo>
                <a:cubicBezTo>
                  <a:pt x="19" y="732"/>
                  <a:pt x="15" y="713"/>
                  <a:pt x="11" y="695"/>
                </a:cubicBezTo>
                <a:cubicBezTo>
                  <a:pt x="7" y="676"/>
                  <a:pt x="4" y="657"/>
                  <a:pt x="3" y="638"/>
                </a:cubicBezTo>
                <a:cubicBezTo>
                  <a:pt x="1" y="619"/>
                  <a:pt x="0" y="600"/>
                  <a:pt x="0" y="581"/>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615" name="図 614"/>
          <p:cNvPicPr/>
          <p:nvPr/>
        </p:nvPicPr>
        <p:blipFill>
          <a:blip r:embed="rId3"/>
          <a:stretch/>
        </p:blipFill>
        <p:spPr>
          <a:xfrm>
            <a:off x="501480" y="1771560"/>
            <a:ext cx="250200" cy="200160"/>
          </a:xfrm>
          <a:prstGeom prst="rect">
            <a:avLst/>
          </a:prstGeom>
          <a:noFill/>
          <a:ln w="0">
            <a:noFill/>
          </a:ln>
        </p:spPr>
      </p:pic>
      <p:sp>
        <p:nvSpPr>
          <p:cNvPr id="616" name="テキスト ボックス 615"/>
          <p:cNvSpPr txBox="1"/>
          <p:nvPr/>
        </p:nvSpPr>
        <p:spPr>
          <a:xfrm>
            <a:off x="401040" y="1265400"/>
            <a:ext cx="670644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確な基準の下で開発を進め、利用者は安心して技術を受け入れることが可能になります。</a:t>
            </a:r>
            <a:endParaRPr lang="en-US" sz="1320" b="0" u="none" strike="noStrike">
              <a:solidFill>
                <a:srgbClr val="000000"/>
              </a:solidFill>
              <a:effectLst/>
              <a:uFillTx/>
              <a:latin typeface="Times New Roman"/>
            </a:endParaRPr>
          </a:p>
        </p:txBody>
      </p:sp>
      <p:sp>
        <p:nvSpPr>
          <p:cNvPr id="617" name="フリーフォーム: 図形 616"/>
          <p:cNvSpPr/>
          <p:nvPr/>
        </p:nvSpPr>
        <p:spPr>
          <a:xfrm>
            <a:off x="5481720" y="1671120"/>
            <a:ext cx="401400" cy="418320"/>
          </a:xfrm>
          <a:custGeom>
            <a:avLst/>
            <a:gdLst/>
            <a:ahLst/>
            <a:cxnLst/>
            <a:rect l="0" t="0" r="r" b="b"/>
            <a:pathLst>
              <a:path w="1115" h="1162">
                <a:moveTo>
                  <a:pt x="0" y="605"/>
                </a:moveTo>
                <a:lnTo>
                  <a:pt x="0" y="557"/>
                </a:lnTo>
                <a:cubicBezTo>
                  <a:pt x="0" y="521"/>
                  <a:pt x="4" y="484"/>
                  <a:pt x="11" y="449"/>
                </a:cubicBezTo>
                <a:cubicBezTo>
                  <a:pt x="18" y="413"/>
                  <a:pt x="29" y="378"/>
                  <a:pt x="43" y="344"/>
                </a:cubicBezTo>
                <a:cubicBezTo>
                  <a:pt x="57" y="310"/>
                  <a:pt x="74" y="278"/>
                  <a:pt x="94" y="248"/>
                </a:cubicBezTo>
                <a:cubicBezTo>
                  <a:pt x="114" y="217"/>
                  <a:pt x="138" y="189"/>
                  <a:pt x="163" y="163"/>
                </a:cubicBezTo>
                <a:cubicBezTo>
                  <a:pt x="189" y="137"/>
                  <a:pt x="217" y="114"/>
                  <a:pt x="248" y="94"/>
                </a:cubicBezTo>
                <a:cubicBezTo>
                  <a:pt x="278" y="74"/>
                  <a:pt x="310" y="57"/>
                  <a:pt x="344" y="43"/>
                </a:cubicBezTo>
                <a:cubicBezTo>
                  <a:pt x="378" y="29"/>
                  <a:pt x="413" y="18"/>
                  <a:pt x="449" y="11"/>
                </a:cubicBezTo>
                <a:cubicBezTo>
                  <a:pt x="485" y="4"/>
                  <a:pt x="521" y="0"/>
                  <a:pt x="557" y="0"/>
                </a:cubicBezTo>
                <a:cubicBezTo>
                  <a:pt x="594" y="0"/>
                  <a:pt x="630" y="4"/>
                  <a:pt x="666" y="11"/>
                </a:cubicBezTo>
                <a:cubicBezTo>
                  <a:pt x="702" y="18"/>
                  <a:pt x="737" y="29"/>
                  <a:pt x="771" y="43"/>
                </a:cubicBezTo>
                <a:cubicBezTo>
                  <a:pt x="804" y="57"/>
                  <a:pt x="836" y="74"/>
                  <a:pt x="867" y="94"/>
                </a:cubicBezTo>
                <a:cubicBezTo>
                  <a:pt x="897" y="114"/>
                  <a:pt x="925" y="137"/>
                  <a:pt x="952" y="163"/>
                </a:cubicBezTo>
                <a:cubicBezTo>
                  <a:pt x="978" y="189"/>
                  <a:pt x="1001" y="217"/>
                  <a:pt x="1022" y="248"/>
                </a:cubicBezTo>
                <a:cubicBezTo>
                  <a:pt x="1042" y="278"/>
                  <a:pt x="1059" y="310"/>
                  <a:pt x="1073" y="344"/>
                </a:cubicBezTo>
                <a:cubicBezTo>
                  <a:pt x="1087" y="378"/>
                  <a:pt x="1098" y="413"/>
                  <a:pt x="1105" y="449"/>
                </a:cubicBezTo>
                <a:cubicBezTo>
                  <a:pt x="1112" y="484"/>
                  <a:pt x="1115" y="521"/>
                  <a:pt x="1115" y="557"/>
                </a:cubicBezTo>
                <a:lnTo>
                  <a:pt x="1115" y="605"/>
                </a:lnTo>
                <a:cubicBezTo>
                  <a:pt x="1115" y="641"/>
                  <a:pt x="1112" y="677"/>
                  <a:pt x="1105" y="713"/>
                </a:cubicBezTo>
                <a:cubicBezTo>
                  <a:pt x="1098" y="749"/>
                  <a:pt x="1087" y="784"/>
                  <a:pt x="1073" y="818"/>
                </a:cubicBezTo>
                <a:cubicBezTo>
                  <a:pt x="1059" y="852"/>
                  <a:pt x="1042" y="884"/>
                  <a:pt x="1022" y="914"/>
                </a:cubicBezTo>
                <a:cubicBezTo>
                  <a:pt x="1001" y="945"/>
                  <a:pt x="978" y="973"/>
                  <a:pt x="952" y="999"/>
                </a:cubicBezTo>
                <a:cubicBezTo>
                  <a:pt x="925" y="1024"/>
                  <a:pt x="897" y="1048"/>
                  <a:pt x="867" y="1068"/>
                </a:cubicBezTo>
                <a:cubicBezTo>
                  <a:pt x="836" y="1088"/>
                  <a:pt x="804" y="1105"/>
                  <a:pt x="771" y="1119"/>
                </a:cubicBezTo>
                <a:cubicBezTo>
                  <a:pt x="737" y="1133"/>
                  <a:pt x="702" y="1144"/>
                  <a:pt x="666" y="1151"/>
                </a:cubicBezTo>
                <a:cubicBezTo>
                  <a:pt x="630" y="1158"/>
                  <a:pt x="594" y="1162"/>
                  <a:pt x="557" y="1162"/>
                </a:cubicBezTo>
                <a:cubicBezTo>
                  <a:pt x="521" y="1162"/>
                  <a:pt x="485" y="1158"/>
                  <a:pt x="449" y="1151"/>
                </a:cubicBezTo>
                <a:cubicBezTo>
                  <a:pt x="413" y="1144"/>
                  <a:pt x="378" y="1133"/>
                  <a:pt x="344" y="1119"/>
                </a:cubicBezTo>
                <a:cubicBezTo>
                  <a:pt x="310" y="1105"/>
                  <a:pt x="278" y="1088"/>
                  <a:pt x="248" y="1068"/>
                </a:cubicBezTo>
                <a:cubicBezTo>
                  <a:pt x="217" y="1048"/>
                  <a:pt x="189" y="1024"/>
                  <a:pt x="163" y="999"/>
                </a:cubicBezTo>
                <a:cubicBezTo>
                  <a:pt x="138" y="973"/>
                  <a:pt x="114" y="945"/>
                  <a:pt x="94" y="914"/>
                </a:cubicBezTo>
                <a:cubicBezTo>
                  <a:pt x="74" y="884"/>
                  <a:pt x="57" y="852"/>
                  <a:pt x="43" y="818"/>
                </a:cubicBezTo>
                <a:cubicBezTo>
                  <a:pt x="29" y="784"/>
                  <a:pt x="18" y="749"/>
                  <a:pt x="11" y="713"/>
                </a:cubicBezTo>
                <a:cubicBezTo>
                  <a:pt x="4" y="677"/>
                  <a:pt x="0" y="641"/>
                  <a:pt x="0" y="605"/>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618" name="図 617"/>
          <p:cNvPicPr/>
          <p:nvPr/>
        </p:nvPicPr>
        <p:blipFill>
          <a:blip r:embed="rId4"/>
          <a:stretch/>
        </p:blipFill>
        <p:spPr>
          <a:xfrm>
            <a:off x="5582160" y="1771560"/>
            <a:ext cx="200160" cy="200160"/>
          </a:xfrm>
          <a:prstGeom prst="rect">
            <a:avLst/>
          </a:prstGeom>
          <a:noFill/>
          <a:ln w="0">
            <a:noFill/>
          </a:ln>
        </p:spPr>
      </p:pic>
      <p:sp>
        <p:nvSpPr>
          <p:cNvPr id="619" name="テキスト ボックス 618"/>
          <p:cNvSpPr txBox="1"/>
          <p:nvPr/>
        </p:nvSpPr>
        <p:spPr>
          <a:xfrm>
            <a:off x="952560" y="1777680"/>
            <a:ext cx="1811160" cy="291600"/>
          </a:xfrm>
          <a:prstGeom prst="rect">
            <a:avLst/>
          </a:prstGeom>
          <a:noFill/>
          <a:ln w="0">
            <a:noFill/>
          </a:ln>
        </p:spPr>
        <p:txBody>
          <a:bodyPr wrap="none" lIns="0" tIns="0" rIns="0" bIns="0" anchor="t">
            <a:spAutoFit/>
          </a:bodyPr>
          <a:lstStyle/>
          <a:p>
            <a:r>
              <a:rPr lang="zh-CN" sz="1580" b="0" u="none" strike="noStrike">
                <a:solidFill>
                  <a:srgbClr val="FFFFFF"/>
                </a:solidFill>
                <a:effectLst/>
                <a:uFillTx/>
                <a:latin typeface="NotoSansJP"/>
                <a:ea typeface="NotoSansJP"/>
              </a:rPr>
              <a:t>法整備の現状と課題</a:t>
            </a:r>
            <a:endParaRPr lang="en-US" sz="1580" b="0" u="none" strike="noStrike">
              <a:solidFill>
                <a:srgbClr val="000000"/>
              </a:solidFill>
              <a:effectLst/>
              <a:uFillTx/>
              <a:latin typeface="Times New Roman"/>
            </a:endParaRPr>
          </a:p>
        </p:txBody>
      </p:sp>
      <p:pic>
        <p:nvPicPr>
          <p:cNvPr id="620" name="図 619"/>
          <p:cNvPicPr/>
          <p:nvPr/>
        </p:nvPicPr>
        <p:blipFill>
          <a:blip r:embed="rId5"/>
          <a:stretch/>
        </p:blipFill>
        <p:spPr>
          <a:xfrm>
            <a:off x="401040" y="6676920"/>
            <a:ext cx="116640" cy="116640"/>
          </a:xfrm>
          <a:prstGeom prst="rect">
            <a:avLst/>
          </a:prstGeom>
          <a:noFill/>
          <a:ln w="0">
            <a:noFill/>
          </a:ln>
        </p:spPr>
      </p:pic>
      <p:sp>
        <p:nvSpPr>
          <p:cNvPr id="621" name="テキスト ボックス 620"/>
          <p:cNvSpPr txBox="1"/>
          <p:nvPr/>
        </p:nvSpPr>
        <p:spPr>
          <a:xfrm>
            <a:off x="5983560" y="1777680"/>
            <a:ext cx="1609920" cy="291600"/>
          </a:xfrm>
          <a:prstGeom prst="rect">
            <a:avLst/>
          </a:prstGeom>
          <a:noFill/>
          <a:ln w="0">
            <a:noFill/>
          </a:ln>
        </p:spPr>
        <p:txBody>
          <a:bodyPr wrap="none" lIns="0" tIns="0" rIns="0" bIns="0" anchor="t">
            <a:spAutoFit/>
          </a:bodyPr>
          <a:lstStyle/>
          <a:p>
            <a:r>
              <a:rPr lang="zh-CN" sz="1580" b="0" u="none" strike="noStrike">
                <a:solidFill>
                  <a:srgbClr val="FFFFFF"/>
                </a:solidFill>
                <a:effectLst/>
                <a:uFillTx/>
                <a:latin typeface="NotoSansJP"/>
                <a:ea typeface="NotoSansJP"/>
              </a:rPr>
              <a:t>国際標準化の動き</a:t>
            </a:r>
            <a:endParaRPr lang="en-US" sz="1580" b="0" u="none" strike="noStrike">
              <a:solidFill>
                <a:srgbClr val="000000"/>
              </a:solidFill>
              <a:effectLst/>
              <a:uFillTx/>
              <a:latin typeface="Times New Roman"/>
            </a:endParaRPr>
          </a:p>
        </p:txBody>
      </p:sp>
      <p:sp>
        <p:nvSpPr>
          <p:cNvPr id="622" name="フリーフォーム: 図形 621"/>
          <p:cNvSpPr/>
          <p:nvPr/>
        </p:nvSpPr>
        <p:spPr>
          <a:xfrm>
            <a:off x="417600" y="2155680"/>
            <a:ext cx="4797000" cy="1872360"/>
          </a:xfrm>
          <a:custGeom>
            <a:avLst/>
            <a:gdLst/>
            <a:ahLst/>
            <a:cxnLst/>
            <a:rect l="0" t="0" r="r" b="b"/>
            <a:pathLst>
              <a:path w="13325" h="5201">
                <a:moveTo>
                  <a:pt x="0" y="5015"/>
                </a:moveTo>
                <a:lnTo>
                  <a:pt x="0" y="186"/>
                </a:lnTo>
                <a:cubicBezTo>
                  <a:pt x="0" y="174"/>
                  <a:pt x="1" y="162"/>
                  <a:pt x="3" y="150"/>
                </a:cubicBezTo>
                <a:cubicBezTo>
                  <a:pt x="5" y="138"/>
                  <a:pt x="7" y="126"/>
                  <a:pt x="11" y="115"/>
                </a:cubicBezTo>
                <a:cubicBezTo>
                  <a:pt x="14" y="104"/>
                  <a:pt x="19" y="93"/>
                  <a:pt x="24" y="83"/>
                </a:cubicBezTo>
                <a:cubicBezTo>
                  <a:pt x="29" y="73"/>
                  <a:pt x="34" y="63"/>
                  <a:pt x="41" y="55"/>
                </a:cubicBezTo>
                <a:cubicBezTo>
                  <a:pt x="47" y="46"/>
                  <a:pt x="54" y="39"/>
                  <a:pt x="62" y="32"/>
                </a:cubicBezTo>
                <a:cubicBezTo>
                  <a:pt x="70" y="25"/>
                  <a:pt x="78" y="19"/>
                  <a:pt x="86" y="15"/>
                </a:cubicBezTo>
                <a:cubicBezTo>
                  <a:pt x="95" y="10"/>
                  <a:pt x="103" y="6"/>
                  <a:pt x="112" y="4"/>
                </a:cubicBezTo>
                <a:cubicBezTo>
                  <a:pt x="121" y="2"/>
                  <a:pt x="130" y="0"/>
                  <a:pt x="139" y="0"/>
                </a:cubicBezTo>
                <a:lnTo>
                  <a:pt x="13140" y="0"/>
                </a:lnTo>
                <a:cubicBezTo>
                  <a:pt x="13152" y="0"/>
                  <a:pt x="13164" y="2"/>
                  <a:pt x="13176" y="4"/>
                </a:cubicBezTo>
                <a:cubicBezTo>
                  <a:pt x="13188" y="6"/>
                  <a:pt x="13200" y="10"/>
                  <a:pt x="13211" y="15"/>
                </a:cubicBezTo>
                <a:cubicBezTo>
                  <a:pt x="13222" y="19"/>
                  <a:pt x="13233" y="25"/>
                  <a:pt x="13243" y="32"/>
                </a:cubicBezTo>
                <a:cubicBezTo>
                  <a:pt x="13253" y="39"/>
                  <a:pt x="13262" y="46"/>
                  <a:pt x="13271" y="55"/>
                </a:cubicBezTo>
                <a:cubicBezTo>
                  <a:pt x="13280" y="63"/>
                  <a:pt x="13287" y="73"/>
                  <a:pt x="13294" y="83"/>
                </a:cubicBezTo>
                <a:cubicBezTo>
                  <a:pt x="13301" y="93"/>
                  <a:pt x="13307" y="104"/>
                  <a:pt x="13311" y="115"/>
                </a:cubicBezTo>
                <a:cubicBezTo>
                  <a:pt x="13316" y="126"/>
                  <a:pt x="13319" y="138"/>
                  <a:pt x="13322" y="150"/>
                </a:cubicBezTo>
                <a:cubicBezTo>
                  <a:pt x="13324" y="162"/>
                  <a:pt x="13325" y="174"/>
                  <a:pt x="13325" y="186"/>
                </a:cubicBezTo>
                <a:lnTo>
                  <a:pt x="13325" y="5015"/>
                </a:lnTo>
                <a:cubicBezTo>
                  <a:pt x="13325" y="5028"/>
                  <a:pt x="13324" y="5040"/>
                  <a:pt x="13322" y="5052"/>
                </a:cubicBezTo>
                <a:cubicBezTo>
                  <a:pt x="13319" y="5064"/>
                  <a:pt x="13316" y="5075"/>
                  <a:pt x="13311" y="5087"/>
                </a:cubicBezTo>
                <a:cubicBezTo>
                  <a:pt x="13307" y="5098"/>
                  <a:pt x="13301" y="5109"/>
                  <a:pt x="13294" y="5119"/>
                </a:cubicBezTo>
                <a:cubicBezTo>
                  <a:pt x="13287" y="5129"/>
                  <a:pt x="13280" y="5138"/>
                  <a:pt x="13271" y="5147"/>
                </a:cubicBezTo>
                <a:cubicBezTo>
                  <a:pt x="13262" y="5155"/>
                  <a:pt x="13253" y="5163"/>
                  <a:pt x="13243" y="5170"/>
                </a:cubicBezTo>
                <a:cubicBezTo>
                  <a:pt x="13233" y="5177"/>
                  <a:pt x="13222" y="5182"/>
                  <a:pt x="13211" y="5187"/>
                </a:cubicBezTo>
                <a:cubicBezTo>
                  <a:pt x="13200" y="5192"/>
                  <a:pt x="13188" y="5195"/>
                  <a:pt x="13176" y="5198"/>
                </a:cubicBezTo>
                <a:cubicBezTo>
                  <a:pt x="13164" y="5200"/>
                  <a:pt x="13152" y="5201"/>
                  <a:pt x="13140" y="5201"/>
                </a:cubicBezTo>
                <a:lnTo>
                  <a:pt x="139" y="5201"/>
                </a:lnTo>
                <a:cubicBezTo>
                  <a:pt x="130" y="5201"/>
                  <a:pt x="121" y="5200"/>
                  <a:pt x="112" y="5198"/>
                </a:cubicBezTo>
                <a:cubicBezTo>
                  <a:pt x="103" y="5195"/>
                  <a:pt x="95" y="5192"/>
                  <a:pt x="86" y="5187"/>
                </a:cubicBezTo>
                <a:cubicBezTo>
                  <a:pt x="78" y="5182"/>
                  <a:pt x="70" y="5177"/>
                  <a:pt x="62" y="5170"/>
                </a:cubicBezTo>
                <a:cubicBezTo>
                  <a:pt x="54" y="5163"/>
                  <a:pt x="47" y="5155"/>
                  <a:pt x="41" y="5147"/>
                </a:cubicBezTo>
                <a:cubicBezTo>
                  <a:pt x="34" y="5138"/>
                  <a:pt x="29" y="5129"/>
                  <a:pt x="24" y="5119"/>
                </a:cubicBezTo>
                <a:cubicBezTo>
                  <a:pt x="19" y="5109"/>
                  <a:pt x="14" y="5098"/>
                  <a:pt x="11" y="5087"/>
                </a:cubicBezTo>
                <a:cubicBezTo>
                  <a:pt x="7" y="5075"/>
                  <a:pt x="5" y="5064"/>
                  <a:pt x="3" y="5052"/>
                </a:cubicBezTo>
                <a:cubicBezTo>
                  <a:pt x="1" y="5040"/>
                  <a:pt x="0" y="5028"/>
                  <a:pt x="0" y="5015"/>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23" name="フリーフォーム: 図形 622"/>
          <p:cNvSpPr/>
          <p:nvPr/>
        </p:nvSpPr>
        <p:spPr>
          <a:xfrm>
            <a:off x="401040" y="2155680"/>
            <a:ext cx="66960" cy="1872360"/>
          </a:xfrm>
          <a:custGeom>
            <a:avLst/>
            <a:gdLst/>
            <a:ahLst/>
            <a:cxnLst/>
            <a:rect l="0" t="0" r="r" b="b"/>
            <a:pathLst>
              <a:path w="186" h="5201">
                <a:moveTo>
                  <a:pt x="151" y="15"/>
                </a:moveTo>
                <a:cubicBezTo>
                  <a:pt x="140" y="24"/>
                  <a:pt x="129" y="37"/>
                  <a:pt x="121" y="55"/>
                </a:cubicBezTo>
                <a:cubicBezTo>
                  <a:pt x="112" y="72"/>
                  <a:pt x="105" y="92"/>
                  <a:pt x="101" y="115"/>
                </a:cubicBezTo>
                <a:cubicBezTo>
                  <a:pt x="96" y="138"/>
                  <a:pt x="94" y="162"/>
                  <a:pt x="94" y="186"/>
                </a:cubicBezTo>
                <a:lnTo>
                  <a:pt x="94" y="5015"/>
                </a:lnTo>
                <a:cubicBezTo>
                  <a:pt x="94" y="5040"/>
                  <a:pt x="96" y="5064"/>
                  <a:pt x="101" y="5087"/>
                </a:cubicBezTo>
                <a:cubicBezTo>
                  <a:pt x="105" y="5109"/>
                  <a:pt x="112" y="5129"/>
                  <a:pt x="121" y="5147"/>
                </a:cubicBezTo>
                <a:cubicBezTo>
                  <a:pt x="129" y="5164"/>
                  <a:pt x="140" y="5178"/>
                  <a:pt x="151" y="5187"/>
                </a:cubicBezTo>
                <a:cubicBezTo>
                  <a:pt x="162" y="5196"/>
                  <a:pt x="174" y="5201"/>
                  <a:pt x="186" y="5201"/>
                </a:cubicBezTo>
                <a:cubicBezTo>
                  <a:pt x="162" y="5201"/>
                  <a:pt x="138" y="5196"/>
                  <a:pt x="115" y="5187"/>
                </a:cubicBezTo>
                <a:cubicBezTo>
                  <a:pt x="93" y="5178"/>
                  <a:pt x="72" y="5164"/>
                  <a:pt x="54" y="5147"/>
                </a:cubicBezTo>
                <a:cubicBezTo>
                  <a:pt x="37" y="5129"/>
                  <a:pt x="23" y="5109"/>
                  <a:pt x="14" y="5087"/>
                </a:cubicBezTo>
                <a:cubicBezTo>
                  <a:pt x="4" y="5064"/>
                  <a:pt x="0" y="5040"/>
                  <a:pt x="0" y="5015"/>
                </a:cubicBezTo>
                <a:lnTo>
                  <a:pt x="0" y="186"/>
                </a:lnTo>
                <a:cubicBezTo>
                  <a:pt x="0" y="162"/>
                  <a:pt x="4" y="138"/>
                  <a:pt x="14" y="115"/>
                </a:cubicBezTo>
                <a:cubicBezTo>
                  <a:pt x="23" y="92"/>
                  <a:pt x="37" y="72"/>
                  <a:pt x="54" y="55"/>
                </a:cubicBezTo>
                <a:cubicBezTo>
                  <a:pt x="72" y="37"/>
                  <a:pt x="93" y="24"/>
                  <a:pt x="115" y="15"/>
                </a:cubicBezTo>
                <a:cubicBezTo>
                  <a:pt x="138" y="5"/>
                  <a:pt x="162" y="0"/>
                  <a:pt x="186" y="0"/>
                </a:cubicBezTo>
                <a:cubicBezTo>
                  <a:pt x="174" y="0"/>
                  <a:pt x="162" y="5"/>
                  <a:pt x="151" y="15"/>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24" name="フリーフォーム: 図形 623"/>
          <p:cNvSpPr/>
          <p:nvPr/>
        </p:nvSpPr>
        <p:spPr>
          <a:xfrm>
            <a:off x="635040" y="3225600"/>
            <a:ext cx="4379040" cy="601920"/>
          </a:xfrm>
          <a:custGeom>
            <a:avLst/>
            <a:gdLst/>
            <a:ahLst/>
            <a:cxnLst/>
            <a:rect l="0" t="0" r="r" b="b"/>
            <a:pathLst>
              <a:path w="12164" h="1672">
                <a:moveTo>
                  <a:pt x="0" y="1579"/>
                </a:moveTo>
                <a:lnTo>
                  <a:pt x="0" y="93"/>
                </a:lnTo>
                <a:cubicBezTo>
                  <a:pt x="0" y="80"/>
                  <a:pt x="2" y="68"/>
                  <a:pt x="7" y="57"/>
                </a:cubicBezTo>
                <a:cubicBezTo>
                  <a:pt x="11" y="46"/>
                  <a:pt x="18" y="36"/>
                  <a:pt x="27" y="27"/>
                </a:cubicBezTo>
                <a:cubicBezTo>
                  <a:pt x="36" y="18"/>
                  <a:pt x="46" y="12"/>
                  <a:pt x="57" y="7"/>
                </a:cubicBezTo>
                <a:cubicBezTo>
                  <a:pt x="68" y="2"/>
                  <a:pt x="80" y="0"/>
                  <a:pt x="93" y="0"/>
                </a:cubicBezTo>
                <a:lnTo>
                  <a:pt x="12071" y="0"/>
                </a:lnTo>
                <a:cubicBezTo>
                  <a:pt x="12084" y="0"/>
                  <a:pt x="12096" y="2"/>
                  <a:pt x="12107" y="7"/>
                </a:cubicBezTo>
                <a:cubicBezTo>
                  <a:pt x="12118" y="12"/>
                  <a:pt x="12128" y="18"/>
                  <a:pt x="12137" y="27"/>
                </a:cubicBezTo>
                <a:cubicBezTo>
                  <a:pt x="12146" y="36"/>
                  <a:pt x="12153" y="46"/>
                  <a:pt x="12157" y="57"/>
                </a:cubicBezTo>
                <a:cubicBezTo>
                  <a:pt x="12162" y="68"/>
                  <a:pt x="12164" y="80"/>
                  <a:pt x="12164" y="93"/>
                </a:cubicBezTo>
                <a:lnTo>
                  <a:pt x="12164" y="1579"/>
                </a:lnTo>
                <a:cubicBezTo>
                  <a:pt x="12164" y="1592"/>
                  <a:pt x="12162" y="1603"/>
                  <a:pt x="12157" y="1615"/>
                </a:cubicBezTo>
                <a:cubicBezTo>
                  <a:pt x="12153" y="1626"/>
                  <a:pt x="12146" y="1636"/>
                  <a:pt x="12137" y="1645"/>
                </a:cubicBezTo>
                <a:cubicBezTo>
                  <a:pt x="12128" y="1654"/>
                  <a:pt x="12118" y="1660"/>
                  <a:pt x="12107" y="1665"/>
                </a:cubicBezTo>
                <a:cubicBezTo>
                  <a:pt x="12096" y="1670"/>
                  <a:pt x="12084" y="1672"/>
                  <a:pt x="12071" y="1672"/>
                </a:cubicBezTo>
                <a:lnTo>
                  <a:pt x="93" y="1672"/>
                </a:lnTo>
                <a:cubicBezTo>
                  <a:pt x="80" y="1672"/>
                  <a:pt x="68" y="1670"/>
                  <a:pt x="57" y="1665"/>
                </a:cubicBezTo>
                <a:cubicBezTo>
                  <a:pt x="46" y="1660"/>
                  <a:pt x="36" y="1654"/>
                  <a:pt x="27" y="1645"/>
                </a:cubicBezTo>
                <a:cubicBezTo>
                  <a:pt x="18" y="1636"/>
                  <a:pt x="11" y="1626"/>
                  <a:pt x="7" y="1615"/>
                </a:cubicBezTo>
                <a:cubicBezTo>
                  <a:pt x="2" y="1603"/>
                  <a:pt x="0" y="1592"/>
                  <a:pt x="0" y="1579"/>
                </a:cubicBezTo>
                <a:close/>
              </a:path>
            </a:pathLst>
          </a:custGeom>
          <a:solidFill>
            <a:srgbClr val="364153"/>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25" name="テキスト ボックス 624"/>
          <p:cNvSpPr txBox="1"/>
          <p:nvPr/>
        </p:nvSpPr>
        <p:spPr>
          <a:xfrm>
            <a:off x="585000" y="6676920"/>
            <a:ext cx="4225320" cy="169560"/>
          </a:xfrm>
          <a:prstGeom prst="rect">
            <a:avLst/>
          </a:prstGeom>
          <a:noFill/>
          <a:ln w="0">
            <a:noFill/>
          </a:ln>
        </p:spPr>
        <p:txBody>
          <a:bodyPr wrap="none" lIns="0" tIns="0" rIns="0" bIns="0" anchor="t">
            <a:spAutoFit/>
          </a:bodyPr>
          <a:lstStyle/>
          <a:p>
            <a:r>
              <a:rPr lang="zh-CN" sz="920" b="0" u="none" strike="noStrike">
                <a:solidFill>
                  <a:srgbClr val="99A1AF"/>
                </a:solidFill>
                <a:effectLst/>
                <a:uFillTx/>
                <a:latin typeface="NotoSansJP"/>
                <a:ea typeface="NotoSansJP"/>
              </a:rPr>
              <a:t>これらの国際基準への準拠が、グローバル市場における安全性の証明となります</a:t>
            </a:r>
            <a:endParaRPr lang="en-US" sz="920" b="0" u="none" strike="noStrike">
              <a:solidFill>
                <a:srgbClr val="000000"/>
              </a:solidFill>
              <a:effectLst/>
              <a:uFillTx/>
              <a:latin typeface="Times New Roman"/>
            </a:endParaRPr>
          </a:p>
        </p:txBody>
      </p:sp>
      <p:sp>
        <p:nvSpPr>
          <p:cNvPr id="626" name="テキスト ボックス 625"/>
          <p:cNvSpPr txBox="1"/>
          <p:nvPr/>
        </p:nvSpPr>
        <p:spPr>
          <a:xfrm>
            <a:off x="635040" y="2385360"/>
            <a:ext cx="201240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自動運転レベルと法的責任</a:t>
            </a:r>
            <a:endParaRPr lang="en-US" sz="1320" b="0" u="none" strike="noStrike">
              <a:solidFill>
                <a:srgbClr val="000000"/>
              </a:solidFill>
              <a:effectLst/>
              <a:uFillTx/>
              <a:latin typeface="Times New Roman"/>
            </a:endParaRPr>
          </a:p>
        </p:txBody>
      </p:sp>
      <p:sp>
        <p:nvSpPr>
          <p:cNvPr id="627" name="テキスト ボックス 626"/>
          <p:cNvSpPr txBox="1"/>
          <p:nvPr/>
        </p:nvSpPr>
        <p:spPr>
          <a:xfrm>
            <a:off x="635040" y="2725560"/>
            <a:ext cx="461196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日本では、</a:t>
            </a:r>
            <a:r>
              <a:rPr lang="en-US" sz="1050" b="0" u="none" strike="noStrike">
                <a:solidFill>
                  <a:srgbClr val="D1D5DC"/>
                </a:solidFill>
                <a:effectLst/>
                <a:uFillTx/>
                <a:latin typeface="NotoSansJP"/>
                <a:ea typeface="NotoSansJP"/>
              </a:rPr>
              <a:t>2020</a:t>
            </a:r>
            <a:r>
              <a:rPr lang="zh-CN" sz="1050" b="0" u="none" strike="noStrike">
                <a:solidFill>
                  <a:srgbClr val="D1D5DC"/>
                </a:solidFill>
                <a:effectLst/>
                <a:uFillTx/>
                <a:latin typeface="NotoSansJP"/>
                <a:ea typeface="NotoSansJP"/>
              </a:rPr>
              <a:t>年</a:t>
            </a:r>
            <a:r>
              <a:rPr lang="en-US" sz="1050" b="0" u="none" strike="noStrike">
                <a:solidFill>
                  <a:srgbClr val="D1D5DC"/>
                </a:solidFill>
                <a:effectLst/>
                <a:uFillTx/>
                <a:latin typeface="NotoSansJP"/>
                <a:ea typeface="NotoSansJP"/>
              </a:rPr>
              <a:t>4</a:t>
            </a:r>
            <a:r>
              <a:rPr lang="zh-CN" sz="1050" b="0" u="none" strike="noStrike">
                <a:solidFill>
                  <a:srgbClr val="D1D5DC"/>
                </a:solidFill>
                <a:effectLst/>
                <a:uFillTx/>
                <a:latin typeface="NotoSansJP"/>
                <a:ea typeface="NotoSansJP"/>
              </a:rPr>
              <a:t>月に改正道路交通法が施行され、</a:t>
            </a:r>
            <a:r>
              <a:rPr lang="zh-CN" sz="1050" b="0" u="none" strike="noStrike">
                <a:solidFill>
                  <a:srgbClr val="FF0000"/>
                </a:solidFill>
                <a:effectLst/>
                <a:uFillTx/>
                <a:latin typeface="NotoSansJP"/>
                <a:ea typeface="NotoSansJP"/>
              </a:rPr>
              <a:t>レベル</a:t>
            </a:r>
            <a:r>
              <a:rPr lang="en-US" sz="1050" b="0" u="none" strike="noStrike">
                <a:solidFill>
                  <a:srgbClr val="FF0000"/>
                </a:solidFill>
                <a:effectLst/>
                <a:uFillTx/>
                <a:latin typeface="NotoSansJP"/>
                <a:ea typeface="NotoSansJP"/>
              </a:rPr>
              <a:t>3</a:t>
            </a:r>
            <a:r>
              <a:rPr lang="zh-CN" sz="1050" b="0" u="none" strike="noStrike">
                <a:solidFill>
                  <a:srgbClr val="D1D5DC"/>
                </a:solidFill>
                <a:effectLst/>
                <a:uFillTx/>
                <a:latin typeface="NotoSansJP"/>
                <a:ea typeface="NotoSansJP"/>
              </a:rPr>
              <a:t>の自動運転</a:t>
            </a:r>
            <a:endParaRPr lang="en-US" sz="1050" b="0" u="none" strike="noStrike">
              <a:solidFill>
                <a:srgbClr val="000000"/>
              </a:solidFill>
              <a:effectLst/>
              <a:uFillTx/>
              <a:latin typeface="Times New Roman"/>
            </a:endParaRPr>
          </a:p>
        </p:txBody>
      </p:sp>
      <p:pic>
        <p:nvPicPr>
          <p:cNvPr id="628" name="図 627"/>
          <p:cNvPicPr/>
          <p:nvPr/>
        </p:nvPicPr>
        <p:blipFill>
          <a:blip r:embed="rId6"/>
          <a:stretch/>
        </p:blipFill>
        <p:spPr>
          <a:xfrm>
            <a:off x="768960" y="3393000"/>
            <a:ext cx="116640" cy="116640"/>
          </a:xfrm>
          <a:prstGeom prst="rect">
            <a:avLst/>
          </a:prstGeom>
          <a:noFill/>
          <a:ln w="0">
            <a:noFill/>
          </a:ln>
        </p:spPr>
      </p:pic>
      <p:sp>
        <p:nvSpPr>
          <p:cNvPr id="629" name="テキスト ボックス 628"/>
          <p:cNvSpPr txBox="1"/>
          <p:nvPr/>
        </p:nvSpPr>
        <p:spPr>
          <a:xfrm>
            <a:off x="635040" y="2926080"/>
            <a:ext cx="20124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車が公道走行可能になりました。</a:t>
            </a:r>
            <a:endParaRPr lang="en-US" sz="1050" b="0" u="none" strike="noStrike">
              <a:solidFill>
                <a:srgbClr val="000000"/>
              </a:solidFill>
              <a:effectLst/>
              <a:uFillTx/>
              <a:latin typeface="Times New Roman"/>
            </a:endParaRPr>
          </a:p>
        </p:txBody>
      </p:sp>
      <p:sp>
        <p:nvSpPr>
          <p:cNvPr id="630" name="テキスト ボックス 629"/>
          <p:cNvSpPr txBox="1"/>
          <p:nvPr/>
        </p:nvSpPr>
        <p:spPr>
          <a:xfrm>
            <a:off x="952560" y="3384360"/>
            <a:ext cx="3917520" cy="169560"/>
          </a:xfrm>
          <a:prstGeom prst="rect">
            <a:avLst/>
          </a:prstGeom>
          <a:noFill/>
          <a:ln w="0">
            <a:noFill/>
          </a:ln>
        </p:spPr>
        <p:txBody>
          <a:bodyPr wrap="none" lIns="0" tIns="0" rIns="0" bIns="0" anchor="t">
            <a:spAutoFit/>
          </a:bodyPr>
          <a:lstStyle/>
          <a:p>
            <a:r>
              <a:rPr lang="en-US" sz="920" b="0" u="none" strike="noStrike">
                <a:solidFill>
                  <a:srgbClr val="D1D5DC"/>
                </a:solidFill>
                <a:effectLst/>
                <a:uFillTx/>
                <a:latin typeface="NotoSansJP"/>
                <a:ea typeface="NotoSansJP"/>
              </a:rPr>
              <a:t> レベル4</a:t>
            </a:r>
            <a:r>
              <a:rPr lang="zh-CN" sz="920" b="0" u="none" strike="noStrike">
                <a:solidFill>
                  <a:srgbClr val="D1D5DC"/>
                </a:solidFill>
                <a:effectLst/>
                <a:uFillTx/>
                <a:latin typeface="NotoSansJP"/>
                <a:ea typeface="NotoSansJP"/>
              </a:rPr>
              <a:t>以上の高度な自動運転には、責任の所在、緊急時の対応、サイバ</a:t>
            </a:r>
            <a:endParaRPr lang="en-US" sz="920" b="0" u="none" strike="noStrike">
              <a:solidFill>
                <a:srgbClr val="000000"/>
              </a:solidFill>
              <a:effectLst/>
              <a:uFillTx/>
              <a:latin typeface="Times New Roman"/>
            </a:endParaRPr>
          </a:p>
        </p:txBody>
      </p:sp>
      <p:sp>
        <p:nvSpPr>
          <p:cNvPr id="631" name="フリーフォーム: 図形 630"/>
          <p:cNvSpPr/>
          <p:nvPr/>
        </p:nvSpPr>
        <p:spPr>
          <a:xfrm>
            <a:off x="417600" y="4228200"/>
            <a:ext cx="4797000" cy="1538280"/>
          </a:xfrm>
          <a:custGeom>
            <a:avLst/>
            <a:gdLst/>
            <a:ahLst/>
            <a:cxnLst/>
            <a:rect l="0" t="0" r="r" b="b"/>
            <a:pathLst>
              <a:path w="13325" h="4273">
                <a:moveTo>
                  <a:pt x="0" y="4087"/>
                </a:moveTo>
                <a:lnTo>
                  <a:pt x="0" y="186"/>
                </a:lnTo>
                <a:cubicBezTo>
                  <a:pt x="0" y="174"/>
                  <a:pt x="1" y="162"/>
                  <a:pt x="3" y="150"/>
                </a:cubicBezTo>
                <a:cubicBezTo>
                  <a:pt x="5" y="138"/>
                  <a:pt x="7" y="126"/>
                  <a:pt x="11" y="115"/>
                </a:cubicBezTo>
                <a:cubicBezTo>
                  <a:pt x="14" y="104"/>
                  <a:pt x="19" y="93"/>
                  <a:pt x="24" y="83"/>
                </a:cubicBezTo>
                <a:cubicBezTo>
                  <a:pt x="29" y="73"/>
                  <a:pt x="34" y="63"/>
                  <a:pt x="41" y="55"/>
                </a:cubicBezTo>
                <a:cubicBezTo>
                  <a:pt x="47" y="46"/>
                  <a:pt x="54" y="38"/>
                  <a:pt x="62" y="32"/>
                </a:cubicBezTo>
                <a:cubicBezTo>
                  <a:pt x="70" y="25"/>
                  <a:pt x="78" y="19"/>
                  <a:pt x="86" y="14"/>
                </a:cubicBezTo>
                <a:cubicBezTo>
                  <a:pt x="95" y="10"/>
                  <a:pt x="103" y="6"/>
                  <a:pt x="112" y="4"/>
                </a:cubicBezTo>
                <a:cubicBezTo>
                  <a:pt x="121" y="1"/>
                  <a:pt x="130" y="0"/>
                  <a:pt x="139" y="0"/>
                </a:cubicBezTo>
                <a:lnTo>
                  <a:pt x="13140" y="0"/>
                </a:lnTo>
                <a:cubicBezTo>
                  <a:pt x="13152" y="0"/>
                  <a:pt x="13164" y="1"/>
                  <a:pt x="13176" y="4"/>
                </a:cubicBezTo>
                <a:cubicBezTo>
                  <a:pt x="13188" y="6"/>
                  <a:pt x="13200" y="10"/>
                  <a:pt x="13211" y="14"/>
                </a:cubicBezTo>
                <a:cubicBezTo>
                  <a:pt x="13222" y="19"/>
                  <a:pt x="13233" y="25"/>
                  <a:pt x="13243" y="32"/>
                </a:cubicBezTo>
                <a:cubicBezTo>
                  <a:pt x="13253" y="38"/>
                  <a:pt x="13262" y="46"/>
                  <a:pt x="13271" y="55"/>
                </a:cubicBezTo>
                <a:cubicBezTo>
                  <a:pt x="13280" y="63"/>
                  <a:pt x="13287" y="73"/>
                  <a:pt x="13294" y="83"/>
                </a:cubicBezTo>
                <a:cubicBezTo>
                  <a:pt x="13301" y="93"/>
                  <a:pt x="13307" y="104"/>
                  <a:pt x="13311" y="115"/>
                </a:cubicBezTo>
                <a:cubicBezTo>
                  <a:pt x="13316" y="126"/>
                  <a:pt x="13319" y="138"/>
                  <a:pt x="13322" y="150"/>
                </a:cubicBezTo>
                <a:cubicBezTo>
                  <a:pt x="13324" y="162"/>
                  <a:pt x="13325" y="174"/>
                  <a:pt x="13325" y="186"/>
                </a:cubicBezTo>
                <a:lnTo>
                  <a:pt x="13325" y="4087"/>
                </a:lnTo>
                <a:cubicBezTo>
                  <a:pt x="13325" y="4099"/>
                  <a:pt x="13324" y="4111"/>
                  <a:pt x="13322" y="4123"/>
                </a:cubicBezTo>
                <a:cubicBezTo>
                  <a:pt x="13319" y="4135"/>
                  <a:pt x="13316" y="4147"/>
                  <a:pt x="13311" y="4158"/>
                </a:cubicBezTo>
                <a:cubicBezTo>
                  <a:pt x="13307" y="4169"/>
                  <a:pt x="13301" y="4180"/>
                  <a:pt x="13294" y="4190"/>
                </a:cubicBezTo>
                <a:cubicBezTo>
                  <a:pt x="13287" y="4200"/>
                  <a:pt x="13280" y="4209"/>
                  <a:pt x="13271" y="4218"/>
                </a:cubicBezTo>
                <a:cubicBezTo>
                  <a:pt x="13262" y="4227"/>
                  <a:pt x="13253" y="4234"/>
                  <a:pt x="13243" y="4241"/>
                </a:cubicBezTo>
                <a:cubicBezTo>
                  <a:pt x="13233" y="4248"/>
                  <a:pt x="13222" y="4254"/>
                  <a:pt x="13211" y="4258"/>
                </a:cubicBezTo>
                <a:cubicBezTo>
                  <a:pt x="13200" y="4263"/>
                  <a:pt x="13188" y="4267"/>
                  <a:pt x="13176" y="4269"/>
                </a:cubicBezTo>
                <a:cubicBezTo>
                  <a:pt x="13164" y="4271"/>
                  <a:pt x="13152" y="4273"/>
                  <a:pt x="13140" y="4273"/>
                </a:cubicBezTo>
                <a:lnTo>
                  <a:pt x="139" y="4273"/>
                </a:lnTo>
                <a:cubicBezTo>
                  <a:pt x="130" y="4273"/>
                  <a:pt x="121" y="4271"/>
                  <a:pt x="112" y="4269"/>
                </a:cubicBezTo>
                <a:cubicBezTo>
                  <a:pt x="103" y="4267"/>
                  <a:pt x="95" y="4263"/>
                  <a:pt x="86" y="4258"/>
                </a:cubicBezTo>
                <a:cubicBezTo>
                  <a:pt x="78" y="4254"/>
                  <a:pt x="70" y="4248"/>
                  <a:pt x="62" y="4241"/>
                </a:cubicBezTo>
                <a:cubicBezTo>
                  <a:pt x="54" y="4234"/>
                  <a:pt x="47" y="4227"/>
                  <a:pt x="41" y="4218"/>
                </a:cubicBezTo>
                <a:cubicBezTo>
                  <a:pt x="34" y="4209"/>
                  <a:pt x="29" y="4200"/>
                  <a:pt x="24" y="4190"/>
                </a:cubicBezTo>
                <a:cubicBezTo>
                  <a:pt x="19" y="4180"/>
                  <a:pt x="14" y="4169"/>
                  <a:pt x="11" y="4158"/>
                </a:cubicBezTo>
                <a:cubicBezTo>
                  <a:pt x="7" y="4147"/>
                  <a:pt x="5" y="4135"/>
                  <a:pt x="3" y="4123"/>
                </a:cubicBezTo>
                <a:cubicBezTo>
                  <a:pt x="1" y="4111"/>
                  <a:pt x="0" y="4099"/>
                  <a:pt x="0" y="4087"/>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32" name="フリーフォーム: 図形 631"/>
          <p:cNvSpPr/>
          <p:nvPr/>
        </p:nvSpPr>
        <p:spPr>
          <a:xfrm>
            <a:off x="401040" y="4228200"/>
            <a:ext cx="66960" cy="1538280"/>
          </a:xfrm>
          <a:custGeom>
            <a:avLst/>
            <a:gdLst/>
            <a:ahLst/>
            <a:cxnLst/>
            <a:rect l="0" t="0" r="r" b="b"/>
            <a:pathLst>
              <a:path w="186" h="4273">
                <a:moveTo>
                  <a:pt x="151" y="14"/>
                </a:moveTo>
                <a:cubicBezTo>
                  <a:pt x="140" y="24"/>
                  <a:pt x="129" y="37"/>
                  <a:pt x="121" y="55"/>
                </a:cubicBezTo>
                <a:cubicBezTo>
                  <a:pt x="112" y="72"/>
                  <a:pt x="105" y="92"/>
                  <a:pt x="101" y="115"/>
                </a:cubicBezTo>
                <a:cubicBezTo>
                  <a:pt x="96" y="138"/>
                  <a:pt x="94" y="161"/>
                  <a:pt x="94" y="186"/>
                </a:cubicBezTo>
                <a:lnTo>
                  <a:pt x="94" y="4087"/>
                </a:lnTo>
                <a:cubicBezTo>
                  <a:pt x="94" y="4111"/>
                  <a:pt x="96" y="4135"/>
                  <a:pt x="101" y="4158"/>
                </a:cubicBezTo>
                <a:cubicBezTo>
                  <a:pt x="105" y="4181"/>
                  <a:pt x="112" y="4201"/>
                  <a:pt x="121" y="4218"/>
                </a:cubicBezTo>
                <a:cubicBezTo>
                  <a:pt x="129" y="4236"/>
                  <a:pt x="140" y="4249"/>
                  <a:pt x="151" y="4258"/>
                </a:cubicBezTo>
                <a:cubicBezTo>
                  <a:pt x="162" y="4268"/>
                  <a:pt x="174" y="4273"/>
                  <a:pt x="186" y="4273"/>
                </a:cubicBezTo>
                <a:cubicBezTo>
                  <a:pt x="162" y="4273"/>
                  <a:pt x="138" y="4268"/>
                  <a:pt x="115" y="4258"/>
                </a:cubicBezTo>
                <a:cubicBezTo>
                  <a:pt x="93" y="4249"/>
                  <a:pt x="72" y="4236"/>
                  <a:pt x="54" y="4218"/>
                </a:cubicBezTo>
                <a:cubicBezTo>
                  <a:pt x="37" y="4201"/>
                  <a:pt x="23" y="4181"/>
                  <a:pt x="14" y="4158"/>
                </a:cubicBezTo>
                <a:cubicBezTo>
                  <a:pt x="4" y="4135"/>
                  <a:pt x="0" y="4111"/>
                  <a:pt x="0" y="4087"/>
                </a:cubicBezTo>
                <a:lnTo>
                  <a:pt x="0" y="186"/>
                </a:lnTo>
                <a:cubicBezTo>
                  <a:pt x="0" y="161"/>
                  <a:pt x="4" y="138"/>
                  <a:pt x="14" y="115"/>
                </a:cubicBezTo>
                <a:cubicBezTo>
                  <a:pt x="23" y="92"/>
                  <a:pt x="37" y="72"/>
                  <a:pt x="54" y="55"/>
                </a:cubicBezTo>
                <a:cubicBezTo>
                  <a:pt x="72" y="37"/>
                  <a:pt x="93" y="24"/>
                  <a:pt x="115" y="14"/>
                </a:cubicBezTo>
                <a:cubicBezTo>
                  <a:pt x="138" y="5"/>
                  <a:pt x="162" y="0"/>
                  <a:pt x="186" y="0"/>
                </a:cubicBezTo>
                <a:cubicBezTo>
                  <a:pt x="174" y="0"/>
                  <a:pt x="162" y="5"/>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33" name="テキスト ボックス 632"/>
          <p:cNvSpPr txBox="1"/>
          <p:nvPr/>
        </p:nvSpPr>
        <p:spPr>
          <a:xfrm>
            <a:off x="768960" y="3551760"/>
            <a:ext cx="375588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ーセキュリティ対策など、解決すべき法的論点が多く残されています。</a:t>
            </a:r>
            <a:endParaRPr lang="en-US" sz="920" b="0" u="none" strike="noStrike">
              <a:solidFill>
                <a:srgbClr val="000000"/>
              </a:solidFill>
              <a:effectLst/>
              <a:uFillTx/>
              <a:latin typeface="Times New Roman"/>
            </a:endParaRPr>
          </a:p>
        </p:txBody>
      </p:sp>
      <p:pic>
        <p:nvPicPr>
          <p:cNvPr id="634" name="図 633"/>
          <p:cNvPicPr/>
          <p:nvPr/>
        </p:nvPicPr>
        <p:blipFill>
          <a:blip r:embed="rId7"/>
          <a:stretch/>
        </p:blipFill>
        <p:spPr>
          <a:xfrm>
            <a:off x="635040" y="4796640"/>
            <a:ext cx="133200" cy="133200"/>
          </a:xfrm>
          <a:prstGeom prst="rect">
            <a:avLst/>
          </a:prstGeom>
          <a:noFill/>
          <a:ln w="0">
            <a:noFill/>
          </a:ln>
        </p:spPr>
      </p:pic>
      <p:sp>
        <p:nvSpPr>
          <p:cNvPr id="635" name="テキスト ボックス 634"/>
          <p:cNvSpPr txBox="1"/>
          <p:nvPr/>
        </p:nvSpPr>
        <p:spPr>
          <a:xfrm>
            <a:off x="635040" y="4457880"/>
            <a:ext cx="100656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主な法的課題</a:t>
            </a:r>
            <a:endParaRPr lang="en-US" sz="1320" b="0" u="none" strike="noStrike">
              <a:solidFill>
                <a:srgbClr val="000000"/>
              </a:solidFill>
              <a:effectLst/>
              <a:uFillTx/>
              <a:latin typeface="Times New Roman"/>
            </a:endParaRPr>
          </a:p>
        </p:txBody>
      </p:sp>
      <p:pic>
        <p:nvPicPr>
          <p:cNvPr id="636" name="図 635"/>
          <p:cNvPicPr/>
          <p:nvPr/>
        </p:nvPicPr>
        <p:blipFill>
          <a:blip r:embed="rId8"/>
          <a:stretch/>
        </p:blipFill>
        <p:spPr>
          <a:xfrm>
            <a:off x="635040" y="5097600"/>
            <a:ext cx="133200" cy="133200"/>
          </a:xfrm>
          <a:prstGeom prst="rect">
            <a:avLst/>
          </a:prstGeom>
          <a:noFill/>
          <a:ln w="0">
            <a:noFill/>
          </a:ln>
        </p:spPr>
      </p:pic>
      <p:sp>
        <p:nvSpPr>
          <p:cNvPr id="637" name="テキスト ボックス 636"/>
          <p:cNvSpPr txBox="1"/>
          <p:nvPr/>
        </p:nvSpPr>
        <p:spPr>
          <a:xfrm>
            <a:off x="869040" y="4798080"/>
            <a:ext cx="31705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事故発生時の責任の所在（ドライバー</a:t>
            </a:r>
            <a:r>
              <a:rPr lang="en-US" sz="1050" b="0" u="none" strike="noStrike">
                <a:solidFill>
                  <a:srgbClr val="D1D5DC"/>
                </a:solidFill>
                <a:effectLst/>
                <a:uFillTx/>
                <a:latin typeface="NotoSansJP"/>
                <a:ea typeface="NotoSansJP"/>
              </a:rPr>
              <a:t>vs</a:t>
            </a:r>
            <a:r>
              <a:rPr lang="zh-CN" sz="1050" b="0" u="none" strike="noStrike">
                <a:solidFill>
                  <a:srgbClr val="D1D5DC"/>
                </a:solidFill>
                <a:effectLst/>
                <a:uFillTx/>
                <a:latin typeface="NotoSansJP"/>
                <a:ea typeface="NotoSansJP"/>
              </a:rPr>
              <a:t>システム）</a:t>
            </a:r>
            <a:endParaRPr lang="en-US" sz="1050" b="0" u="none" strike="noStrike">
              <a:solidFill>
                <a:srgbClr val="000000"/>
              </a:solidFill>
              <a:effectLst/>
              <a:uFillTx/>
              <a:latin typeface="Times New Roman"/>
            </a:endParaRPr>
          </a:p>
        </p:txBody>
      </p:sp>
      <p:pic>
        <p:nvPicPr>
          <p:cNvPr id="638" name="図 637"/>
          <p:cNvPicPr/>
          <p:nvPr/>
        </p:nvPicPr>
        <p:blipFill>
          <a:blip r:embed="rId9"/>
          <a:stretch/>
        </p:blipFill>
        <p:spPr>
          <a:xfrm>
            <a:off x="635040" y="5398560"/>
            <a:ext cx="116640" cy="133200"/>
          </a:xfrm>
          <a:prstGeom prst="rect">
            <a:avLst/>
          </a:prstGeom>
          <a:noFill/>
          <a:ln w="0">
            <a:noFill/>
          </a:ln>
        </p:spPr>
      </p:pic>
      <p:sp>
        <p:nvSpPr>
          <p:cNvPr id="639" name="テキスト ボックス 638"/>
          <p:cNvSpPr txBox="1"/>
          <p:nvPr/>
        </p:nvSpPr>
        <p:spPr>
          <a:xfrm>
            <a:off x="869040" y="5098680"/>
            <a:ext cx="22806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サイバーセキュリティ対策の法的要件</a:t>
            </a:r>
            <a:endParaRPr lang="en-US" sz="1050" b="0" u="none" strike="noStrike">
              <a:solidFill>
                <a:srgbClr val="000000"/>
              </a:solidFill>
              <a:effectLst/>
              <a:uFillTx/>
              <a:latin typeface="Times New Roman"/>
            </a:endParaRPr>
          </a:p>
        </p:txBody>
      </p:sp>
      <p:sp>
        <p:nvSpPr>
          <p:cNvPr id="640" name="フリーフォーム: 図形 639"/>
          <p:cNvSpPr/>
          <p:nvPr/>
        </p:nvSpPr>
        <p:spPr>
          <a:xfrm>
            <a:off x="5481720" y="2155680"/>
            <a:ext cx="4813920" cy="2206800"/>
          </a:xfrm>
          <a:custGeom>
            <a:avLst/>
            <a:gdLst/>
            <a:ahLst/>
            <a:cxnLst/>
            <a:rect l="0" t="0" r="r" b="b"/>
            <a:pathLst>
              <a:path w="13372" h="6130">
                <a:moveTo>
                  <a:pt x="0" y="5944"/>
                </a:moveTo>
                <a:lnTo>
                  <a:pt x="0" y="186"/>
                </a:lnTo>
                <a:cubicBezTo>
                  <a:pt x="0" y="174"/>
                  <a:pt x="1" y="162"/>
                  <a:pt x="4" y="150"/>
                </a:cubicBezTo>
                <a:cubicBezTo>
                  <a:pt x="6" y="138"/>
                  <a:pt x="10" y="126"/>
                  <a:pt x="14" y="115"/>
                </a:cubicBezTo>
                <a:cubicBezTo>
                  <a:pt x="19" y="104"/>
                  <a:pt x="25" y="93"/>
                  <a:pt x="32" y="83"/>
                </a:cubicBezTo>
                <a:cubicBezTo>
                  <a:pt x="38" y="73"/>
                  <a:pt x="46" y="63"/>
                  <a:pt x="55" y="55"/>
                </a:cubicBezTo>
                <a:cubicBezTo>
                  <a:pt x="63" y="46"/>
                  <a:pt x="73" y="39"/>
                  <a:pt x="83" y="32"/>
                </a:cubicBezTo>
                <a:cubicBezTo>
                  <a:pt x="93" y="25"/>
                  <a:pt x="104" y="19"/>
                  <a:pt x="115" y="15"/>
                </a:cubicBezTo>
                <a:cubicBezTo>
                  <a:pt x="126" y="10"/>
                  <a:pt x="138" y="6"/>
                  <a:pt x="150" y="4"/>
                </a:cubicBezTo>
                <a:cubicBezTo>
                  <a:pt x="162" y="2"/>
                  <a:pt x="174" y="0"/>
                  <a:pt x="186" y="0"/>
                </a:cubicBezTo>
                <a:lnTo>
                  <a:pt x="13186" y="0"/>
                </a:lnTo>
                <a:cubicBezTo>
                  <a:pt x="13198" y="0"/>
                  <a:pt x="13211" y="2"/>
                  <a:pt x="13223" y="4"/>
                </a:cubicBezTo>
                <a:cubicBezTo>
                  <a:pt x="13234" y="6"/>
                  <a:pt x="13246" y="10"/>
                  <a:pt x="13257" y="15"/>
                </a:cubicBezTo>
                <a:cubicBezTo>
                  <a:pt x="13269" y="19"/>
                  <a:pt x="13279" y="25"/>
                  <a:pt x="13289" y="32"/>
                </a:cubicBezTo>
                <a:cubicBezTo>
                  <a:pt x="13300" y="39"/>
                  <a:pt x="13309" y="46"/>
                  <a:pt x="13318" y="55"/>
                </a:cubicBezTo>
                <a:cubicBezTo>
                  <a:pt x="13326" y="63"/>
                  <a:pt x="13334" y="73"/>
                  <a:pt x="13341" y="83"/>
                </a:cubicBezTo>
                <a:cubicBezTo>
                  <a:pt x="13347" y="93"/>
                  <a:pt x="13353" y="104"/>
                  <a:pt x="13358" y="115"/>
                </a:cubicBezTo>
                <a:cubicBezTo>
                  <a:pt x="13363" y="126"/>
                  <a:pt x="13366" y="138"/>
                  <a:pt x="13368" y="150"/>
                </a:cubicBezTo>
                <a:cubicBezTo>
                  <a:pt x="13371" y="162"/>
                  <a:pt x="13372" y="174"/>
                  <a:pt x="13372" y="186"/>
                </a:cubicBezTo>
                <a:lnTo>
                  <a:pt x="13372" y="5944"/>
                </a:lnTo>
                <a:cubicBezTo>
                  <a:pt x="13372" y="5956"/>
                  <a:pt x="13371" y="5968"/>
                  <a:pt x="13368" y="5980"/>
                </a:cubicBezTo>
                <a:cubicBezTo>
                  <a:pt x="13366" y="5992"/>
                  <a:pt x="13363" y="6004"/>
                  <a:pt x="13358" y="6015"/>
                </a:cubicBezTo>
                <a:cubicBezTo>
                  <a:pt x="13353" y="6026"/>
                  <a:pt x="13347" y="6037"/>
                  <a:pt x="13341" y="6047"/>
                </a:cubicBezTo>
                <a:cubicBezTo>
                  <a:pt x="13334" y="6057"/>
                  <a:pt x="13326" y="6067"/>
                  <a:pt x="13318" y="6075"/>
                </a:cubicBezTo>
                <a:cubicBezTo>
                  <a:pt x="13309" y="6084"/>
                  <a:pt x="13300" y="6092"/>
                  <a:pt x="13289" y="6098"/>
                </a:cubicBezTo>
                <a:cubicBezTo>
                  <a:pt x="13279" y="6105"/>
                  <a:pt x="13269" y="6111"/>
                  <a:pt x="13257" y="6116"/>
                </a:cubicBezTo>
                <a:cubicBezTo>
                  <a:pt x="13246" y="6120"/>
                  <a:pt x="13234" y="6124"/>
                  <a:pt x="13223" y="6126"/>
                </a:cubicBezTo>
                <a:cubicBezTo>
                  <a:pt x="13211" y="6129"/>
                  <a:pt x="13198" y="6130"/>
                  <a:pt x="13186" y="6130"/>
                </a:cubicBezTo>
                <a:lnTo>
                  <a:pt x="186" y="6130"/>
                </a:lnTo>
                <a:cubicBezTo>
                  <a:pt x="174" y="6130"/>
                  <a:pt x="162" y="6129"/>
                  <a:pt x="150" y="6126"/>
                </a:cubicBezTo>
                <a:cubicBezTo>
                  <a:pt x="138" y="6124"/>
                  <a:pt x="126" y="6120"/>
                  <a:pt x="115" y="6116"/>
                </a:cubicBezTo>
                <a:cubicBezTo>
                  <a:pt x="104" y="6111"/>
                  <a:pt x="93" y="6105"/>
                  <a:pt x="83" y="6098"/>
                </a:cubicBezTo>
                <a:cubicBezTo>
                  <a:pt x="73" y="6092"/>
                  <a:pt x="63" y="6084"/>
                  <a:pt x="55" y="6075"/>
                </a:cubicBezTo>
                <a:cubicBezTo>
                  <a:pt x="46" y="6067"/>
                  <a:pt x="38" y="6057"/>
                  <a:pt x="32" y="6047"/>
                </a:cubicBezTo>
                <a:cubicBezTo>
                  <a:pt x="25" y="6037"/>
                  <a:pt x="19" y="6026"/>
                  <a:pt x="14" y="6015"/>
                </a:cubicBezTo>
                <a:cubicBezTo>
                  <a:pt x="10" y="6004"/>
                  <a:pt x="6" y="5992"/>
                  <a:pt x="4" y="5980"/>
                </a:cubicBezTo>
                <a:cubicBezTo>
                  <a:pt x="1" y="5968"/>
                  <a:pt x="0" y="5956"/>
                  <a:pt x="0" y="5944"/>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41" name="テキスト ボックス 640"/>
          <p:cNvSpPr txBox="1"/>
          <p:nvPr/>
        </p:nvSpPr>
        <p:spPr>
          <a:xfrm>
            <a:off x="852480" y="5399640"/>
            <a:ext cx="26830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ソフトウェアアップデート管理の法的枠組み</a:t>
            </a:r>
            <a:endParaRPr lang="en-US" sz="1050" b="0" u="none" strike="noStrike">
              <a:solidFill>
                <a:srgbClr val="000000"/>
              </a:solidFill>
              <a:effectLst/>
              <a:uFillTx/>
              <a:latin typeface="Times New Roman"/>
            </a:endParaRPr>
          </a:p>
        </p:txBody>
      </p:sp>
      <p:sp>
        <p:nvSpPr>
          <p:cNvPr id="642" name="テキスト ボックス 641"/>
          <p:cNvSpPr txBox="1"/>
          <p:nvPr/>
        </p:nvSpPr>
        <p:spPr>
          <a:xfrm>
            <a:off x="5682600" y="2385360"/>
            <a:ext cx="358596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国連自動車基準調和世界フォーラム（</a:t>
            </a:r>
            <a:r>
              <a:rPr lang="en-US" sz="1320" b="0" u="none" strike="noStrike">
                <a:solidFill>
                  <a:srgbClr val="FFFFFF"/>
                </a:solidFill>
                <a:effectLst/>
                <a:uFillTx/>
                <a:latin typeface="NotoSansJP"/>
                <a:ea typeface="NotoSansJP"/>
              </a:rPr>
              <a:t>WP29</a:t>
            </a:r>
            <a:r>
              <a:rPr lang="zh-CN" sz="1320" b="0" u="none" strike="noStrike">
                <a:solidFill>
                  <a:srgbClr val="FFFFFF"/>
                </a:solidFill>
                <a:effectLst/>
                <a:uFillTx/>
                <a:latin typeface="NotoSansJP"/>
                <a:ea typeface="NotoSansJP"/>
              </a:rPr>
              <a:t>）</a:t>
            </a:r>
            <a:endParaRPr lang="en-US" sz="1320" b="0" u="none" strike="noStrike">
              <a:solidFill>
                <a:srgbClr val="000000"/>
              </a:solidFill>
              <a:effectLst/>
              <a:uFillTx/>
              <a:latin typeface="Times New Roman"/>
            </a:endParaRPr>
          </a:p>
        </p:txBody>
      </p:sp>
      <p:sp>
        <p:nvSpPr>
          <p:cNvPr id="643" name="テキスト ボックス 642"/>
          <p:cNvSpPr txBox="1"/>
          <p:nvPr/>
        </p:nvSpPr>
        <p:spPr>
          <a:xfrm>
            <a:off x="6016680" y="2725560"/>
            <a:ext cx="596880" cy="157320"/>
          </a:xfrm>
          <a:prstGeom prst="rect">
            <a:avLst/>
          </a:prstGeom>
          <a:noFill/>
          <a:ln w="0">
            <a:noFill/>
          </a:ln>
        </p:spPr>
        <p:txBody>
          <a:bodyPr wrap="none" lIns="0" tIns="0" rIns="0" bIns="0" anchor="t">
            <a:spAutoFit/>
          </a:bodyPr>
          <a:lstStyle/>
          <a:p>
            <a:r>
              <a:rPr lang="en-US" sz="1050" b="0" u="none" strike="noStrike">
                <a:solidFill>
                  <a:srgbClr val="C0C0C0"/>
                </a:solidFill>
                <a:effectLst/>
                <a:uFillTx/>
                <a:latin typeface="NotoSansJP"/>
                <a:ea typeface="NotoSansJP"/>
              </a:rPr>
              <a:t>UN-R155</a:t>
            </a:r>
            <a:endParaRPr lang="en-US" sz="1050" b="0" u="none" strike="noStrike">
              <a:solidFill>
                <a:srgbClr val="000000"/>
              </a:solidFill>
              <a:effectLst/>
              <a:uFillTx/>
              <a:latin typeface="Times New Roman"/>
            </a:endParaRPr>
          </a:p>
        </p:txBody>
      </p:sp>
      <p:sp>
        <p:nvSpPr>
          <p:cNvPr id="644" name="フリーフォーム: 図形 643"/>
          <p:cNvSpPr/>
          <p:nvPr/>
        </p:nvSpPr>
        <p:spPr>
          <a:xfrm>
            <a:off x="5682240" y="2690640"/>
            <a:ext cx="134280" cy="134280"/>
          </a:xfrm>
          <a:custGeom>
            <a:avLst/>
            <a:gdLst/>
            <a:ahLst/>
            <a:cxnLst/>
            <a:rect l="0" t="0" r="r" b="b"/>
            <a:pathLst>
              <a:path w="373" h="373">
                <a:moveTo>
                  <a:pt x="373" y="187"/>
                </a:moveTo>
                <a:cubicBezTo>
                  <a:pt x="373" y="199"/>
                  <a:pt x="372" y="211"/>
                  <a:pt x="369" y="223"/>
                </a:cubicBezTo>
                <a:cubicBezTo>
                  <a:pt x="367" y="235"/>
                  <a:pt x="363" y="247"/>
                  <a:pt x="359" y="258"/>
                </a:cubicBezTo>
                <a:cubicBezTo>
                  <a:pt x="353" y="269"/>
                  <a:pt x="347" y="280"/>
                  <a:pt x="340" y="290"/>
                </a:cubicBezTo>
                <a:cubicBezTo>
                  <a:pt x="334" y="300"/>
                  <a:pt x="326" y="309"/>
                  <a:pt x="317" y="318"/>
                </a:cubicBezTo>
                <a:cubicBezTo>
                  <a:pt x="309" y="327"/>
                  <a:pt x="299" y="334"/>
                  <a:pt x="289" y="341"/>
                </a:cubicBezTo>
                <a:cubicBezTo>
                  <a:pt x="279" y="348"/>
                  <a:pt x="268" y="354"/>
                  <a:pt x="257" y="358"/>
                </a:cubicBezTo>
                <a:cubicBezTo>
                  <a:pt x="246" y="363"/>
                  <a:pt x="234" y="367"/>
                  <a:pt x="222" y="369"/>
                </a:cubicBezTo>
                <a:cubicBezTo>
                  <a:pt x="210" y="371"/>
                  <a:pt x="198" y="373"/>
                  <a:pt x="186" y="373"/>
                </a:cubicBezTo>
                <a:cubicBezTo>
                  <a:pt x="174" y="373"/>
                  <a:pt x="162" y="371"/>
                  <a:pt x="150" y="369"/>
                </a:cubicBezTo>
                <a:cubicBezTo>
                  <a:pt x="138" y="367"/>
                  <a:pt x="126" y="363"/>
                  <a:pt x="115" y="358"/>
                </a:cubicBezTo>
                <a:cubicBezTo>
                  <a:pt x="104" y="354"/>
                  <a:pt x="93" y="348"/>
                  <a:pt x="83" y="341"/>
                </a:cubicBezTo>
                <a:cubicBezTo>
                  <a:pt x="73" y="334"/>
                  <a:pt x="63" y="327"/>
                  <a:pt x="55" y="318"/>
                </a:cubicBezTo>
                <a:cubicBezTo>
                  <a:pt x="46" y="309"/>
                  <a:pt x="38" y="300"/>
                  <a:pt x="32" y="290"/>
                </a:cubicBezTo>
                <a:cubicBezTo>
                  <a:pt x="25" y="280"/>
                  <a:pt x="19" y="269"/>
                  <a:pt x="15" y="258"/>
                </a:cubicBezTo>
                <a:cubicBezTo>
                  <a:pt x="10" y="247"/>
                  <a:pt x="6" y="235"/>
                  <a:pt x="4" y="223"/>
                </a:cubicBezTo>
                <a:cubicBezTo>
                  <a:pt x="2" y="211"/>
                  <a:pt x="0" y="199"/>
                  <a:pt x="0" y="187"/>
                </a:cubicBezTo>
                <a:cubicBezTo>
                  <a:pt x="0" y="175"/>
                  <a:pt x="2" y="163"/>
                  <a:pt x="4" y="151"/>
                </a:cubicBezTo>
                <a:cubicBezTo>
                  <a:pt x="6" y="139"/>
                  <a:pt x="10" y="126"/>
                  <a:pt x="15" y="115"/>
                </a:cubicBezTo>
                <a:cubicBezTo>
                  <a:pt x="19" y="103"/>
                  <a:pt x="25" y="93"/>
                  <a:pt x="32" y="83"/>
                </a:cubicBezTo>
                <a:cubicBezTo>
                  <a:pt x="38" y="72"/>
                  <a:pt x="46" y="63"/>
                  <a:pt x="55" y="54"/>
                </a:cubicBezTo>
                <a:cubicBezTo>
                  <a:pt x="63" y="46"/>
                  <a:pt x="73" y="38"/>
                  <a:pt x="83" y="31"/>
                </a:cubicBezTo>
                <a:cubicBezTo>
                  <a:pt x="93" y="25"/>
                  <a:pt x="104" y="19"/>
                  <a:pt x="115" y="14"/>
                </a:cubicBezTo>
                <a:cubicBezTo>
                  <a:pt x="126" y="10"/>
                  <a:pt x="138" y="6"/>
                  <a:pt x="150" y="4"/>
                </a:cubicBezTo>
                <a:cubicBezTo>
                  <a:pt x="162" y="1"/>
                  <a:pt x="174" y="0"/>
                  <a:pt x="186" y="0"/>
                </a:cubicBezTo>
                <a:cubicBezTo>
                  <a:pt x="198" y="0"/>
                  <a:pt x="210" y="1"/>
                  <a:pt x="222" y="4"/>
                </a:cubicBezTo>
                <a:cubicBezTo>
                  <a:pt x="234" y="6"/>
                  <a:pt x="246" y="10"/>
                  <a:pt x="257" y="14"/>
                </a:cubicBezTo>
                <a:cubicBezTo>
                  <a:pt x="268" y="19"/>
                  <a:pt x="279" y="25"/>
                  <a:pt x="289" y="31"/>
                </a:cubicBezTo>
                <a:cubicBezTo>
                  <a:pt x="299" y="38"/>
                  <a:pt x="309" y="46"/>
                  <a:pt x="317" y="54"/>
                </a:cubicBezTo>
                <a:cubicBezTo>
                  <a:pt x="326" y="63"/>
                  <a:pt x="334" y="72"/>
                  <a:pt x="340" y="83"/>
                </a:cubicBezTo>
                <a:cubicBezTo>
                  <a:pt x="347" y="93"/>
                  <a:pt x="353" y="103"/>
                  <a:pt x="359" y="115"/>
                </a:cubicBezTo>
                <a:cubicBezTo>
                  <a:pt x="363" y="126"/>
                  <a:pt x="367" y="139"/>
                  <a:pt x="369" y="151"/>
                </a:cubicBezTo>
                <a:cubicBezTo>
                  <a:pt x="372" y="163"/>
                  <a:pt x="373" y="175"/>
                  <a:pt x="373" y="187"/>
                </a:cubicBez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45" name="フリーフォーム: 図形 644"/>
          <p:cNvSpPr/>
          <p:nvPr/>
        </p:nvSpPr>
        <p:spPr>
          <a:xfrm>
            <a:off x="5740920" y="2824560"/>
            <a:ext cx="25560" cy="1203480"/>
          </a:xfrm>
          <a:custGeom>
            <a:avLst/>
            <a:gdLst/>
            <a:ahLst/>
            <a:cxnLst/>
            <a:rect l="0" t="0" r="r" b="b"/>
            <a:pathLst>
              <a:path w="71" h="3343">
                <a:moveTo>
                  <a:pt x="0" y="0"/>
                </a:moveTo>
                <a:lnTo>
                  <a:pt x="71" y="0"/>
                </a:lnTo>
                <a:lnTo>
                  <a:pt x="71" y="3343"/>
                </a:lnTo>
                <a:lnTo>
                  <a:pt x="0" y="3343"/>
                </a:lnTo>
                <a:lnTo>
                  <a:pt x="0" y="0"/>
                </a:lnTo>
                <a:close/>
              </a:path>
            </a:pathLst>
          </a:custGeom>
          <a:solidFill>
            <a:srgbClr val="C0C0C0">
              <a:alpha val="3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46" name="テキスト ボックス 645"/>
          <p:cNvSpPr txBox="1"/>
          <p:nvPr/>
        </p:nvSpPr>
        <p:spPr>
          <a:xfrm>
            <a:off x="6016680" y="2926080"/>
            <a:ext cx="21466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サイバーセキュリティに関する要件</a:t>
            </a:r>
            <a:endParaRPr lang="en-US" sz="1050" b="0" u="none" strike="noStrike">
              <a:solidFill>
                <a:srgbClr val="000000"/>
              </a:solidFill>
              <a:effectLst/>
              <a:uFillTx/>
              <a:latin typeface="Times New Roman"/>
            </a:endParaRPr>
          </a:p>
        </p:txBody>
      </p:sp>
      <p:sp>
        <p:nvSpPr>
          <p:cNvPr id="647" name="テキスト ボックス 646"/>
          <p:cNvSpPr txBox="1"/>
          <p:nvPr/>
        </p:nvSpPr>
        <p:spPr>
          <a:xfrm>
            <a:off x="6016680" y="3260520"/>
            <a:ext cx="596880" cy="157320"/>
          </a:xfrm>
          <a:prstGeom prst="rect">
            <a:avLst/>
          </a:prstGeom>
          <a:noFill/>
          <a:ln w="0">
            <a:noFill/>
          </a:ln>
        </p:spPr>
        <p:txBody>
          <a:bodyPr wrap="none" lIns="0" tIns="0" rIns="0" bIns="0" anchor="t">
            <a:spAutoFit/>
          </a:bodyPr>
          <a:lstStyle/>
          <a:p>
            <a:r>
              <a:rPr lang="en-US" sz="1050" b="0" u="none" strike="noStrike">
                <a:solidFill>
                  <a:srgbClr val="C0C0C0"/>
                </a:solidFill>
                <a:effectLst/>
                <a:uFillTx/>
                <a:latin typeface="NotoSansJP"/>
                <a:ea typeface="NotoSansJP"/>
              </a:rPr>
              <a:t>UN-R156</a:t>
            </a:r>
            <a:endParaRPr lang="en-US" sz="1050" b="0" u="none" strike="noStrike">
              <a:solidFill>
                <a:srgbClr val="000000"/>
              </a:solidFill>
              <a:effectLst/>
              <a:uFillTx/>
              <a:latin typeface="Times New Roman"/>
            </a:endParaRPr>
          </a:p>
        </p:txBody>
      </p:sp>
      <p:sp>
        <p:nvSpPr>
          <p:cNvPr id="648" name="フリーフォーム: 図形 647"/>
          <p:cNvSpPr/>
          <p:nvPr/>
        </p:nvSpPr>
        <p:spPr>
          <a:xfrm>
            <a:off x="5933160" y="3225600"/>
            <a:ext cx="133920" cy="133920"/>
          </a:xfrm>
          <a:custGeom>
            <a:avLst/>
            <a:gdLst/>
            <a:ahLst/>
            <a:cxnLst/>
            <a:rect l="0" t="0" r="r" b="b"/>
            <a:pathLst>
              <a:path w="372" h="372">
                <a:moveTo>
                  <a:pt x="372" y="186"/>
                </a:moveTo>
                <a:cubicBezTo>
                  <a:pt x="372" y="199"/>
                  <a:pt x="371" y="211"/>
                  <a:pt x="369" y="223"/>
                </a:cubicBezTo>
                <a:cubicBezTo>
                  <a:pt x="366" y="235"/>
                  <a:pt x="363" y="246"/>
                  <a:pt x="358" y="258"/>
                </a:cubicBezTo>
                <a:cubicBezTo>
                  <a:pt x="353" y="269"/>
                  <a:pt x="348" y="279"/>
                  <a:pt x="341" y="290"/>
                </a:cubicBezTo>
                <a:cubicBezTo>
                  <a:pt x="334" y="300"/>
                  <a:pt x="326" y="309"/>
                  <a:pt x="318" y="318"/>
                </a:cubicBezTo>
                <a:cubicBezTo>
                  <a:pt x="309" y="326"/>
                  <a:pt x="300" y="334"/>
                  <a:pt x="290" y="341"/>
                </a:cubicBezTo>
                <a:cubicBezTo>
                  <a:pt x="280" y="348"/>
                  <a:pt x="269" y="353"/>
                  <a:pt x="258" y="358"/>
                </a:cubicBezTo>
                <a:cubicBezTo>
                  <a:pt x="246" y="363"/>
                  <a:pt x="235" y="366"/>
                  <a:pt x="223" y="369"/>
                </a:cubicBezTo>
                <a:cubicBezTo>
                  <a:pt x="211" y="371"/>
                  <a:pt x="199" y="372"/>
                  <a:pt x="186" y="372"/>
                </a:cubicBezTo>
                <a:cubicBezTo>
                  <a:pt x="174" y="372"/>
                  <a:pt x="162" y="371"/>
                  <a:pt x="150" y="369"/>
                </a:cubicBezTo>
                <a:cubicBezTo>
                  <a:pt x="138" y="366"/>
                  <a:pt x="127" y="363"/>
                  <a:pt x="115" y="358"/>
                </a:cubicBezTo>
                <a:cubicBezTo>
                  <a:pt x="104" y="353"/>
                  <a:pt x="93" y="348"/>
                  <a:pt x="83" y="341"/>
                </a:cubicBezTo>
                <a:cubicBezTo>
                  <a:pt x="73" y="334"/>
                  <a:pt x="64" y="326"/>
                  <a:pt x="55" y="318"/>
                </a:cubicBezTo>
                <a:cubicBezTo>
                  <a:pt x="47" y="309"/>
                  <a:pt x="39" y="300"/>
                  <a:pt x="32" y="290"/>
                </a:cubicBezTo>
                <a:cubicBezTo>
                  <a:pt x="24" y="279"/>
                  <a:pt x="19" y="269"/>
                  <a:pt x="14" y="258"/>
                </a:cubicBezTo>
                <a:cubicBezTo>
                  <a:pt x="9" y="246"/>
                  <a:pt x="6" y="235"/>
                  <a:pt x="3" y="223"/>
                </a:cubicBezTo>
                <a:cubicBezTo>
                  <a:pt x="1" y="211"/>
                  <a:pt x="0" y="199"/>
                  <a:pt x="0" y="186"/>
                </a:cubicBezTo>
                <a:cubicBezTo>
                  <a:pt x="0" y="174"/>
                  <a:pt x="1" y="162"/>
                  <a:pt x="3" y="150"/>
                </a:cubicBezTo>
                <a:cubicBezTo>
                  <a:pt x="6" y="138"/>
                  <a:pt x="9" y="126"/>
                  <a:pt x="14" y="114"/>
                </a:cubicBezTo>
                <a:cubicBezTo>
                  <a:pt x="19" y="103"/>
                  <a:pt x="24" y="92"/>
                  <a:pt x="32" y="82"/>
                </a:cubicBezTo>
                <a:cubicBezTo>
                  <a:pt x="39" y="72"/>
                  <a:pt x="47" y="63"/>
                  <a:pt x="55" y="54"/>
                </a:cubicBezTo>
                <a:cubicBezTo>
                  <a:pt x="64" y="46"/>
                  <a:pt x="73" y="38"/>
                  <a:pt x="83" y="31"/>
                </a:cubicBezTo>
                <a:cubicBezTo>
                  <a:pt x="93" y="24"/>
                  <a:pt x="104" y="19"/>
                  <a:pt x="115" y="14"/>
                </a:cubicBezTo>
                <a:cubicBezTo>
                  <a:pt x="127" y="9"/>
                  <a:pt x="138" y="6"/>
                  <a:pt x="150" y="3"/>
                </a:cubicBezTo>
                <a:cubicBezTo>
                  <a:pt x="162" y="1"/>
                  <a:pt x="174" y="0"/>
                  <a:pt x="186" y="0"/>
                </a:cubicBezTo>
                <a:cubicBezTo>
                  <a:pt x="199" y="0"/>
                  <a:pt x="211" y="1"/>
                  <a:pt x="223" y="3"/>
                </a:cubicBezTo>
                <a:cubicBezTo>
                  <a:pt x="235" y="6"/>
                  <a:pt x="246" y="9"/>
                  <a:pt x="258" y="14"/>
                </a:cubicBezTo>
                <a:cubicBezTo>
                  <a:pt x="269" y="19"/>
                  <a:pt x="280" y="24"/>
                  <a:pt x="290" y="31"/>
                </a:cubicBezTo>
                <a:cubicBezTo>
                  <a:pt x="300" y="38"/>
                  <a:pt x="309" y="46"/>
                  <a:pt x="318" y="54"/>
                </a:cubicBezTo>
                <a:cubicBezTo>
                  <a:pt x="326" y="63"/>
                  <a:pt x="334" y="72"/>
                  <a:pt x="341" y="82"/>
                </a:cubicBezTo>
                <a:cubicBezTo>
                  <a:pt x="348" y="92"/>
                  <a:pt x="353" y="103"/>
                  <a:pt x="358" y="114"/>
                </a:cubicBezTo>
                <a:cubicBezTo>
                  <a:pt x="363" y="126"/>
                  <a:pt x="366" y="138"/>
                  <a:pt x="369" y="150"/>
                </a:cubicBezTo>
                <a:cubicBezTo>
                  <a:pt x="371" y="162"/>
                  <a:pt x="372" y="174"/>
                  <a:pt x="372" y="186"/>
                </a:cubicBez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49" name="テキスト ボックス 648"/>
          <p:cNvSpPr txBox="1"/>
          <p:nvPr/>
        </p:nvSpPr>
        <p:spPr>
          <a:xfrm>
            <a:off x="6016680" y="3461040"/>
            <a:ext cx="24148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ソフトウェアアップデートに関する要件</a:t>
            </a:r>
            <a:endParaRPr lang="en-US" sz="1050" b="0" u="none" strike="noStrike">
              <a:solidFill>
                <a:srgbClr val="000000"/>
              </a:solidFill>
              <a:effectLst/>
              <a:uFillTx/>
              <a:latin typeface="Times New Roman"/>
            </a:endParaRPr>
          </a:p>
        </p:txBody>
      </p:sp>
      <p:sp>
        <p:nvSpPr>
          <p:cNvPr id="650" name="テキスト ボックス 649"/>
          <p:cNvSpPr txBox="1"/>
          <p:nvPr/>
        </p:nvSpPr>
        <p:spPr>
          <a:xfrm>
            <a:off x="6016680" y="3795120"/>
            <a:ext cx="596880" cy="157320"/>
          </a:xfrm>
          <a:prstGeom prst="rect">
            <a:avLst/>
          </a:prstGeom>
          <a:noFill/>
          <a:ln w="0">
            <a:noFill/>
          </a:ln>
        </p:spPr>
        <p:txBody>
          <a:bodyPr wrap="none" lIns="0" tIns="0" rIns="0" bIns="0" anchor="t">
            <a:spAutoFit/>
          </a:bodyPr>
          <a:lstStyle/>
          <a:p>
            <a:r>
              <a:rPr lang="en-US" sz="1050" b="0" u="none" strike="noStrike">
                <a:solidFill>
                  <a:srgbClr val="C0C0C0"/>
                </a:solidFill>
                <a:effectLst/>
                <a:uFillTx/>
                <a:latin typeface="NotoSansJP"/>
                <a:ea typeface="NotoSansJP"/>
              </a:rPr>
              <a:t>UN-R157</a:t>
            </a:r>
            <a:endParaRPr lang="en-US" sz="1050" b="0" u="none" strike="noStrike">
              <a:solidFill>
                <a:srgbClr val="000000"/>
              </a:solidFill>
              <a:effectLst/>
              <a:uFillTx/>
              <a:latin typeface="Times New Roman"/>
            </a:endParaRPr>
          </a:p>
        </p:txBody>
      </p:sp>
      <p:sp>
        <p:nvSpPr>
          <p:cNvPr id="651" name="フリーフォーム: 図形 650"/>
          <p:cNvSpPr/>
          <p:nvPr/>
        </p:nvSpPr>
        <p:spPr>
          <a:xfrm>
            <a:off x="5933160" y="3760200"/>
            <a:ext cx="133920" cy="134280"/>
          </a:xfrm>
          <a:custGeom>
            <a:avLst/>
            <a:gdLst/>
            <a:ahLst/>
            <a:cxnLst/>
            <a:rect l="0" t="0" r="r" b="b"/>
            <a:pathLst>
              <a:path w="372" h="373">
                <a:moveTo>
                  <a:pt x="372" y="187"/>
                </a:moveTo>
                <a:cubicBezTo>
                  <a:pt x="372" y="199"/>
                  <a:pt x="371" y="211"/>
                  <a:pt x="369" y="223"/>
                </a:cubicBezTo>
                <a:cubicBezTo>
                  <a:pt x="366" y="235"/>
                  <a:pt x="363" y="247"/>
                  <a:pt x="358" y="258"/>
                </a:cubicBezTo>
                <a:cubicBezTo>
                  <a:pt x="353" y="269"/>
                  <a:pt x="348" y="280"/>
                  <a:pt x="341" y="290"/>
                </a:cubicBezTo>
                <a:cubicBezTo>
                  <a:pt x="334" y="300"/>
                  <a:pt x="326" y="310"/>
                  <a:pt x="318" y="318"/>
                </a:cubicBezTo>
                <a:cubicBezTo>
                  <a:pt x="309" y="327"/>
                  <a:pt x="300" y="335"/>
                  <a:pt x="290" y="341"/>
                </a:cubicBezTo>
                <a:cubicBezTo>
                  <a:pt x="280" y="348"/>
                  <a:pt x="269" y="354"/>
                  <a:pt x="258" y="359"/>
                </a:cubicBezTo>
                <a:cubicBezTo>
                  <a:pt x="246" y="363"/>
                  <a:pt x="235" y="367"/>
                  <a:pt x="223" y="369"/>
                </a:cubicBezTo>
                <a:cubicBezTo>
                  <a:pt x="211" y="372"/>
                  <a:pt x="199" y="373"/>
                  <a:pt x="186" y="373"/>
                </a:cubicBezTo>
                <a:cubicBezTo>
                  <a:pt x="174" y="373"/>
                  <a:pt x="162" y="372"/>
                  <a:pt x="150" y="369"/>
                </a:cubicBezTo>
                <a:cubicBezTo>
                  <a:pt x="138" y="367"/>
                  <a:pt x="127" y="363"/>
                  <a:pt x="115" y="359"/>
                </a:cubicBezTo>
                <a:cubicBezTo>
                  <a:pt x="104" y="354"/>
                  <a:pt x="93" y="348"/>
                  <a:pt x="83" y="341"/>
                </a:cubicBezTo>
                <a:cubicBezTo>
                  <a:pt x="73" y="335"/>
                  <a:pt x="64" y="327"/>
                  <a:pt x="55" y="318"/>
                </a:cubicBezTo>
                <a:cubicBezTo>
                  <a:pt x="47" y="310"/>
                  <a:pt x="39" y="300"/>
                  <a:pt x="32" y="290"/>
                </a:cubicBezTo>
                <a:cubicBezTo>
                  <a:pt x="24" y="280"/>
                  <a:pt x="19" y="269"/>
                  <a:pt x="14" y="258"/>
                </a:cubicBezTo>
                <a:cubicBezTo>
                  <a:pt x="9" y="247"/>
                  <a:pt x="6" y="235"/>
                  <a:pt x="3" y="223"/>
                </a:cubicBezTo>
                <a:cubicBezTo>
                  <a:pt x="1" y="211"/>
                  <a:pt x="0" y="199"/>
                  <a:pt x="0" y="187"/>
                </a:cubicBezTo>
                <a:cubicBezTo>
                  <a:pt x="0" y="175"/>
                  <a:pt x="1" y="163"/>
                  <a:pt x="3" y="151"/>
                </a:cubicBezTo>
                <a:cubicBezTo>
                  <a:pt x="6" y="139"/>
                  <a:pt x="9" y="126"/>
                  <a:pt x="14" y="115"/>
                </a:cubicBezTo>
                <a:cubicBezTo>
                  <a:pt x="19" y="104"/>
                  <a:pt x="24" y="93"/>
                  <a:pt x="32" y="83"/>
                </a:cubicBezTo>
                <a:cubicBezTo>
                  <a:pt x="39" y="73"/>
                  <a:pt x="47" y="63"/>
                  <a:pt x="55" y="55"/>
                </a:cubicBezTo>
                <a:cubicBezTo>
                  <a:pt x="64" y="46"/>
                  <a:pt x="73" y="38"/>
                  <a:pt x="83" y="32"/>
                </a:cubicBezTo>
                <a:cubicBezTo>
                  <a:pt x="93" y="25"/>
                  <a:pt x="104" y="19"/>
                  <a:pt x="115" y="15"/>
                </a:cubicBezTo>
                <a:cubicBezTo>
                  <a:pt x="127" y="10"/>
                  <a:pt x="138" y="6"/>
                  <a:pt x="150" y="4"/>
                </a:cubicBezTo>
                <a:cubicBezTo>
                  <a:pt x="162" y="2"/>
                  <a:pt x="174" y="0"/>
                  <a:pt x="186" y="0"/>
                </a:cubicBezTo>
                <a:cubicBezTo>
                  <a:pt x="199" y="0"/>
                  <a:pt x="211" y="2"/>
                  <a:pt x="223" y="4"/>
                </a:cubicBezTo>
                <a:cubicBezTo>
                  <a:pt x="235" y="6"/>
                  <a:pt x="246" y="10"/>
                  <a:pt x="258" y="15"/>
                </a:cubicBezTo>
                <a:cubicBezTo>
                  <a:pt x="269" y="19"/>
                  <a:pt x="280" y="25"/>
                  <a:pt x="290" y="32"/>
                </a:cubicBezTo>
                <a:cubicBezTo>
                  <a:pt x="300" y="38"/>
                  <a:pt x="309" y="46"/>
                  <a:pt x="318" y="55"/>
                </a:cubicBezTo>
                <a:cubicBezTo>
                  <a:pt x="326" y="63"/>
                  <a:pt x="334" y="73"/>
                  <a:pt x="341" y="83"/>
                </a:cubicBezTo>
                <a:cubicBezTo>
                  <a:pt x="348" y="93"/>
                  <a:pt x="353" y="104"/>
                  <a:pt x="358" y="115"/>
                </a:cubicBezTo>
                <a:cubicBezTo>
                  <a:pt x="363" y="126"/>
                  <a:pt x="366" y="139"/>
                  <a:pt x="369" y="151"/>
                </a:cubicBezTo>
                <a:cubicBezTo>
                  <a:pt x="371" y="163"/>
                  <a:pt x="372" y="175"/>
                  <a:pt x="372" y="187"/>
                </a:cubicBez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52" name="フリーフォーム: 図形 651"/>
          <p:cNvSpPr/>
          <p:nvPr/>
        </p:nvSpPr>
        <p:spPr>
          <a:xfrm>
            <a:off x="5481720" y="4562640"/>
            <a:ext cx="4813920" cy="1888920"/>
          </a:xfrm>
          <a:custGeom>
            <a:avLst/>
            <a:gdLst/>
            <a:ahLst/>
            <a:cxnLst/>
            <a:rect l="0" t="0" r="r" b="b"/>
            <a:pathLst>
              <a:path w="13372" h="5247">
                <a:moveTo>
                  <a:pt x="0" y="5061"/>
                </a:moveTo>
                <a:lnTo>
                  <a:pt x="0" y="186"/>
                </a:lnTo>
                <a:cubicBezTo>
                  <a:pt x="0" y="173"/>
                  <a:pt x="1" y="161"/>
                  <a:pt x="4" y="149"/>
                </a:cubicBezTo>
                <a:cubicBezTo>
                  <a:pt x="6" y="137"/>
                  <a:pt x="10" y="126"/>
                  <a:pt x="14" y="114"/>
                </a:cubicBezTo>
                <a:cubicBezTo>
                  <a:pt x="19" y="103"/>
                  <a:pt x="25" y="92"/>
                  <a:pt x="32"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13186" y="0"/>
                </a:lnTo>
                <a:cubicBezTo>
                  <a:pt x="13198" y="0"/>
                  <a:pt x="13211" y="1"/>
                  <a:pt x="13223" y="3"/>
                </a:cubicBezTo>
                <a:cubicBezTo>
                  <a:pt x="13234" y="6"/>
                  <a:pt x="13246" y="9"/>
                  <a:pt x="13257" y="14"/>
                </a:cubicBezTo>
                <a:cubicBezTo>
                  <a:pt x="13269" y="19"/>
                  <a:pt x="13279" y="24"/>
                  <a:pt x="13289" y="31"/>
                </a:cubicBezTo>
                <a:cubicBezTo>
                  <a:pt x="13300" y="38"/>
                  <a:pt x="13309" y="46"/>
                  <a:pt x="13318" y="54"/>
                </a:cubicBezTo>
                <a:cubicBezTo>
                  <a:pt x="13326" y="63"/>
                  <a:pt x="13334" y="72"/>
                  <a:pt x="13341" y="82"/>
                </a:cubicBezTo>
                <a:cubicBezTo>
                  <a:pt x="13347" y="92"/>
                  <a:pt x="13353" y="103"/>
                  <a:pt x="13358" y="114"/>
                </a:cubicBezTo>
                <a:cubicBezTo>
                  <a:pt x="13363" y="126"/>
                  <a:pt x="13366" y="137"/>
                  <a:pt x="13368" y="149"/>
                </a:cubicBezTo>
                <a:cubicBezTo>
                  <a:pt x="13371" y="161"/>
                  <a:pt x="13372" y="173"/>
                  <a:pt x="13372" y="186"/>
                </a:cubicBezTo>
                <a:lnTo>
                  <a:pt x="13372" y="5061"/>
                </a:lnTo>
                <a:cubicBezTo>
                  <a:pt x="13372" y="5073"/>
                  <a:pt x="13371" y="5086"/>
                  <a:pt x="13368" y="5098"/>
                </a:cubicBezTo>
                <a:cubicBezTo>
                  <a:pt x="13366" y="5109"/>
                  <a:pt x="13363" y="5121"/>
                  <a:pt x="13358" y="5132"/>
                </a:cubicBezTo>
                <a:cubicBezTo>
                  <a:pt x="13353" y="5144"/>
                  <a:pt x="13347" y="5154"/>
                  <a:pt x="13341" y="5164"/>
                </a:cubicBezTo>
                <a:cubicBezTo>
                  <a:pt x="13334" y="5175"/>
                  <a:pt x="13326" y="5184"/>
                  <a:pt x="13318" y="5193"/>
                </a:cubicBezTo>
                <a:cubicBezTo>
                  <a:pt x="13309" y="5201"/>
                  <a:pt x="13300" y="5209"/>
                  <a:pt x="13289" y="5216"/>
                </a:cubicBezTo>
                <a:cubicBezTo>
                  <a:pt x="13279" y="5222"/>
                  <a:pt x="13269" y="5228"/>
                  <a:pt x="13257" y="5233"/>
                </a:cubicBezTo>
                <a:cubicBezTo>
                  <a:pt x="13246" y="5238"/>
                  <a:pt x="13234" y="5241"/>
                  <a:pt x="13223" y="5243"/>
                </a:cubicBezTo>
                <a:cubicBezTo>
                  <a:pt x="13211" y="5246"/>
                  <a:pt x="13198" y="5247"/>
                  <a:pt x="13186" y="5247"/>
                </a:cubicBezTo>
                <a:lnTo>
                  <a:pt x="186" y="5247"/>
                </a:lnTo>
                <a:cubicBezTo>
                  <a:pt x="174" y="5247"/>
                  <a:pt x="162" y="5246"/>
                  <a:pt x="150" y="5243"/>
                </a:cubicBezTo>
                <a:cubicBezTo>
                  <a:pt x="138" y="5241"/>
                  <a:pt x="126" y="5238"/>
                  <a:pt x="115" y="5233"/>
                </a:cubicBezTo>
                <a:cubicBezTo>
                  <a:pt x="104" y="5228"/>
                  <a:pt x="93" y="5222"/>
                  <a:pt x="83" y="5216"/>
                </a:cubicBezTo>
                <a:cubicBezTo>
                  <a:pt x="73" y="5209"/>
                  <a:pt x="63" y="5201"/>
                  <a:pt x="55" y="5193"/>
                </a:cubicBezTo>
                <a:cubicBezTo>
                  <a:pt x="46" y="5184"/>
                  <a:pt x="38" y="5175"/>
                  <a:pt x="32" y="5164"/>
                </a:cubicBezTo>
                <a:cubicBezTo>
                  <a:pt x="25" y="5154"/>
                  <a:pt x="19" y="5144"/>
                  <a:pt x="14" y="5132"/>
                </a:cubicBezTo>
                <a:cubicBezTo>
                  <a:pt x="10" y="5121"/>
                  <a:pt x="6" y="5109"/>
                  <a:pt x="4" y="5098"/>
                </a:cubicBezTo>
                <a:cubicBezTo>
                  <a:pt x="1" y="5086"/>
                  <a:pt x="0" y="5073"/>
                  <a:pt x="0" y="5061"/>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53" name="テキスト ボックス 652"/>
          <p:cNvSpPr txBox="1"/>
          <p:nvPr/>
        </p:nvSpPr>
        <p:spPr>
          <a:xfrm>
            <a:off x="6016680" y="3995640"/>
            <a:ext cx="324756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レベル</a:t>
            </a:r>
            <a:r>
              <a:rPr lang="en-US" sz="1050" b="0" u="none" strike="noStrike">
                <a:solidFill>
                  <a:srgbClr val="D1D5DC"/>
                </a:solidFill>
                <a:effectLst/>
                <a:uFillTx/>
                <a:latin typeface="NotoSansJP"/>
                <a:ea typeface="NotoSansJP"/>
              </a:rPr>
              <a:t>3</a:t>
            </a:r>
            <a:r>
              <a:rPr lang="zh-CN" sz="1050" b="0" u="none" strike="noStrike">
                <a:solidFill>
                  <a:srgbClr val="D1D5DC"/>
                </a:solidFill>
                <a:effectLst/>
                <a:uFillTx/>
                <a:latin typeface="NotoSansJP"/>
                <a:ea typeface="NotoSansJP"/>
              </a:rPr>
              <a:t>の自動操舵機能（</a:t>
            </a:r>
            <a:r>
              <a:rPr lang="en-US" sz="1050" b="0" u="none" strike="noStrike">
                <a:solidFill>
                  <a:srgbClr val="D1D5DC"/>
                </a:solidFill>
                <a:effectLst/>
                <a:uFillTx/>
                <a:latin typeface="NotoSansJP"/>
                <a:ea typeface="NotoSansJP"/>
              </a:rPr>
              <a:t>ALKS</a:t>
            </a:r>
            <a:r>
              <a:rPr lang="zh-CN" sz="1050" b="0" u="none" strike="noStrike">
                <a:solidFill>
                  <a:srgbClr val="D1D5DC"/>
                </a:solidFill>
                <a:effectLst/>
                <a:uFillTx/>
                <a:latin typeface="NotoSansJP"/>
                <a:ea typeface="NotoSansJP"/>
              </a:rPr>
              <a:t>）に関する安全要件</a:t>
            </a:r>
            <a:endParaRPr lang="en-US" sz="1050" b="0" u="none" strike="noStrike">
              <a:solidFill>
                <a:srgbClr val="000000"/>
              </a:solidFill>
              <a:effectLst/>
              <a:uFillTx/>
              <a:latin typeface="Times New Roman"/>
            </a:endParaRPr>
          </a:p>
        </p:txBody>
      </p:sp>
      <p:sp>
        <p:nvSpPr>
          <p:cNvPr id="654" name="フリーフォーム: 図形 653"/>
          <p:cNvSpPr/>
          <p:nvPr/>
        </p:nvSpPr>
        <p:spPr>
          <a:xfrm>
            <a:off x="5682240" y="5097240"/>
            <a:ext cx="2131560" cy="1153800"/>
          </a:xfrm>
          <a:custGeom>
            <a:avLst/>
            <a:gdLst/>
            <a:ahLst/>
            <a:cxnLst/>
            <a:rect l="0" t="0" r="r" b="b"/>
            <a:pathLst>
              <a:path w="5921" h="3205">
                <a:moveTo>
                  <a:pt x="0" y="3112"/>
                </a:moveTo>
                <a:lnTo>
                  <a:pt x="0" y="93"/>
                </a:lnTo>
                <a:cubicBezTo>
                  <a:pt x="0" y="81"/>
                  <a:pt x="3" y="69"/>
                  <a:pt x="7" y="58"/>
                </a:cubicBezTo>
                <a:cubicBezTo>
                  <a:pt x="12" y="46"/>
                  <a:pt x="19" y="36"/>
                  <a:pt x="28" y="28"/>
                </a:cubicBezTo>
                <a:cubicBezTo>
                  <a:pt x="36" y="19"/>
                  <a:pt x="46" y="12"/>
                  <a:pt x="58" y="8"/>
                </a:cubicBezTo>
                <a:cubicBezTo>
                  <a:pt x="69" y="3"/>
                  <a:pt x="81" y="0"/>
                  <a:pt x="93" y="0"/>
                </a:cubicBezTo>
                <a:lnTo>
                  <a:pt x="5828" y="0"/>
                </a:lnTo>
                <a:cubicBezTo>
                  <a:pt x="5840" y="0"/>
                  <a:pt x="5852" y="3"/>
                  <a:pt x="5863" y="8"/>
                </a:cubicBezTo>
                <a:cubicBezTo>
                  <a:pt x="5875" y="12"/>
                  <a:pt x="5885" y="19"/>
                  <a:pt x="5894" y="28"/>
                </a:cubicBezTo>
                <a:cubicBezTo>
                  <a:pt x="5902" y="36"/>
                  <a:pt x="5909" y="46"/>
                  <a:pt x="5914" y="58"/>
                </a:cubicBezTo>
                <a:cubicBezTo>
                  <a:pt x="5918" y="69"/>
                  <a:pt x="5921" y="81"/>
                  <a:pt x="5921" y="93"/>
                </a:cubicBezTo>
                <a:lnTo>
                  <a:pt x="5921" y="3112"/>
                </a:lnTo>
                <a:cubicBezTo>
                  <a:pt x="5921" y="3124"/>
                  <a:pt x="5918" y="3136"/>
                  <a:pt x="5914" y="3148"/>
                </a:cubicBezTo>
                <a:cubicBezTo>
                  <a:pt x="5909" y="3159"/>
                  <a:pt x="5902" y="3169"/>
                  <a:pt x="5894" y="3178"/>
                </a:cubicBezTo>
                <a:cubicBezTo>
                  <a:pt x="5885" y="3186"/>
                  <a:pt x="5875" y="3193"/>
                  <a:pt x="5863" y="3198"/>
                </a:cubicBezTo>
                <a:cubicBezTo>
                  <a:pt x="5852" y="3203"/>
                  <a:pt x="5840" y="3205"/>
                  <a:pt x="5828" y="3205"/>
                </a:cubicBezTo>
                <a:lnTo>
                  <a:pt x="93" y="3205"/>
                </a:lnTo>
                <a:cubicBezTo>
                  <a:pt x="81" y="3205"/>
                  <a:pt x="69" y="3203"/>
                  <a:pt x="58" y="3198"/>
                </a:cubicBezTo>
                <a:cubicBezTo>
                  <a:pt x="46" y="3193"/>
                  <a:pt x="36" y="3186"/>
                  <a:pt x="28" y="3178"/>
                </a:cubicBezTo>
                <a:cubicBezTo>
                  <a:pt x="19" y="3169"/>
                  <a:pt x="12" y="3159"/>
                  <a:pt x="7" y="3148"/>
                </a:cubicBezTo>
                <a:cubicBezTo>
                  <a:pt x="3" y="3136"/>
                  <a:pt x="0" y="3124"/>
                  <a:pt x="0" y="3112"/>
                </a:cubicBezTo>
                <a:close/>
              </a:path>
            </a:pathLst>
          </a:custGeom>
          <a:solidFill>
            <a:srgbClr val="364153"/>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55" name="テキスト ボックス 654"/>
          <p:cNvSpPr txBox="1"/>
          <p:nvPr/>
        </p:nvSpPr>
        <p:spPr>
          <a:xfrm>
            <a:off x="5682600" y="4791960"/>
            <a:ext cx="2674080" cy="244080"/>
          </a:xfrm>
          <a:prstGeom prst="rect">
            <a:avLst/>
          </a:prstGeom>
          <a:noFill/>
          <a:ln w="0">
            <a:noFill/>
          </a:ln>
        </p:spPr>
        <p:txBody>
          <a:bodyPr wrap="none" lIns="0" tIns="0" rIns="0" bIns="0" anchor="t">
            <a:spAutoFit/>
          </a:bodyPr>
          <a:lstStyle/>
          <a:p>
            <a:r>
              <a:rPr lang="en-US" sz="1320" b="0" u="none" strike="noStrike">
                <a:solidFill>
                  <a:srgbClr val="FFFFFF"/>
                </a:solidFill>
                <a:effectLst/>
                <a:uFillTx/>
                <a:latin typeface="NotoSansJP"/>
                <a:ea typeface="NotoSansJP"/>
              </a:rPr>
              <a:t>ISO</a:t>
            </a:r>
            <a:r>
              <a:rPr lang="zh-CN" sz="1320" b="0" u="none" strike="noStrike">
                <a:solidFill>
                  <a:srgbClr val="FFFFFF"/>
                </a:solidFill>
                <a:effectLst/>
                <a:uFillTx/>
                <a:latin typeface="NotoSansJP"/>
                <a:ea typeface="NotoSansJP"/>
              </a:rPr>
              <a:t>（国際標準化機構）の取り組み</a:t>
            </a:r>
            <a:endParaRPr lang="en-US" sz="1320" b="0" u="none" strike="noStrike">
              <a:solidFill>
                <a:srgbClr val="000000"/>
              </a:solidFill>
              <a:effectLst/>
              <a:uFillTx/>
              <a:latin typeface="Times New Roman"/>
            </a:endParaRPr>
          </a:p>
        </p:txBody>
      </p:sp>
      <p:sp>
        <p:nvSpPr>
          <p:cNvPr id="656" name="テキスト ボックス 655"/>
          <p:cNvSpPr txBox="1"/>
          <p:nvPr/>
        </p:nvSpPr>
        <p:spPr>
          <a:xfrm>
            <a:off x="6430320" y="5266080"/>
            <a:ext cx="700200" cy="15732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ISO 26262</a:t>
            </a:r>
            <a:endParaRPr lang="en-US" sz="1050" b="0" u="none" strike="noStrike">
              <a:solidFill>
                <a:srgbClr val="000000"/>
              </a:solidFill>
              <a:effectLst/>
              <a:uFillTx/>
              <a:latin typeface="Times New Roman"/>
            </a:endParaRPr>
          </a:p>
        </p:txBody>
      </p:sp>
      <p:pic>
        <p:nvPicPr>
          <p:cNvPr id="657" name="図 656"/>
          <p:cNvPicPr/>
          <p:nvPr/>
        </p:nvPicPr>
        <p:blipFill>
          <a:blip r:embed="rId10"/>
          <a:stretch/>
        </p:blipFill>
        <p:spPr>
          <a:xfrm>
            <a:off x="6652080" y="5732640"/>
            <a:ext cx="200160" cy="200160"/>
          </a:xfrm>
          <a:prstGeom prst="rect">
            <a:avLst/>
          </a:prstGeom>
          <a:noFill/>
          <a:ln w="0">
            <a:noFill/>
          </a:ln>
        </p:spPr>
      </p:pic>
      <p:sp>
        <p:nvSpPr>
          <p:cNvPr id="658" name="フリーフォーム: 図形 657"/>
          <p:cNvSpPr/>
          <p:nvPr/>
        </p:nvSpPr>
        <p:spPr>
          <a:xfrm>
            <a:off x="7951320" y="5101560"/>
            <a:ext cx="2139480" cy="1145160"/>
          </a:xfrm>
          <a:custGeom>
            <a:avLst/>
            <a:gdLst/>
            <a:ahLst/>
            <a:cxnLst/>
            <a:rect l="0" t="0" r="r" b="b"/>
            <a:pathLst>
              <a:path w="5943" h="3181">
                <a:moveTo>
                  <a:pt x="0" y="3100"/>
                </a:moveTo>
                <a:lnTo>
                  <a:pt x="0" y="81"/>
                </a:lnTo>
                <a:cubicBezTo>
                  <a:pt x="0" y="71"/>
                  <a:pt x="2" y="60"/>
                  <a:pt x="6" y="50"/>
                </a:cubicBezTo>
                <a:cubicBezTo>
                  <a:pt x="10" y="40"/>
                  <a:pt x="16" y="31"/>
                  <a:pt x="24" y="24"/>
                </a:cubicBezTo>
                <a:cubicBezTo>
                  <a:pt x="31" y="16"/>
                  <a:pt x="40" y="10"/>
                  <a:pt x="50" y="6"/>
                </a:cubicBezTo>
                <a:cubicBezTo>
                  <a:pt x="60" y="2"/>
                  <a:pt x="70" y="0"/>
                  <a:pt x="81" y="0"/>
                </a:cubicBezTo>
                <a:lnTo>
                  <a:pt x="5862" y="0"/>
                </a:lnTo>
                <a:cubicBezTo>
                  <a:pt x="5873" y="0"/>
                  <a:pt x="5883" y="2"/>
                  <a:pt x="5893" y="6"/>
                </a:cubicBezTo>
                <a:cubicBezTo>
                  <a:pt x="5903" y="10"/>
                  <a:pt x="5912" y="16"/>
                  <a:pt x="5919" y="24"/>
                </a:cubicBezTo>
                <a:cubicBezTo>
                  <a:pt x="5927" y="31"/>
                  <a:pt x="5933" y="40"/>
                  <a:pt x="5937" y="50"/>
                </a:cubicBezTo>
                <a:cubicBezTo>
                  <a:pt x="5941" y="60"/>
                  <a:pt x="5943" y="71"/>
                  <a:pt x="5943" y="81"/>
                </a:cubicBezTo>
                <a:lnTo>
                  <a:pt x="5943" y="3100"/>
                </a:lnTo>
                <a:cubicBezTo>
                  <a:pt x="5943" y="3111"/>
                  <a:pt x="5941" y="3121"/>
                  <a:pt x="5937" y="3131"/>
                </a:cubicBezTo>
                <a:cubicBezTo>
                  <a:pt x="5933" y="3141"/>
                  <a:pt x="5927" y="3150"/>
                  <a:pt x="5919" y="3157"/>
                </a:cubicBezTo>
                <a:cubicBezTo>
                  <a:pt x="5912" y="3165"/>
                  <a:pt x="5903" y="3171"/>
                  <a:pt x="5893" y="3175"/>
                </a:cubicBezTo>
                <a:cubicBezTo>
                  <a:pt x="5883" y="3179"/>
                  <a:pt x="5873" y="3181"/>
                  <a:pt x="5862" y="3181"/>
                </a:cubicBezTo>
                <a:lnTo>
                  <a:pt x="81" y="3181"/>
                </a:lnTo>
                <a:cubicBezTo>
                  <a:pt x="70" y="3181"/>
                  <a:pt x="60" y="3179"/>
                  <a:pt x="50" y="3175"/>
                </a:cubicBezTo>
                <a:cubicBezTo>
                  <a:pt x="40" y="3171"/>
                  <a:pt x="31" y="3165"/>
                  <a:pt x="24" y="3157"/>
                </a:cubicBezTo>
                <a:cubicBezTo>
                  <a:pt x="16" y="3150"/>
                  <a:pt x="10" y="3141"/>
                  <a:pt x="6" y="3131"/>
                </a:cubicBezTo>
                <a:cubicBezTo>
                  <a:pt x="2" y="3121"/>
                  <a:pt x="0" y="3111"/>
                  <a:pt x="0" y="3100"/>
                </a:cubicBezTo>
                <a:close/>
              </a:path>
            </a:pathLst>
          </a:custGeom>
          <a:solidFill>
            <a:srgbClr val="364153"/>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59" name="フリーフォーム: 図形 658"/>
          <p:cNvSpPr/>
          <p:nvPr/>
        </p:nvSpPr>
        <p:spPr>
          <a:xfrm>
            <a:off x="7951320" y="5101560"/>
            <a:ext cx="2139480" cy="1145160"/>
          </a:xfrm>
          <a:custGeom>
            <a:avLst/>
            <a:gdLst/>
            <a:ahLst/>
            <a:cxnLst/>
            <a:rect l="0" t="0" r="r" b="b"/>
            <a:pathLst>
              <a:path w="5943" h="3181" fill="none">
                <a:moveTo>
                  <a:pt x="0" y="3100"/>
                </a:moveTo>
                <a:lnTo>
                  <a:pt x="0" y="81"/>
                </a:lnTo>
                <a:cubicBezTo>
                  <a:pt x="0" y="71"/>
                  <a:pt x="2" y="60"/>
                  <a:pt x="6" y="50"/>
                </a:cubicBezTo>
                <a:cubicBezTo>
                  <a:pt x="10" y="40"/>
                  <a:pt x="16" y="31"/>
                  <a:pt x="24" y="24"/>
                </a:cubicBezTo>
                <a:cubicBezTo>
                  <a:pt x="31" y="16"/>
                  <a:pt x="40" y="10"/>
                  <a:pt x="50" y="6"/>
                </a:cubicBezTo>
                <a:cubicBezTo>
                  <a:pt x="60" y="2"/>
                  <a:pt x="70" y="0"/>
                  <a:pt x="81" y="0"/>
                </a:cubicBezTo>
                <a:lnTo>
                  <a:pt x="5862" y="0"/>
                </a:lnTo>
                <a:cubicBezTo>
                  <a:pt x="5873" y="0"/>
                  <a:pt x="5883" y="2"/>
                  <a:pt x="5893" y="6"/>
                </a:cubicBezTo>
                <a:cubicBezTo>
                  <a:pt x="5903" y="10"/>
                  <a:pt x="5912" y="16"/>
                  <a:pt x="5919" y="24"/>
                </a:cubicBezTo>
                <a:cubicBezTo>
                  <a:pt x="5927" y="31"/>
                  <a:pt x="5933" y="40"/>
                  <a:pt x="5937" y="50"/>
                </a:cubicBezTo>
                <a:cubicBezTo>
                  <a:pt x="5941" y="60"/>
                  <a:pt x="5943" y="71"/>
                  <a:pt x="5943" y="81"/>
                </a:cubicBezTo>
                <a:lnTo>
                  <a:pt x="5943" y="3100"/>
                </a:lnTo>
                <a:cubicBezTo>
                  <a:pt x="5943" y="3111"/>
                  <a:pt x="5941" y="3121"/>
                  <a:pt x="5937" y="3131"/>
                </a:cubicBezTo>
                <a:cubicBezTo>
                  <a:pt x="5933" y="3141"/>
                  <a:pt x="5927" y="3150"/>
                  <a:pt x="5919" y="3157"/>
                </a:cubicBezTo>
                <a:cubicBezTo>
                  <a:pt x="5912" y="3165"/>
                  <a:pt x="5903" y="3171"/>
                  <a:pt x="5893" y="3175"/>
                </a:cubicBezTo>
                <a:cubicBezTo>
                  <a:pt x="5883" y="3179"/>
                  <a:pt x="5873" y="3181"/>
                  <a:pt x="5862" y="3181"/>
                </a:cubicBezTo>
                <a:lnTo>
                  <a:pt x="81" y="3181"/>
                </a:lnTo>
                <a:cubicBezTo>
                  <a:pt x="70" y="3181"/>
                  <a:pt x="60" y="3179"/>
                  <a:pt x="50" y="3175"/>
                </a:cubicBezTo>
                <a:cubicBezTo>
                  <a:pt x="40" y="3171"/>
                  <a:pt x="31" y="3165"/>
                  <a:pt x="24" y="3157"/>
                </a:cubicBezTo>
                <a:cubicBezTo>
                  <a:pt x="16" y="3150"/>
                  <a:pt x="10" y="3141"/>
                  <a:pt x="6" y="3131"/>
                </a:cubicBezTo>
                <a:cubicBezTo>
                  <a:pt x="2" y="3121"/>
                  <a:pt x="0" y="3111"/>
                  <a:pt x="0" y="3100"/>
                </a:cubicBezTo>
              </a:path>
            </a:pathLst>
          </a:custGeom>
          <a:ln w="8280">
            <a:solidFill>
              <a:srgbClr val="FF0000"/>
            </a:solidFill>
            <a:miter/>
          </a:ln>
        </p:spPr>
        <p:txBody>
          <a:bodyPr lIns="3960" tIns="3960" rIns="3960" bIns="3960" anchor="t">
            <a:noAutofit/>
          </a:bodyPr>
          <a:lstStyle/>
          <a:p>
            <a:endParaRPr lang="en-US" sz="2400" b="0" u="none" strike="noStrike">
              <a:solidFill>
                <a:srgbClr val="000000"/>
              </a:solidFill>
              <a:effectLst/>
              <a:uFillTx/>
              <a:latin typeface="Times New Roman"/>
            </a:endParaRPr>
          </a:p>
        </p:txBody>
      </p:sp>
      <p:sp>
        <p:nvSpPr>
          <p:cNvPr id="660" name="テキスト ボックス 659"/>
          <p:cNvSpPr txBox="1"/>
          <p:nvPr/>
        </p:nvSpPr>
        <p:spPr>
          <a:xfrm>
            <a:off x="6397200" y="5523840"/>
            <a:ext cx="70488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機能安全規格</a:t>
            </a:r>
            <a:endParaRPr lang="en-US" sz="920" b="0" u="none" strike="noStrike">
              <a:solidFill>
                <a:srgbClr val="000000"/>
              </a:solidFill>
              <a:effectLst/>
              <a:uFillTx/>
              <a:latin typeface="Times New Roman"/>
            </a:endParaRPr>
          </a:p>
        </p:txBody>
      </p:sp>
      <p:sp>
        <p:nvSpPr>
          <p:cNvPr id="661" name="テキスト ボックス 660"/>
          <p:cNvSpPr txBox="1"/>
          <p:nvPr/>
        </p:nvSpPr>
        <p:spPr>
          <a:xfrm>
            <a:off x="8448480" y="5274360"/>
            <a:ext cx="1236960" cy="15732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NotoSansJP"/>
                <a:ea typeface="NotoSansJP"/>
              </a:rPr>
              <a:t>ISO 21448 (SOTIF)</a:t>
            </a:r>
            <a:endParaRPr lang="en-US" sz="1050" b="0" u="none" strike="noStrike">
              <a:solidFill>
                <a:srgbClr val="000000"/>
              </a:solidFill>
              <a:effectLst/>
              <a:uFillTx/>
              <a:latin typeface="Times New Roman"/>
            </a:endParaRPr>
          </a:p>
        </p:txBody>
      </p:sp>
      <p:sp>
        <p:nvSpPr>
          <p:cNvPr id="662" name="テキスト ボックス 661"/>
          <p:cNvSpPr txBox="1"/>
          <p:nvPr/>
        </p:nvSpPr>
        <p:spPr>
          <a:xfrm>
            <a:off x="8089200" y="5532120"/>
            <a:ext cx="1902960" cy="169560"/>
          </a:xfrm>
          <a:prstGeom prst="rect">
            <a:avLst/>
          </a:prstGeom>
          <a:noFill/>
          <a:ln w="0">
            <a:noFill/>
          </a:ln>
        </p:spPr>
        <p:txBody>
          <a:bodyPr wrap="none" lIns="0" tIns="0" rIns="0" bIns="0" anchor="t">
            <a:spAutoFit/>
          </a:bodyPr>
          <a:lstStyle/>
          <a:p>
            <a:r>
              <a:rPr lang="en-US" sz="920" b="0" u="none" strike="noStrike">
                <a:solidFill>
                  <a:srgbClr val="D1D5DC"/>
                </a:solidFill>
                <a:effectLst/>
                <a:uFillTx/>
                <a:latin typeface="NotoSansJP"/>
                <a:ea typeface="NotoSansJP"/>
              </a:rPr>
              <a:t>AI</a:t>
            </a:r>
            <a:r>
              <a:rPr lang="zh-CN" sz="920" b="0" u="none" strike="noStrike">
                <a:solidFill>
                  <a:srgbClr val="D1D5DC"/>
                </a:solidFill>
                <a:effectLst/>
                <a:uFillTx/>
                <a:latin typeface="NotoSansJP"/>
                <a:ea typeface="NotoSansJP"/>
              </a:rPr>
              <a:t>の予測不能な振る舞いによるリス</a:t>
            </a:r>
            <a:endParaRPr lang="en-US" sz="920" b="0" u="none" strike="noStrike">
              <a:solidFill>
                <a:srgbClr val="000000"/>
              </a:solidFill>
              <a:effectLst/>
              <a:uFillTx/>
              <a:latin typeface="Times New Roman"/>
            </a:endParaRPr>
          </a:p>
        </p:txBody>
      </p:sp>
      <p:pic>
        <p:nvPicPr>
          <p:cNvPr id="663" name="図 662"/>
          <p:cNvPicPr/>
          <p:nvPr/>
        </p:nvPicPr>
        <p:blipFill>
          <a:blip r:embed="rId11"/>
          <a:stretch/>
        </p:blipFill>
        <p:spPr>
          <a:xfrm>
            <a:off x="8899920" y="5908320"/>
            <a:ext cx="250200" cy="200160"/>
          </a:xfrm>
          <a:prstGeom prst="rect">
            <a:avLst/>
          </a:prstGeom>
          <a:noFill/>
          <a:ln w="0">
            <a:noFill/>
          </a:ln>
        </p:spPr>
      </p:pic>
      <p:pic>
        <p:nvPicPr>
          <p:cNvPr id="664" name="図 663"/>
          <p:cNvPicPr/>
          <p:nvPr/>
        </p:nvPicPr>
        <p:blipFill>
          <a:blip r:embed="rId12"/>
          <a:stretch/>
        </p:blipFill>
        <p:spPr>
          <a:xfrm>
            <a:off x="0" y="7186680"/>
            <a:ext cx="7133400" cy="33120"/>
          </a:xfrm>
          <a:prstGeom prst="rect">
            <a:avLst/>
          </a:prstGeom>
          <a:noFill/>
          <a:ln w="0">
            <a:noFill/>
          </a:ln>
        </p:spPr>
      </p:pic>
      <p:sp>
        <p:nvSpPr>
          <p:cNvPr id="665" name="テキスト ボックス 664"/>
          <p:cNvSpPr txBox="1"/>
          <p:nvPr/>
        </p:nvSpPr>
        <p:spPr>
          <a:xfrm>
            <a:off x="8611560" y="5699160"/>
            <a:ext cx="82224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クを扱う新基準</a:t>
            </a:r>
            <a:endParaRPr lang="en-US" sz="920" b="0" u="none" strike="noStrike">
              <a:solidFill>
                <a:srgbClr val="000000"/>
              </a:solidFill>
              <a:effectLst/>
              <a:uFillTx/>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6" name="図 665"/>
          <p:cNvPicPr/>
          <p:nvPr/>
        </p:nvPicPr>
        <p:blipFill>
          <a:blip r:embed="rId2"/>
          <a:stretch/>
        </p:blipFill>
        <p:spPr>
          <a:xfrm>
            <a:off x="0" y="0"/>
            <a:ext cx="10696320" cy="7596000"/>
          </a:xfrm>
          <a:prstGeom prst="rect">
            <a:avLst/>
          </a:prstGeom>
          <a:noFill/>
          <a:ln w="0">
            <a:noFill/>
          </a:ln>
        </p:spPr>
      </p:pic>
      <p:sp>
        <p:nvSpPr>
          <p:cNvPr id="667" name="テキスト ボックス 666"/>
          <p:cNvSpPr txBox="1"/>
          <p:nvPr/>
        </p:nvSpPr>
        <p:spPr>
          <a:xfrm>
            <a:off x="401040" y="389520"/>
            <a:ext cx="795708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創造的提案①：自己進化型</a:t>
            </a:r>
            <a:r>
              <a:rPr lang="en-US" sz="2370" b="0" u="none" strike="noStrike">
                <a:solidFill>
                  <a:srgbClr val="FFFFFF"/>
                </a:solidFill>
                <a:effectLst/>
                <a:uFillTx/>
                <a:latin typeface="Roboto"/>
                <a:ea typeface="Roboto"/>
              </a:rPr>
              <a:t>AI</a:t>
            </a:r>
            <a:r>
              <a:rPr lang="zh-CN" sz="2370" b="0" u="none" strike="noStrike">
                <a:solidFill>
                  <a:srgbClr val="FF0000"/>
                </a:solidFill>
                <a:effectLst/>
                <a:uFillTx/>
                <a:latin typeface="NotoSansJP"/>
                <a:ea typeface="NotoSansJP"/>
              </a:rPr>
              <a:t>「集合知セーフティネット」</a:t>
            </a:r>
            <a:endParaRPr lang="en-US" sz="2370" b="0" u="none" strike="noStrike">
              <a:solidFill>
                <a:srgbClr val="000000"/>
              </a:solidFill>
              <a:effectLst/>
              <a:uFillTx/>
              <a:latin typeface="Times New Roman"/>
            </a:endParaRPr>
          </a:p>
        </p:txBody>
      </p:sp>
      <p:sp>
        <p:nvSpPr>
          <p:cNvPr id="668" name="テキスト ボックス 667"/>
          <p:cNvSpPr txBox="1"/>
          <p:nvPr/>
        </p:nvSpPr>
        <p:spPr>
          <a:xfrm>
            <a:off x="9936000" y="509760"/>
            <a:ext cx="413640" cy="13608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13 / 17</a:t>
            </a:r>
            <a:endParaRPr lang="en-US" sz="920" b="0" u="none" strike="noStrike">
              <a:solidFill>
                <a:srgbClr val="000000"/>
              </a:solidFill>
              <a:effectLst/>
              <a:uFillTx/>
              <a:latin typeface="Times New Roman"/>
            </a:endParaRPr>
          </a:p>
        </p:txBody>
      </p:sp>
      <p:sp>
        <p:nvSpPr>
          <p:cNvPr id="669" name="テキスト ボックス 668"/>
          <p:cNvSpPr txBox="1"/>
          <p:nvPr/>
        </p:nvSpPr>
        <p:spPr>
          <a:xfrm>
            <a:off x="401040" y="981360"/>
            <a:ext cx="1005948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全車両がリアルタイムでデータを共有し、クラウド上の統合</a:t>
            </a:r>
            <a:r>
              <a:rPr lang="en-US" sz="1320" b="0" u="none" strike="noStrike">
                <a:solidFill>
                  <a:srgbClr val="D1D5DC"/>
                </a:solidFill>
                <a:effectLst/>
                <a:uFillTx/>
                <a:latin typeface="NotoSansJP"/>
                <a:ea typeface="NotoSansJP"/>
              </a:rPr>
              <a:t>AI</a:t>
            </a:r>
            <a:r>
              <a:rPr lang="zh-CN" sz="1320" b="0" u="none" strike="noStrike">
                <a:solidFill>
                  <a:srgbClr val="D1D5DC"/>
                </a:solidFill>
                <a:effectLst/>
                <a:uFillTx/>
                <a:latin typeface="NotoSansJP"/>
                <a:ea typeface="NotoSansJP"/>
              </a:rPr>
              <a:t>が継続的に学習‧進化する「自己進化型</a:t>
            </a:r>
            <a:r>
              <a:rPr lang="en-US" sz="1320" b="0" u="none" strike="noStrike">
                <a:solidFill>
                  <a:srgbClr val="D1D5DC"/>
                </a:solidFill>
                <a:effectLst/>
                <a:uFillTx/>
                <a:latin typeface="NotoSansJP"/>
                <a:ea typeface="NotoSansJP"/>
              </a:rPr>
              <a:t>AI</a:t>
            </a:r>
            <a:r>
              <a:rPr lang="zh-CN" sz="1320" b="0" u="none" strike="noStrike">
                <a:solidFill>
                  <a:srgbClr val="D1D5DC"/>
                </a:solidFill>
                <a:effectLst/>
                <a:uFillTx/>
                <a:latin typeface="NotoSansJP"/>
                <a:ea typeface="NotoSansJP"/>
              </a:rPr>
              <a:t>」システムを提案します。</a:t>
            </a:r>
            <a:endParaRPr lang="en-US" sz="1320" b="0" u="none" strike="noStrike">
              <a:solidFill>
                <a:srgbClr val="000000"/>
              </a:solidFill>
              <a:effectLst/>
              <a:uFillTx/>
              <a:latin typeface="Times New Roman"/>
            </a:endParaRPr>
          </a:p>
        </p:txBody>
      </p:sp>
      <p:sp>
        <p:nvSpPr>
          <p:cNvPr id="670" name="テキスト ボックス 669"/>
          <p:cNvSpPr txBox="1"/>
          <p:nvPr/>
        </p:nvSpPr>
        <p:spPr>
          <a:xfrm>
            <a:off x="401040" y="1257120"/>
            <a:ext cx="662076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進化した安全モデルは</a:t>
            </a:r>
            <a:r>
              <a:rPr lang="en-US" sz="1320" b="0" u="none" strike="noStrike">
                <a:solidFill>
                  <a:srgbClr val="D1D5DC"/>
                </a:solidFill>
                <a:effectLst/>
                <a:uFillTx/>
                <a:latin typeface="NotoSansJP"/>
                <a:ea typeface="NotoSansJP"/>
              </a:rPr>
              <a:t>OTA</a:t>
            </a:r>
            <a:r>
              <a:rPr lang="zh-CN" sz="1320" b="0" u="none" strike="noStrike">
                <a:solidFill>
                  <a:srgbClr val="D1D5DC"/>
                </a:solidFill>
                <a:effectLst/>
                <a:uFillTx/>
                <a:latin typeface="NotoSansJP"/>
                <a:ea typeface="NotoSansJP"/>
              </a:rPr>
              <a:t>（</a:t>
            </a:r>
            <a:r>
              <a:rPr lang="en-US" sz="1320" b="0" u="none" strike="noStrike">
                <a:solidFill>
                  <a:srgbClr val="D1D5DC"/>
                </a:solidFill>
                <a:effectLst/>
                <a:uFillTx/>
                <a:latin typeface="NotoSansJP"/>
                <a:ea typeface="NotoSansJP"/>
              </a:rPr>
              <a:t>Over-The-Air</a:t>
            </a:r>
            <a:r>
              <a:rPr lang="zh-CN" sz="1320" b="0" u="none" strike="noStrike">
                <a:solidFill>
                  <a:srgbClr val="D1D5DC"/>
                </a:solidFill>
                <a:effectLst/>
                <a:uFillTx/>
                <a:latin typeface="NotoSansJP"/>
                <a:ea typeface="NotoSansJP"/>
              </a:rPr>
              <a:t>）を通じて即座に全車両へ配信されます。</a:t>
            </a:r>
            <a:endParaRPr lang="en-US" sz="1320" b="0" u="none" strike="noStrike">
              <a:solidFill>
                <a:srgbClr val="000000"/>
              </a:solidFill>
              <a:effectLst/>
              <a:uFillTx/>
              <a:latin typeface="Times New Roman"/>
            </a:endParaRPr>
          </a:p>
        </p:txBody>
      </p:sp>
      <p:pic>
        <p:nvPicPr>
          <p:cNvPr id="671" name="図 670"/>
          <p:cNvPicPr/>
          <p:nvPr/>
        </p:nvPicPr>
        <p:blipFill>
          <a:blip r:embed="rId3"/>
          <a:stretch/>
        </p:blipFill>
        <p:spPr>
          <a:xfrm>
            <a:off x="1170000" y="1679760"/>
            <a:ext cx="8356320" cy="2673720"/>
          </a:xfrm>
          <a:prstGeom prst="rect">
            <a:avLst/>
          </a:prstGeom>
          <a:noFill/>
          <a:ln w="0">
            <a:noFill/>
          </a:ln>
        </p:spPr>
      </p:pic>
      <p:sp>
        <p:nvSpPr>
          <p:cNvPr id="672" name="フリーフォーム: 図形 671"/>
          <p:cNvSpPr/>
          <p:nvPr/>
        </p:nvSpPr>
        <p:spPr>
          <a:xfrm>
            <a:off x="417600" y="4487400"/>
            <a:ext cx="4830480" cy="1103400"/>
          </a:xfrm>
          <a:custGeom>
            <a:avLst/>
            <a:gdLst/>
            <a:ahLst/>
            <a:cxnLst/>
            <a:rect l="0" t="0" r="r" b="b"/>
            <a:pathLst>
              <a:path w="13418" h="3065">
                <a:moveTo>
                  <a:pt x="0" y="2879"/>
                </a:moveTo>
                <a:lnTo>
                  <a:pt x="0" y="186"/>
                </a:lnTo>
                <a:cubicBezTo>
                  <a:pt x="0" y="173"/>
                  <a:pt x="1" y="161"/>
                  <a:pt x="3" y="149"/>
                </a:cubicBezTo>
                <a:cubicBezTo>
                  <a:pt x="5" y="137"/>
                  <a:pt x="7" y="126"/>
                  <a:pt x="11" y="115"/>
                </a:cubicBezTo>
                <a:cubicBezTo>
                  <a:pt x="14" y="103"/>
                  <a:pt x="19" y="93"/>
                  <a:pt x="24" y="82"/>
                </a:cubicBezTo>
                <a:cubicBezTo>
                  <a:pt x="29" y="72"/>
                  <a:pt x="34" y="63"/>
                  <a:pt x="41" y="54"/>
                </a:cubicBezTo>
                <a:cubicBezTo>
                  <a:pt x="47" y="46"/>
                  <a:pt x="54" y="38"/>
                  <a:pt x="62" y="31"/>
                </a:cubicBezTo>
                <a:cubicBezTo>
                  <a:pt x="70" y="24"/>
                  <a:pt x="78" y="19"/>
                  <a:pt x="86" y="14"/>
                </a:cubicBezTo>
                <a:cubicBezTo>
                  <a:pt x="95" y="9"/>
                  <a:pt x="103" y="6"/>
                  <a:pt x="112" y="3"/>
                </a:cubicBezTo>
                <a:cubicBezTo>
                  <a:pt x="121" y="1"/>
                  <a:pt x="130" y="0"/>
                  <a:pt x="139" y="0"/>
                </a:cubicBezTo>
                <a:lnTo>
                  <a:pt x="13233" y="0"/>
                </a:lnTo>
                <a:cubicBezTo>
                  <a:pt x="13245" y="0"/>
                  <a:pt x="13257" y="1"/>
                  <a:pt x="13269" y="3"/>
                </a:cubicBezTo>
                <a:cubicBezTo>
                  <a:pt x="13281" y="6"/>
                  <a:pt x="13292" y="9"/>
                  <a:pt x="13304" y="14"/>
                </a:cubicBezTo>
                <a:cubicBezTo>
                  <a:pt x="13315" y="19"/>
                  <a:pt x="13326" y="24"/>
                  <a:pt x="13336" y="31"/>
                </a:cubicBezTo>
                <a:cubicBezTo>
                  <a:pt x="13346" y="38"/>
                  <a:pt x="13355" y="46"/>
                  <a:pt x="13364" y="54"/>
                </a:cubicBezTo>
                <a:cubicBezTo>
                  <a:pt x="13373" y="63"/>
                  <a:pt x="13380" y="72"/>
                  <a:pt x="13387" y="82"/>
                </a:cubicBezTo>
                <a:cubicBezTo>
                  <a:pt x="13394" y="93"/>
                  <a:pt x="13399" y="103"/>
                  <a:pt x="13404" y="115"/>
                </a:cubicBezTo>
                <a:cubicBezTo>
                  <a:pt x="13409" y="126"/>
                  <a:pt x="13412" y="137"/>
                  <a:pt x="13415" y="149"/>
                </a:cubicBezTo>
                <a:cubicBezTo>
                  <a:pt x="13417" y="161"/>
                  <a:pt x="13418" y="173"/>
                  <a:pt x="13418" y="186"/>
                </a:cubicBezTo>
                <a:lnTo>
                  <a:pt x="13418" y="2879"/>
                </a:lnTo>
                <a:cubicBezTo>
                  <a:pt x="13418" y="2892"/>
                  <a:pt x="13417" y="2904"/>
                  <a:pt x="13415" y="2916"/>
                </a:cubicBezTo>
                <a:cubicBezTo>
                  <a:pt x="13412" y="2928"/>
                  <a:pt x="13409" y="2939"/>
                  <a:pt x="13404" y="2950"/>
                </a:cubicBezTo>
                <a:cubicBezTo>
                  <a:pt x="13399" y="2962"/>
                  <a:pt x="13394" y="2972"/>
                  <a:pt x="13387" y="2982"/>
                </a:cubicBezTo>
                <a:cubicBezTo>
                  <a:pt x="13380" y="2993"/>
                  <a:pt x="13373" y="3002"/>
                  <a:pt x="13364" y="3011"/>
                </a:cubicBezTo>
                <a:cubicBezTo>
                  <a:pt x="13355" y="3019"/>
                  <a:pt x="13346" y="3027"/>
                  <a:pt x="13336" y="3034"/>
                </a:cubicBezTo>
                <a:cubicBezTo>
                  <a:pt x="13326" y="3041"/>
                  <a:pt x="13315" y="3046"/>
                  <a:pt x="13304" y="3051"/>
                </a:cubicBezTo>
                <a:cubicBezTo>
                  <a:pt x="13292" y="3056"/>
                  <a:pt x="13281" y="3059"/>
                  <a:pt x="13269" y="3061"/>
                </a:cubicBezTo>
                <a:cubicBezTo>
                  <a:pt x="13257" y="3064"/>
                  <a:pt x="13245" y="3065"/>
                  <a:pt x="13233" y="3065"/>
                </a:cubicBezTo>
                <a:lnTo>
                  <a:pt x="139" y="3065"/>
                </a:lnTo>
                <a:cubicBezTo>
                  <a:pt x="130" y="3065"/>
                  <a:pt x="121" y="3064"/>
                  <a:pt x="112" y="3061"/>
                </a:cubicBezTo>
                <a:cubicBezTo>
                  <a:pt x="103" y="3059"/>
                  <a:pt x="95" y="3056"/>
                  <a:pt x="86" y="3051"/>
                </a:cubicBezTo>
                <a:cubicBezTo>
                  <a:pt x="78" y="3046"/>
                  <a:pt x="70" y="3041"/>
                  <a:pt x="62" y="3034"/>
                </a:cubicBezTo>
                <a:cubicBezTo>
                  <a:pt x="54" y="3027"/>
                  <a:pt x="47" y="3019"/>
                  <a:pt x="41" y="3011"/>
                </a:cubicBezTo>
                <a:cubicBezTo>
                  <a:pt x="34" y="3002"/>
                  <a:pt x="29" y="2993"/>
                  <a:pt x="24" y="2982"/>
                </a:cubicBezTo>
                <a:cubicBezTo>
                  <a:pt x="19" y="2972"/>
                  <a:pt x="14" y="2962"/>
                  <a:pt x="11" y="2950"/>
                </a:cubicBezTo>
                <a:cubicBezTo>
                  <a:pt x="7" y="2939"/>
                  <a:pt x="5" y="2928"/>
                  <a:pt x="3" y="2916"/>
                </a:cubicBezTo>
                <a:cubicBezTo>
                  <a:pt x="1" y="2904"/>
                  <a:pt x="0" y="2892"/>
                  <a:pt x="0" y="2879"/>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73" name="フリーフォーム: 図形 672"/>
          <p:cNvSpPr/>
          <p:nvPr/>
        </p:nvSpPr>
        <p:spPr>
          <a:xfrm>
            <a:off x="401040" y="4487400"/>
            <a:ext cx="66960" cy="1103400"/>
          </a:xfrm>
          <a:custGeom>
            <a:avLst/>
            <a:gdLst/>
            <a:ahLst/>
            <a:cxnLst/>
            <a:rect l="0" t="0" r="r" b="b"/>
            <a:pathLst>
              <a:path w="186" h="3065">
                <a:moveTo>
                  <a:pt x="151" y="14"/>
                </a:moveTo>
                <a:cubicBezTo>
                  <a:pt x="140" y="23"/>
                  <a:pt x="129" y="37"/>
                  <a:pt x="121" y="54"/>
                </a:cubicBezTo>
                <a:cubicBezTo>
                  <a:pt x="112" y="72"/>
                  <a:pt x="105" y="92"/>
                  <a:pt x="101" y="115"/>
                </a:cubicBezTo>
                <a:cubicBezTo>
                  <a:pt x="96" y="137"/>
                  <a:pt x="94" y="161"/>
                  <a:pt x="94" y="186"/>
                </a:cubicBezTo>
                <a:lnTo>
                  <a:pt x="94" y="2879"/>
                </a:lnTo>
                <a:cubicBezTo>
                  <a:pt x="94" y="2904"/>
                  <a:pt x="96" y="2928"/>
                  <a:pt x="101" y="2950"/>
                </a:cubicBezTo>
                <a:cubicBezTo>
                  <a:pt x="105" y="2973"/>
                  <a:pt x="112" y="2993"/>
                  <a:pt x="121" y="3011"/>
                </a:cubicBezTo>
                <a:cubicBezTo>
                  <a:pt x="129" y="3028"/>
                  <a:pt x="140" y="3041"/>
                  <a:pt x="151" y="3051"/>
                </a:cubicBezTo>
                <a:cubicBezTo>
                  <a:pt x="162" y="3060"/>
                  <a:pt x="174" y="3065"/>
                  <a:pt x="186" y="3065"/>
                </a:cubicBezTo>
                <a:cubicBezTo>
                  <a:pt x="162" y="3065"/>
                  <a:pt x="138" y="3060"/>
                  <a:pt x="115" y="3051"/>
                </a:cubicBezTo>
                <a:cubicBezTo>
                  <a:pt x="93" y="3041"/>
                  <a:pt x="72" y="3028"/>
                  <a:pt x="54" y="3011"/>
                </a:cubicBezTo>
                <a:cubicBezTo>
                  <a:pt x="37" y="2993"/>
                  <a:pt x="23" y="2973"/>
                  <a:pt x="14" y="2950"/>
                </a:cubicBezTo>
                <a:cubicBezTo>
                  <a:pt x="4" y="2928"/>
                  <a:pt x="0" y="2904"/>
                  <a:pt x="0" y="2879"/>
                </a:cubicBezTo>
                <a:lnTo>
                  <a:pt x="0" y="186"/>
                </a:lnTo>
                <a:cubicBezTo>
                  <a:pt x="0" y="161"/>
                  <a:pt x="4" y="137"/>
                  <a:pt x="14" y="115"/>
                </a:cubicBezTo>
                <a:cubicBezTo>
                  <a:pt x="23" y="92"/>
                  <a:pt x="37" y="72"/>
                  <a:pt x="54" y="54"/>
                </a:cubicBezTo>
                <a:cubicBezTo>
                  <a:pt x="72" y="37"/>
                  <a:pt x="93" y="23"/>
                  <a:pt x="115" y="14"/>
                </a:cubicBezTo>
                <a:cubicBezTo>
                  <a:pt x="138" y="5"/>
                  <a:pt x="162" y="0"/>
                  <a:pt x="186" y="0"/>
                </a:cubicBezTo>
                <a:cubicBezTo>
                  <a:pt x="174" y="0"/>
                  <a:pt x="162" y="5"/>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74" name="フリーフォーム: 図形 673"/>
          <p:cNvSpPr/>
          <p:nvPr/>
        </p:nvSpPr>
        <p:spPr>
          <a:xfrm>
            <a:off x="601560" y="4654440"/>
            <a:ext cx="451440" cy="401400"/>
          </a:xfrm>
          <a:custGeom>
            <a:avLst/>
            <a:gdLst/>
            <a:ahLst/>
            <a:cxnLst/>
            <a:rect l="0" t="0" r="r" b="b"/>
            <a:pathLst>
              <a:path w="1254" h="1115">
                <a:moveTo>
                  <a:pt x="0" y="557"/>
                </a:moveTo>
                <a:cubicBezTo>
                  <a:pt x="0" y="521"/>
                  <a:pt x="3" y="484"/>
                  <a:pt x="11" y="449"/>
                </a:cubicBezTo>
                <a:cubicBezTo>
                  <a:pt x="18" y="413"/>
                  <a:pt x="28" y="378"/>
                  <a:pt x="42" y="344"/>
                </a:cubicBezTo>
                <a:cubicBezTo>
                  <a:pt x="56" y="310"/>
                  <a:pt x="73" y="278"/>
                  <a:pt x="94" y="248"/>
                </a:cubicBezTo>
                <a:cubicBezTo>
                  <a:pt x="114" y="217"/>
                  <a:pt x="137" y="189"/>
                  <a:pt x="163" y="163"/>
                </a:cubicBezTo>
                <a:cubicBezTo>
                  <a:pt x="189" y="137"/>
                  <a:pt x="218" y="114"/>
                  <a:pt x="248" y="94"/>
                </a:cubicBezTo>
                <a:cubicBezTo>
                  <a:pt x="279" y="74"/>
                  <a:pt x="311" y="57"/>
                  <a:pt x="345" y="43"/>
                </a:cubicBezTo>
                <a:cubicBezTo>
                  <a:pt x="379" y="29"/>
                  <a:pt x="413" y="18"/>
                  <a:pt x="449" y="11"/>
                </a:cubicBezTo>
                <a:cubicBezTo>
                  <a:pt x="485" y="4"/>
                  <a:pt x="521" y="0"/>
                  <a:pt x="558" y="0"/>
                </a:cubicBezTo>
                <a:lnTo>
                  <a:pt x="697" y="0"/>
                </a:lnTo>
                <a:cubicBezTo>
                  <a:pt x="734" y="0"/>
                  <a:pt x="770" y="4"/>
                  <a:pt x="806" y="11"/>
                </a:cubicBezTo>
                <a:cubicBezTo>
                  <a:pt x="842" y="18"/>
                  <a:pt x="877" y="29"/>
                  <a:pt x="910" y="43"/>
                </a:cubicBezTo>
                <a:cubicBezTo>
                  <a:pt x="944" y="57"/>
                  <a:pt x="976" y="74"/>
                  <a:pt x="1007" y="94"/>
                </a:cubicBezTo>
                <a:cubicBezTo>
                  <a:pt x="1037" y="114"/>
                  <a:pt x="1065" y="137"/>
                  <a:pt x="1091" y="163"/>
                </a:cubicBezTo>
                <a:cubicBezTo>
                  <a:pt x="1117" y="189"/>
                  <a:pt x="1140" y="217"/>
                  <a:pt x="1160" y="248"/>
                </a:cubicBezTo>
                <a:cubicBezTo>
                  <a:pt x="1181" y="278"/>
                  <a:pt x="1198" y="310"/>
                  <a:pt x="1212" y="344"/>
                </a:cubicBezTo>
                <a:cubicBezTo>
                  <a:pt x="1226" y="378"/>
                  <a:pt x="1237" y="413"/>
                  <a:pt x="1244" y="449"/>
                </a:cubicBezTo>
                <a:cubicBezTo>
                  <a:pt x="1251" y="484"/>
                  <a:pt x="1254" y="521"/>
                  <a:pt x="1254" y="557"/>
                </a:cubicBezTo>
                <a:cubicBezTo>
                  <a:pt x="1254" y="594"/>
                  <a:pt x="1251" y="630"/>
                  <a:pt x="1244" y="666"/>
                </a:cubicBezTo>
                <a:cubicBezTo>
                  <a:pt x="1237" y="702"/>
                  <a:pt x="1226" y="737"/>
                  <a:pt x="1212" y="770"/>
                </a:cubicBezTo>
                <a:cubicBezTo>
                  <a:pt x="1198" y="804"/>
                  <a:pt x="1181" y="836"/>
                  <a:pt x="1160" y="867"/>
                </a:cubicBezTo>
                <a:cubicBezTo>
                  <a:pt x="1140" y="897"/>
                  <a:pt x="1117" y="925"/>
                  <a:pt x="1091" y="951"/>
                </a:cubicBezTo>
                <a:cubicBezTo>
                  <a:pt x="1065" y="977"/>
                  <a:pt x="1037" y="1001"/>
                  <a:pt x="1007" y="1022"/>
                </a:cubicBezTo>
                <a:cubicBezTo>
                  <a:pt x="976" y="1042"/>
                  <a:pt x="944" y="1059"/>
                  <a:pt x="910" y="1073"/>
                </a:cubicBezTo>
                <a:cubicBezTo>
                  <a:pt x="877" y="1087"/>
                  <a:pt x="842" y="1098"/>
                  <a:pt x="806" y="1105"/>
                </a:cubicBezTo>
                <a:cubicBezTo>
                  <a:pt x="770" y="1112"/>
                  <a:pt x="734" y="1115"/>
                  <a:pt x="697" y="1115"/>
                </a:cubicBezTo>
                <a:lnTo>
                  <a:pt x="558" y="1115"/>
                </a:lnTo>
                <a:cubicBezTo>
                  <a:pt x="521" y="1115"/>
                  <a:pt x="485" y="1112"/>
                  <a:pt x="449" y="1105"/>
                </a:cubicBezTo>
                <a:cubicBezTo>
                  <a:pt x="413" y="1098"/>
                  <a:pt x="379" y="1087"/>
                  <a:pt x="345" y="1073"/>
                </a:cubicBezTo>
                <a:cubicBezTo>
                  <a:pt x="311" y="1059"/>
                  <a:pt x="279" y="1042"/>
                  <a:pt x="248" y="1022"/>
                </a:cubicBezTo>
                <a:cubicBezTo>
                  <a:pt x="218" y="1001"/>
                  <a:pt x="189" y="977"/>
                  <a:pt x="163" y="951"/>
                </a:cubicBezTo>
                <a:cubicBezTo>
                  <a:pt x="137" y="925"/>
                  <a:pt x="114" y="897"/>
                  <a:pt x="94" y="867"/>
                </a:cubicBezTo>
                <a:cubicBezTo>
                  <a:pt x="73" y="836"/>
                  <a:pt x="56" y="804"/>
                  <a:pt x="42" y="770"/>
                </a:cubicBezTo>
                <a:cubicBezTo>
                  <a:pt x="28" y="737"/>
                  <a:pt x="18" y="702"/>
                  <a:pt x="11" y="666"/>
                </a:cubicBezTo>
                <a:cubicBezTo>
                  <a:pt x="3" y="630"/>
                  <a:pt x="0" y="594"/>
                  <a:pt x="0" y="557"/>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675" name="図 674"/>
          <p:cNvPicPr/>
          <p:nvPr/>
        </p:nvPicPr>
        <p:blipFill>
          <a:blip r:embed="rId4"/>
          <a:stretch/>
        </p:blipFill>
        <p:spPr>
          <a:xfrm>
            <a:off x="702000" y="4754880"/>
            <a:ext cx="250200" cy="200160"/>
          </a:xfrm>
          <a:prstGeom prst="rect">
            <a:avLst/>
          </a:prstGeom>
          <a:noFill/>
          <a:ln w="0">
            <a:noFill/>
          </a:ln>
        </p:spPr>
      </p:pic>
      <p:sp>
        <p:nvSpPr>
          <p:cNvPr id="676" name="テキスト ボックス 675"/>
          <p:cNvSpPr txBox="1"/>
          <p:nvPr/>
        </p:nvSpPr>
        <p:spPr>
          <a:xfrm>
            <a:off x="401040" y="7053120"/>
            <a:ext cx="3403800" cy="16956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※連合学習：データをクラウドに送信せずに分散学習を行う手法</a:t>
            </a:r>
            <a:endParaRPr lang="en-US" sz="920" b="0" u="none" strike="noStrike">
              <a:solidFill>
                <a:srgbClr val="000000"/>
              </a:solidFill>
              <a:effectLst/>
              <a:uFillTx/>
              <a:latin typeface="Times New Roman"/>
            </a:endParaRPr>
          </a:p>
        </p:txBody>
      </p:sp>
      <p:sp>
        <p:nvSpPr>
          <p:cNvPr id="677" name="テキスト ボックス 676"/>
          <p:cNvSpPr txBox="1"/>
          <p:nvPr/>
        </p:nvSpPr>
        <p:spPr>
          <a:xfrm>
            <a:off x="1186560" y="4699080"/>
            <a:ext cx="1358640" cy="219960"/>
          </a:xfrm>
          <a:prstGeom prst="rect">
            <a:avLst/>
          </a:prstGeom>
          <a:noFill/>
          <a:ln w="0">
            <a:noFill/>
          </a:ln>
        </p:spPr>
        <p:txBody>
          <a:bodyPr wrap="none" lIns="0" tIns="0" rIns="0" bIns="0" anchor="t">
            <a:spAutoFit/>
          </a:bodyPr>
          <a:lstStyle/>
          <a:p>
            <a:r>
              <a:rPr lang="zh-CN" sz="1180" b="0" u="none" strike="noStrike">
                <a:solidFill>
                  <a:srgbClr val="FFFFFF"/>
                </a:solidFill>
                <a:effectLst/>
                <a:uFillTx/>
                <a:latin typeface="NotoSansJP"/>
                <a:ea typeface="NotoSansJP"/>
              </a:rPr>
              <a:t>エッジケースの共有</a:t>
            </a:r>
            <a:endParaRPr lang="en-US" sz="1180" b="0" u="none" strike="noStrike">
              <a:solidFill>
                <a:srgbClr val="000000"/>
              </a:solidFill>
              <a:effectLst/>
              <a:uFillTx/>
              <a:latin typeface="Times New Roman"/>
            </a:endParaRPr>
          </a:p>
        </p:txBody>
      </p:sp>
      <p:sp>
        <p:nvSpPr>
          <p:cNvPr id="678" name="テキスト ボックス 677"/>
          <p:cNvSpPr txBox="1"/>
          <p:nvPr/>
        </p:nvSpPr>
        <p:spPr>
          <a:xfrm>
            <a:off x="1186560" y="4947120"/>
            <a:ext cx="387324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ある車両が経験した稀な状況（特殊な路面状況でのスリップなど）やヒヤ</a:t>
            </a:r>
            <a:endParaRPr lang="en-US" sz="920" b="0" u="none" strike="noStrike">
              <a:solidFill>
                <a:srgbClr val="000000"/>
              </a:solidFill>
              <a:effectLst/>
              <a:uFillTx/>
              <a:latin typeface="Times New Roman"/>
            </a:endParaRPr>
          </a:p>
        </p:txBody>
      </p:sp>
      <p:sp>
        <p:nvSpPr>
          <p:cNvPr id="679" name="フリーフォーム: 図形 678"/>
          <p:cNvSpPr/>
          <p:nvPr/>
        </p:nvSpPr>
        <p:spPr>
          <a:xfrm>
            <a:off x="5465160" y="4487400"/>
            <a:ext cx="4830480" cy="1103400"/>
          </a:xfrm>
          <a:custGeom>
            <a:avLst/>
            <a:gdLst/>
            <a:ahLst/>
            <a:cxnLst/>
            <a:rect l="0" t="0" r="r" b="b"/>
            <a:pathLst>
              <a:path w="13418" h="3065">
                <a:moveTo>
                  <a:pt x="0" y="2879"/>
                </a:moveTo>
                <a:lnTo>
                  <a:pt x="0" y="186"/>
                </a:lnTo>
                <a:cubicBezTo>
                  <a:pt x="0" y="173"/>
                  <a:pt x="1" y="161"/>
                  <a:pt x="3" y="149"/>
                </a:cubicBezTo>
                <a:cubicBezTo>
                  <a:pt x="4" y="137"/>
                  <a:pt x="7" y="126"/>
                  <a:pt x="10" y="115"/>
                </a:cubicBezTo>
                <a:cubicBezTo>
                  <a:pt x="14" y="103"/>
                  <a:pt x="18" y="93"/>
                  <a:pt x="23" y="82"/>
                </a:cubicBezTo>
                <a:cubicBezTo>
                  <a:pt x="28" y="72"/>
                  <a:pt x="34" y="63"/>
                  <a:pt x="41" y="54"/>
                </a:cubicBezTo>
                <a:cubicBezTo>
                  <a:pt x="47" y="46"/>
                  <a:pt x="54" y="38"/>
                  <a:pt x="62" y="31"/>
                </a:cubicBezTo>
                <a:cubicBezTo>
                  <a:pt x="69" y="24"/>
                  <a:pt x="77" y="19"/>
                  <a:pt x="86" y="14"/>
                </a:cubicBezTo>
                <a:cubicBezTo>
                  <a:pt x="94" y="9"/>
                  <a:pt x="103" y="6"/>
                  <a:pt x="112" y="3"/>
                </a:cubicBezTo>
                <a:cubicBezTo>
                  <a:pt x="121" y="1"/>
                  <a:pt x="130" y="0"/>
                  <a:pt x="139" y="0"/>
                </a:cubicBezTo>
                <a:lnTo>
                  <a:pt x="13232" y="0"/>
                </a:lnTo>
                <a:cubicBezTo>
                  <a:pt x="13244" y="0"/>
                  <a:pt x="13257" y="1"/>
                  <a:pt x="13269" y="3"/>
                </a:cubicBezTo>
                <a:cubicBezTo>
                  <a:pt x="13280" y="6"/>
                  <a:pt x="13292" y="9"/>
                  <a:pt x="13303" y="14"/>
                </a:cubicBezTo>
                <a:cubicBezTo>
                  <a:pt x="13315" y="19"/>
                  <a:pt x="13325" y="24"/>
                  <a:pt x="13335" y="31"/>
                </a:cubicBezTo>
                <a:cubicBezTo>
                  <a:pt x="13346" y="38"/>
                  <a:pt x="13355" y="46"/>
                  <a:pt x="13364" y="54"/>
                </a:cubicBezTo>
                <a:cubicBezTo>
                  <a:pt x="13372" y="63"/>
                  <a:pt x="13380" y="72"/>
                  <a:pt x="13387" y="82"/>
                </a:cubicBezTo>
                <a:cubicBezTo>
                  <a:pt x="13393" y="93"/>
                  <a:pt x="13399" y="103"/>
                  <a:pt x="13404" y="115"/>
                </a:cubicBezTo>
                <a:cubicBezTo>
                  <a:pt x="13409" y="126"/>
                  <a:pt x="13412" y="137"/>
                  <a:pt x="13414" y="149"/>
                </a:cubicBezTo>
                <a:cubicBezTo>
                  <a:pt x="13417" y="161"/>
                  <a:pt x="13418" y="173"/>
                  <a:pt x="13418" y="186"/>
                </a:cubicBezTo>
                <a:lnTo>
                  <a:pt x="13418" y="2879"/>
                </a:lnTo>
                <a:cubicBezTo>
                  <a:pt x="13418" y="2892"/>
                  <a:pt x="13417" y="2904"/>
                  <a:pt x="13414" y="2916"/>
                </a:cubicBezTo>
                <a:cubicBezTo>
                  <a:pt x="13412" y="2928"/>
                  <a:pt x="13409" y="2939"/>
                  <a:pt x="13404" y="2950"/>
                </a:cubicBezTo>
                <a:cubicBezTo>
                  <a:pt x="13399" y="2962"/>
                  <a:pt x="13393" y="2972"/>
                  <a:pt x="13387" y="2982"/>
                </a:cubicBezTo>
                <a:cubicBezTo>
                  <a:pt x="13380" y="2993"/>
                  <a:pt x="13372" y="3002"/>
                  <a:pt x="13364" y="3011"/>
                </a:cubicBezTo>
                <a:cubicBezTo>
                  <a:pt x="13355" y="3019"/>
                  <a:pt x="13346" y="3027"/>
                  <a:pt x="13335" y="3034"/>
                </a:cubicBezTo>
                <a:cubicBezTo>
                  <a:pt x="13325" y="3041"/>
                  <a:pt x="13315" y="3046"/>
                  <a:pt x="13303" y="3051"/>
                </a:cubicBezTo>
                <a:cubicBezTo>
                  <a:pt x="13292" y="3056"/>
                  <a:pt x="13280" y="3059"/>
                  <a:pt x="13269" y="3061"/>
                </a:cubicBezTo>
                <a:cubicBezTo>
                  <a:pt x="13257" y="3064"/>
                  <a:pt x="13244" y="3065"/>
                  <a:pt x="13232" y="3065"/>
                </a:cubicBezTo>
                <a:lnTo>
                  <a:pt x="139" y="3065"/>
                </a:lnTo>
                <a:cubicBezTo>
                  <a:pt x="130" y="3065"/>
                  <a:pt x="121" y="3064"/>
                  <a:pt x="112" y="3061"/>
                </a:cubicBezTo>
                <a:cubicBezTo>
                  <a:pt x="103" y="3059"/>
                  <a:pt x="94" y="3056"/>
                  <a:pt x="86" y="3051"/>
                </a:cubicBezTo>
                <a:cubicBezTo>
                  <a:pt x="77" y="3046"/>
                  <a:pt x="69" y="3041"/>
                  <a:pt x="62" y="3034"/>
                </a:cubicBezTo>
                <a:cubicBezTo>
                  <a:pt x="54" y="3027"/>
                  <a:pt x="47" y="3019"/>
                  <a:pt x="41" y="3011"/>
                </a:cubicBezTo>
                <a:cubicBezTo>
                  <a:pt x="34" y="3002"/>
                  <a:pt x="28" y="2993"/>
                  <a:pt x="23" y="2982"/>
                </a:cubicBezTo>
                <a:cubicBezTo>
                  <a:pt x="18" y="2972"/>
                  <a:pt x="14" y="2962"/>
                  <a:pt x="10" y="2950"/>
                </a:cubicBezTo>
                <a:cubicBezTo>
                  <a:pt x="7" y="2939"/>
                  <a:pt x="4" y="2928"/>
                  <a:pt x="3" y="2916"/>
                </a:cubicBezTo>
                <a:cubicBezTo>
                  <a:pt x="1" y="2904"/>
                  <a:pt x="0" y="2892"/>
                  <a:pt x="0" y="2879"/>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80" name="フリーフォーム: 図形 679"/>
          <p:cNvSpPr/>
          <p:nvPr/>
        </p:nvSpPr>
        <p:spPr>
          <a:xfrm>
            <a:off x="5448240" y="4487400"/>
            <a:ext cx="67320" cy="1103400"/>
          </a:xfrm>
          <a:custGeom>
            <a:avLst/>
            <a:gdLst/>
            <a:ahLst/>
            <a:cxnLst/>
            <a:rect l="0" t="0" r="r" b="b"/>
            <a:pathLst>
              <a:path w="187" h="3065">
                <a:moveTo>
                  <a:pt x="152" y="14"/>
                </a:moveTo>
                <a:cubicBezTo>
                  <a:pt x="140" y="23"/>
                  <a:pt x="130" y="37"/>
                  <a:pt x="120" y="54"/>
                </a:cubicBezTo>
                <a:cubicBezTo>
                  <a:pt x="112" y="72"/>
                  <a:pt x="105" y="92"/>
                  <a:pt x="100" y="115"/>
                </a:cubicBezTo>
                <a:cubicBezTo>
                  <a:pt x="96" y="137"/>
                  <a:pt x="93" y="161"/>
                  <a:pt x="93" y="186"/>
                </a:cubicBezTo>
                <a:lnTo>
                  <a:pt x="93" y="2879"/>
                </a:lnTo>
                <a:cubicBezTo>
                  <a:pt x="93" y="2904"/>
                  <a:pt x="96" y="2928"/>
                  <a:pt x="100" y="2950"/>
                </a:cubicBezTo>
                <a:cubicBezTo>
                  <a:pt x="105" y="2973"/>
                  <a:pt x="112" y="2993"/>
                  <a:pt x="120" y="3011"/>
                </a:cubicBezTo>
                <a:cubicBezTo>
                  <a:pt x="130" y="3028"/>
                  <a:pt x="140" y="3041"/>
                  <a:pt x="152" y="3051"/>
                </a:cubicBezTo>
                <a:cubicBezTo>
                  <a:pt x="163" y="3060"/>
                  <a:pt x="175" y="3065"/>
                  <a:pt x="187" y="3065"/>
                </a:cubicBezTo>
                <a:cubicBezTo>
                  <a:pt x="162" y="3065"/>
                  <a:pt x="139" y="3060"/>
                  <a:pt x="115" y="3051"/>
                </a:cubicBezTo>
                <a:cubicBezTo>
                  <a:pt x="92" y="3041"/>
                  <a:pt x="72" y="3028"/>
                  <a:pt x="55" y="3011"/>
                </a:cubicBezTo>
                <a:cubicBezTo>
                  <a:pt x="37" y="2993"/>
                  <a:pt x="24" y="2973"/>
                  <a:pt x="15" y="2950"/>
                </a:cubicBezTo>
                <a:cubicBezTo>
                  <a:pt x="5" y="2928"/>
                  <a:pt x="0" y="2904"/>
                  <a:pt x="0" y="2879"/>
                </a:cubicBezTo>
                <a:lnTo>
                  <a:pt x="0" y="185"/>
                </a:lnTo>
                <a:cubicBezTo>
                  <a:pt x="0" y="161"/>
                  <a:pt x="5" y="137"/>
                  <a:pt x="15" y="115"/>
                </a:cubicBezTo>
                <a:cubicBezTo>
                  <a:pt x="24" y="92"/>
                  <a:pt x="37" y="72"/>
                  <a:pt x="55" y="54"/>
                </a:cubicBezTo>
                <a:cubicBezTo>
                  <a:pt x="72" y="37"/>
                  <a:pt x="92" y="23"/>
                  <a:pt x="115" y="14"/>
                </a:cubicBezTo>
                <a:cubicBezTo>
                  <a:pt x="139" y="5"/>
                  <a:pt x="162" y="0"/>
                  <a:pt x="187" y="0"/>
                </a:cubicBezTo>
                <a:cubicBezTo>
                  <a:pt x="175" y="0"/>
                  <a:pt x="163" y="5"/>
                  <a:pt x="152"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81" name="フリーフォーム: 図形 680"/>
          <p:cNvSpPr/>
          <p:nvPr/>
        </p:nvSpPr>
        <p:spPr>
          <a:xfrm>
            <a:off x="5649120" y="4654440"/>
            <a:ext cx="401400" cy="401400"/>
          </a:xfrm>
          <a:custGeom>
            <a:avLst/>
            <a:gdLst/>
            <a:ahLst/>
            <a:cxnLst/>
            <a:rect l="0" t="0" r="r" b="b"/>
            <a:pathLst>
              <a:path w="1115" h="1115">
                <a:moveTo>
                  <a:pt x="1115" y="557"/>
                </a:moveTo>
                <a:cubicBezTo>
                  <a:pt x="1115" y="594"/>
                  <a:pt x="1111" y="630"/>
                  <a:pt x="1104" y="666"/>
                </a:cubicBezTo>
                <a:cubicBezTo>
                  <a:pt x="1097" y="702"/>
                  <a:pt x="1086" y="737"/>
                  <a:pt x="1072" y="770"/>
                </a:cubicBezTo>
                <a:cubicBezTo>
                  <a:pt x="1058" y="804"/>
                  <a:pt x="1041" y="836"/>
                  <a:pt x="1021" y="867"/>
                </a:cubicBezTo>
                <a:cubicBezTo>
                  <a:pt x="1001" y="897"/>
                  <a:pt x="977" y="925"/>
                  <a:pt x="952" y="951"/>
                </a:cubicBezTo>
                <a:cubicBezTo>
                  <a:pt x="926" y="977"/>
                  <a:pt x="898" y="1001"/>
                  <a:pt x="867" y="1022"/>
                </a:cubicBezTo>
                <a:cubicBezTo>
                  <a:pt x="837" y="1042"/>
                  <a:pt x="805" y="1059"/>
                  <a:pt x="771" y="1073"/>
                </a:cubicBezTo>
                <a:cubicBezTo>
                  <a:pt x="737" y="1087"/>
                  <a:pt x="702" y="1098"/>
                  <a:pt x="666" y="1105"/>
                </a:cubicBezTo>
                <a:cubicBezTo>
                  <a:pt x="630" y="1112"/>
                  <a:pt x="594" y="1115"/>
                  <a:pt x="558" y="1115"/>
                </a:cubicBezTo>
                <a:cubicBezTo>
                  <a:pt x="521" y="1115"/>
                  <a:pt x="485" y="1112"/>
                  <a:pt x="448" y="1105"/>
                </a:cubicBezTo>
                <a:cubicBezTo>
                  <a:pt x="412" y="1098"/>
                  <a:pt x="377" y="1087"/>
                  <a:pt x="343" y="1073"/>
                </a:cubicBezTo>
                <a:cubicBezTo>
                  <a:pt x="310" y="1059"/>
                  <a:pt x="278" y="1042"/>
                  <a:pt x="247" y="1022"/>
                </a:cubicBezTo>
                <a:cubicBezTo>
                  <a:pt x="217" y="1001"/>
                  <a:pt x="189" y="977"/>
                  <a:pt x="163" y="951"/>
                </a:cubicBezTo>
                <a:cubicBezTo>
                  <a:pt x="137" y="925"/>
                  <a:pt x="114" y="897"/>
                  <a:pt x="93" y="867"/>
                </a:cubicBezTo>
                <a:cubicBezTo>
                  <a:pt x="73" y="836"/>
                  <a:pt x="56" y="804"/>
                  <a:pt x="42" y="770"/>
                </a:cubicBezTo>
                <a:cubicBezTo>
                  <a:pt x="28" y="737"/>
                  <a:pt x="17" y="702"/>
                  <a:pt x="10" y="666"/>
                </a:cubicBezTo>
                <a:cubicBezTo>
                  <a:pt x="3" y="630"/>
                  <a:pt x="0" y="594"/>
                  <a:pt x="0" y="557"/>
                </a:cubicBezTo>
                <a:cubicBezTo>
                  <a:pt x="0" y="521"/>
                  <a:pt x="3" y="484"/>
                  <a:pt x="10" y="449"/>
                </a:cubicBezTo>
                <a:cubicBezTo>
                  <a:pt x="17" y="413"/>
                  <a:pt x="28" y="378"/>
                  <a:pt x="42" y="344"/>
                </a:cubicBezTo>
                <a:cubicBezTo>
                  <a:pt x="56" y="310"/>
                  <a:pt x="73" y="278"/>
                  <a:pt x="93" y="248"/>
                </a:cubicBezTo>
                <a:cubicBezTo>
                  <a:pt x="114" y="217"/>
                  <a:pt x="137" y="189"/>
                  <a:pt x="163" y="163"/>
                </a:cubicBezTo>
                <a:cubicBezTo>
                  <a:pt x="189" y="137"/>
                  <a:pt x="217" y="114"/>
                  <a:pt x="247" y="94"/>
                </a:cubicBezTo>
                <a:cubicBezTo>
                  <a:pt x="278" y="74"/>
                  <a:pt x="310" y="57"/>
                  <a:pt x="343" y="43"/>
                </a:cubicBezTo>
                <a:cubicBezTo>
                  <a:pt x="377" y="29"/>
                  <a:pt x="412" y="18"/>
                  <a:pt x="448" y="11"/>
                </a:cubicBezTo>
                <a:cubicBezTo>
                  <a:pt x="485" y="4"/>
                  <a:pt x="521" y="0"/>
                  <a:pt x="558" y="0"/>
                </a:cubicBezTo>
                <a:cubicBezTo>
                  <a:pt x="594" y="0"/>
                  <a:pt x="630" y="4"/>
                  <a:pt x="666" y="11"/>
                </a:cubicBezTo>
                <a:cubicBezTo>
                  <a:pt x="702" y="18"/>
                  <a:pt x="737" y="29"/>
                  <a:pt x="771" y="43"/>
                </a:cubicBezTo>
                <a:cubicBezTo>
                  <a:pt x="805" y="57"/>
                  <a:pt x="837" y="74"/>
                  <a:pt x="867" y="94"/>
                </a:cubicBezTo>
                <a:cubicBezTo>
                  <a:pt x="898" y="114"/>
                  <a:pt x="926" y="137"/>
                  <a:pt x="952" y="163"/>
                </a:cubicBezTo>
                <a:cubicBezTo>
                  <a:pt x="977" y="189"/>
                  <a:pt x="1001" y="217"/>
                  <a:pt x="1021" y="248"/>
                </a:cubicBezTo>
                <a:cubicBezTo>
                  <a:pt x="1041" y="278"/>
                  <a:pt x="1058" y="310"/>
                  <a:pt x="1072" y="344"/>
                </a:cubicBezTo>
                <a:cubicBezTo>
                  <a:pt x="1086" y="378"/>
                  <a:pt x="1097" y="413"/>
                  <a:pt x="1104" y="449"/>
                </a:cubicBezTo>
                <a:cubicBezTo>
                  <a:pt x="1111" y="484"/>
                  <a:pt x="1115" y="521"/>
                  <a:pt x="1115" y="557"/>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682" name="図 681"/>
          <p:cNvPicPr/>
          <p:nvPr/>
        </p:nvPicPr>
        <p:blipFill>
          <a:blip r:embed="rId5"/>
          <a:stretch/>
        </p:blipFill>
        <p:spPr>
          <a:xfrm>
            <a:off x="5749560" y="4754880"/>
            <a:ext cx="200160" cy="200160"/>
          </a:xfrm>
          <a:prstGeom prst="rect">
            <a:avLst/>
          </a:prstGeom>
          <a:noFill/>
          <a:ln w="0">
            <a:noFill/>
          </a:ln>
        </p:spPr>
      </p:pic>
      <p:sp>
        <p:nvSpPr>
          <p:cNvPr id="683" name="テキスト ボックス 682"/>
          <p:cNvSpPr txBox="1"/>
          <p:nvPr/>
        </p:nvSpPr>
        <p:spPr>
          <a:xfrm>
            <a:off x="1186560" y="5114520"/>
            <a:ext cx="352116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リハット事例は、瞬時に「集合知」として全車両に共有されます。</a:t>
            </a:r>
            <a:endParaRPr lang="en-US" sz="920" b="0" u="none" strike="noStrike">
              <a:solidFill>
                <a:srgbClr val="000000"/>
              </a:solidFill>
              <a:effectLst/>
              <a:uFillTx/>
              <a:latin typeface="Times New Roman"/>
            </a:endParaRPr>
          </a:p>
        </p:txBody>
      </p:sp>
      <p:sp>
        <p:nvSpPr>
          <p:cNvPr id="684" name="テキスト ボックス 683"/>
          <p:cNvSpPr txBox="1"/>
          <p:nvPr/>
        </p:nvSpPr>
        <p:spPr>
          <a:xfrm>
            <a:off x="6184080" y="4699080"/>
            <a:ext cx="2264040" cy="219960"/>
          </a:xfrm>
          <a:prstGeom prst="rect">
            <a:avLst/>
          </a:prstGeom>
          <a:noFill/>
          <a:ln w="0">
            <a:noFill/>
          </a:ln>
        </p:spPr>
        <p:txBody>
          <a:bodyPr wrap="none" lIns="0" tIns="0" rIns="0" bIns="0" anchor="t">
            <a:spAutoFit/>
          </a:bodyPr>
          <a:lstStyle/>
          <a:p>
            <a:r>
              <a:rPr lang="zh-CN" sz="1180" b="0" u="none" strike="noStrike">
                <a:solidFill>
                  <a:srgbClr val="FFFFFF"/>
                </a:solidFill>
                <a:effectLst/>
                <a:uFillTx/>
                <a:latin typeface="NotoSansJP"/>
                <a:ea typeface="NotoSansJP"/>
              </a:rPr>
              <a:t>連合学習によるプライバシー保護</a:t>
            </a:r>
            <a:endParaRPr lang="en-US" sz="1180" b="0" u="none" strike="noStrike">
              <a:solidFill>
                <a:srgbClr val="000000"/>
              </a:solidFill>
              <a:effectLst/>
              <a:uFillTx/>
              <a:latin typeface="Times New Roman"/>
            </a:endParaRPr>
          </a:p>
        </p:txBody>
      </p:sp>
      <p:sp>
        <p:nvSpPr>
          <p:cNvPr id="685" name="テキスト ボックス 684"/>
          <p:cNvSpPr txBox="1"/>
          <p:nvPr/>
        </p:nvSpPr>
        <p:spPr>
          <a:xfrm>
            <a:off x="6184080" y="4947120"/>
            <a:ext cx="402372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連合学習（</a:t>
            </a:r>
            <a:r>
              <a:rPr lang="en-US" sz="920" b="0" u="none" strike="noStrike">
                <a:solidFill>
                  <a:srgbClr val="D1D5DC"/>
                </a:solidFill>
                <a:effectLst/>
                <a:uFillTx/>
                <a:latin typeface="NotoSansJP"/>
                <a:ea typeface="NotoSansJP"/>
              </a:rPr>
              <a:t>Federated Learning</a:t>
            </a:r>
            <a:r>
              <a:rPr lang="zh-CN" sz="920" b="0" u="none" strike="noStrike">
                <a:solidFill>
                  <a:srgbClr val="D1D5DC"/>
                </a:solidFill>
                <a:effectLst/>
                <a:uFillTx/>
                <a:latin typeface="NotoSansJP"/>
                <a:ea typeface="NotoSansJP"/>
              </a:rPr>
              <a:t>）の技術を応用し、プライバシーを保護し</a:t>
            </a:r>
            <a:endParaRPr lang="en-US" sz="920" b="0" u="none" strike="noStrike">
              <a:solidFill>
                <a:srgbClr val="000000"/>
              </a:solidFill>
              <a:effectLst/>
              <a:uFillTx/>
              <a:latin typeface="Times New Roman"/>
            </a:endParaRPr>
          </a:p>
        </p:txBody>
      </p:sp>
      <p:sp>
        <p:nvSpPr>
          <p:cNvPr id="686" name="テキスト ボックス 685"/>
          <p:cNvSpPr txBox="1"/>
          <p:nvPr/>
        </p:nvSpPr>
        <p:spPr>
          <a:xfrm>
            <a:off x="6184080" y="5114520"/>
            <a:ext cx="387324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ながら、全車両が協調して安全性を高め合うセーフティネットを形成しま</a:t>
            </a:r>
            <a:endParaRPr lang="en-US" sz="920" b="0" u="none" strike="noStrike">
              <a:solidFill>
                <a:srgbClr val="000000"/>
              </a:solidFill>
              <a:effectLst/>
              <a:uFillTx/>
              <a:latin typeface="Times New Roman"/>
            </a:endParaRPr>
          </a:p>
        </p:txBody>
      </p:sp>
      <p:sp>
        <p:nvSpPr>
          <p:cNvPr id="687" name="フリーフォーム: 図形 686"/>
          <p:cNvSpPr/>
          <p:nvPr/>
        </p:nvSpPr>
        <p:spPr>
          <a:xfrm>
            <a:off x="417600" y="5790960"/>
            <a:ext cx="4830480" cy="1103400"/>
          </a:xfrm>
          <a:custGeom>
            <a:avLst/>
            <a:gdLst/>
            <a:ahLst/>
            <a:cxnLst/>
            <a:rect l="0" t="0" r="r" b="b"/>
            <a:pathLst>
              <a:path w="13418" h="3065">
                <a:moveTo>
                  <a:pt x="0" y="2880"/>
                </a:moveTo>
                <a:lnTo>
                  <a:pt x="0" y="186"/>
                </a:lnTo>
                <a:cubicBezTo>
                  <a:pt x="0" y="174"/>
                  <a:pt x="1" y="162"/>
                  <a:pt x="3" y="150"/>
                </a:cubicBezTo>
                <a:cubicBezTo>
                  <a:pt x="5" y="138"/>
                  <a:pt x="7" y="126"/>
                  <a:pt x="11" y="115"/>
                </a:cubicBezTo>
                <a:cubicBezTo>
                  <a:pt x="14" y="104"/>
                  <a:pt x="19" y="93"/>
                  <a:pt x="24" y="83"/>
                </a:cubicBezTo>
                <a:cubicBezTo>
                  <a:pt x="29" y="73"/>
                  <a:pt x="34" y="63"/>
                  <a:pt x="41" y="55"/>
                </a:cubicBezTo>
                <a:cubicBezTo>
                  <a:pt x="47" y="46"/>
                  <a:pt x="54" y="38"/>
                  <a:pt x="62" y="31"/>
                </a:cubicBezTo>
                <a:cubicBezTo>
                  <a:pt x="70" y="25"/>
                  <a:pt x="78" y="19"/>
                  <a:pt x="86" y="14"/>
                </a:cubicBezTo>
                <a:cubicBezTo>
                  <a:pt x="95" y="10"/>
                  <a:pt x="103" y="6"/>
                  <a:pt x="112" y="4"/>
                </a:cubicBezTo>
                <a:cubicBezTo>
                  <a:pt x="121" y="1"/>
                  <a:pt x="130" y="0"/>
                  <a:pt x="139" y="0"/>
                </a:cubicBezTo>
                <a:lnTo>
                  <a:pt x="13233" y="0"/>
                </a:lnTo>
                <a:cubicBezTo>
                  <a:pt x="13245" y="0"/>
                  <a:pt x="13257" y="1"/>
                  <a:pt x="13269" y="4"/>
                </a:cubicBezTo>
                <a:cubicBezTo>
                  <a:pt x="13281" y="6"/>
                  <a:pt x="13292" y="10"/>
                  <a:pt x="13304" y="14"/>
                </a:cubicBezTo>
                <a:cubicBezTo>
                  <a:pt x="13315" y="19"/>
                  <a:pt x="13326" y="25"/>
                  <a:pt x="13336" y="31"/>
                </a:cubicBezTo>
                <a:cubicBezTo>
                  <a:pt x="13346" y="38"/>
                  <a:pt x="13355" y="46"/>
                  <a:pt x="13364" y="55"/>
                </a:cubicBezTo>
                <a:cubicBezTo>
                  <a:pt x="13373" y="63"/>
                  <a:pt x="13380" y="73"/>
                  <a:pt x="13387" y="83"/>
                </a:cubicBezTo>
                <a:cubicBezTo>
                  <a:pt x="13394" y="93"/>
                  <a:pt x="13399" y="104"/>
                  <a:pt x="13404" y="115"/>
                </a:cubicBezTo>
                <a:cubicBezTo>
                  <a:pt x="13409" y="126"/>
                  <a:pt x="13412" y="138"/>
                  <a:pt x="13415" y="150"/>
                </a:cubicBezTo>
                <a:cubicBezTo>
                  <a:pt x="13417" y="162"/>
                  <a:pt x="13418" y="174"/>
                  <a:pt x="13418" y="186"/>
                </a:cubicBezTo>
                <a:lnTo>
                  <a:pt x="13418" y="2880"/>
                </a:lnTo>
                <a:cubicBezTo>
                  <a:pt x="13418" y="2892"/>
                  <a:pt x="13417" y="2904"/>
                  <a:pt x="13415" y="2916"/>
                </a:cubicBezTo>
                <a:cubicBezTo>
                  <a:pt x="13412" y="2928"/>
                  <a:pt x="13409" y="2939"/>
                  <a:pt x="13404" y="2951"/>
                </a:cubicBezTo>
                <a:cubicBezTo>
                  <a:pt x="13399" y="2962"/>
                  <a:pt x="13394" y="2973"/>
                  <a:pt x="13387" y="2983"/>
                </a:cubicBezTo>
                <a:cubicBezTo>
                  <a:pt x="13380" y="2993"/>
                  <a:pt x="13373" y="3002"/>
                  <a:pt x="13364" y="3011"/>
                </a:cubicBezTo>
                <a:cubicBezTo>
                  <a:pt x="13355" y="3019"/>
                  <a:pt x="13346" y="3027"/>
                  <a:pt x="13336" y="3034"/>
                </a:cubicBezTo>
                <a:cubicBezTo>
                  <a:pt x="13326" y="3041"/>
                  <a:pt x="13315" y="3046"/>
                  <a:pt x="13304" y="3051"/>
                </a:cubicBezTo>
                <a:cubicBezTo>
                  <a:pt x="13292" y="3056"/>
                  <a:pt x="13281" y="3059"/>
                  <a:pt x="13269" y="3062"/>
                </a:cubicBezTo>
                <a:cubicBezTo>
                  <a:pt x="13257" y="3064"/>
                  <a:pt x="13245" y="3065"/>
                  <a:pt x="13233" y="3065"/>
                </a:cubicBezTo>
                <a:lnTo>
                  <a:pt x="139" y="3065"/>
                </a:lnTo>
                <a:cubicBezTo>
                  <a:pt x="130" y="3065"/>
                  <a:pt x="121" y="3064"/>
                  <a:pt x="112" y="3062"/>
                </a:cubicBezTo>
                <a:cubicBezTo>
                  <a:pt x="103" y="3059"/>
                  <a:pt x="95" y="3056"/>
                  <a:pt x="86" y="3051"/>
                </a:cubicBezTo>
                <a:cubicBezTo>
                  <a:pt x="78" y="3046"/>
                  <a:pt x="70" y="3041"/>
                  <a:pt x="62" y="3034"/>
                </a:cubicBezTo>
                <a:cubicBezTo>
                  <a:pt x="54" y="3027"/>
                  <a:pt x="47" y="3019"/>
                  <a:pt x="41" y="3011"/>
                </a:cubicBezTo>
                <a:cubicBezTo>
                  <a:pt x="34" y="3002"/>
                  <a:pt x="29" y="2993"/>
                  <a:pt x="24" y="2983"/>
                </a:cubicBezTo>
                <a:cubicBezTo>
                  <a:pt x="19" y="2973"/>
                  <a:pt x="14" y="2962"/>
                  <a:pt x="11" y="2951"/>
                </a:cubicBezTo>
                <a:cubicBezTo>
                  <a:pt x="7" y="2939"/>
                  <a:pt x="5" y="2928"/>
                  <a:pt x="3" y="2916"/>
                </a:cubicBezTo>
                <a:cubicBezTo>
                  <a:pt x="1" y="2904"/>
                  <a:pt x="0" y="2892"/>
                  <a:pt x="0" y="2880"/>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88" name="フリーフォーム: 図形 687"/>
          <p:cNvSpPr/>
          <p:nvPr/>
        </p:nvSpPr>
        <p:spPr>
          <a:xfrm>
            <a:off x="401040" y="5790960"/>
            <a:ext cx="66960" cy="1103400"/>
          </a:xfrm>
          <a:custGeom>
            <a:avLst/>
            <a:gdLst/>
            <a:ahLst/>
            <a:cxnLst/>
            <a:rect l="0" t="0" r="r" b="b"/>
            <a:pathLst>
              <a:path w="186" h="3065">
                <a:moveTo>
                  <a:pt x="151" y="14"/>
                </a:moveTo>
                <a:cubicBezTo>
                  <a:pt x="140" y="24"/>
                  <a:pt x="129" y="37"/>
                  <a:pt x="121" y="55"/>
                </a:cubicBezTo>
                <a:cubicBezTo>
                  <a:pt x="112" y="72"/>
                  <a:pt x="105" y="92"/>
                  <a:pt x="101" y="115"/>
                </a:cubicBezTo>
                <a:cubicBezTo>
                  <a:pt x="96" y="138"/>
                  <a:pt x="94" y="161"/>
                  <a:pt x="94" y="186"/>
                </a:cubicBezTo>
                <a:lnTo>
                  <a:pt x="94" y="2880"/>
                </a:lnTo>
                <a:cubicBezTo>
                  <a:pt x="94" y="2904"/>
                  <a:pt x="96" y="2928"/>
                  <a:pt x="101" y="2951"/>
                </a:cubicBezTo>
                <a:cubicBezTo>
                  <a:pt x="105" y="2973"/>
                  <a:pt x="112" y="2993"/>
                  <a:pt x="121" y="3011"/>
                </a:cubicBezTo>
                <a:cubicBezTo>
                  <a:pt x="129" y="3028"/>
                  <a:pt x="140" y="3042"/>
                  <a:pt x="151" y="3051"/>
                </a:cubicBezTo>
                <a:cubicBezTo>
                  <a:pt x="162" y="3061"/>
                  <a:pt x="174" y="3065"/>
                  <a:pt x="186" y="3065"/>
                </a:cubicBezTo>
                <a:cubicBezTo>
                  <a:pt x="162" y="3065"/>
                  <a:pt x="138" y="3061"/>
                  <a:pt x="115" y="3051"/>
                </a:cubicBezTo>
                <a:cubicBezTo>
                  <a:pt x="93" y="3042"/>
                  <a:pt x="72" y="3028"/>
                  <a:pt x="54" y="3011"/>
                </a:cubicBezTo>
                <a:cubicBezTo>
                  <a:pt x="37" y="2993"/>
                  <a:pt x="23" y="2973"/>
                  <a:pt x="14" y="2951"/>
                </a:cubicBezTo>
                <a:cubicBezTo>
                  <a:pt x="4" y="2928"/>
                  <a:pt x="0" y="2904"/>
                  <a:pt x="0" y="2880"/>
                </a:cubicBezTo>
                <a:lnTo>
                  <a:pt x="0" y="186"/>
                </a:lnTo>
                <a:cubicBezTo>
                  <a:pt x="0" y="161"/>
                  <a:pt x="4" y="138"/>
                  <a:pt x="14" y="115"/>
                </a:cubicBezTo>
                <a:cubicBezTo>
                  <a:pt x="23" y="92"/>
                  <a:pt x="37" y="72"/>
                  <a:pt x="54" y="55"/>
                </a:cubicBezTo>
                <a:cubicBezTo>
                  <a:pt x="72" y="37"/>
                  <a:pt x="93" y="24"/>
                  <a:pt x="115" y="14"/>
                </a:cubicBezTo>
                <a:cubicBezTo>
                  <a:pt x="138" y="5"/>
                  <a:pt x="162" y="0"/>
                  <a:pt x="186" y="0"/>
                </a:cubicBezTo>
                <a:cubicBezTo>
                  <a:pt x="174" y="0"/>
                  <a:pt x="162" y="5"/>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89" name="フリーフォーム: 図形 688"/>
          <p:cNvSpPr/>
          <p:nvPr/>
        </p:nvSpPr>
        <p:spPr>
          <a:xfrm>
            <a:off x="601560" y="5958000"/>
            <a:ext cx="426600" cy="401760"/>
          </a:xfrm>
          <a:custGeom>
            <a:avLst/>
            <a:gdLst/>
            <a:ahLst/>
            <a:cxnLst/>
            <a:rect l="0" t="0" r="r" b="b"/>
            <a:pathLst>
              <a:path w="1185" h="1116">
                <a:moveTo>
                  <a:pt x="0" y="558"/>
                </a:moveTo>
                <a:cubicBezTo>
                  <a:pt x="0" y="521"/>
                  <a:pt x="3" y="485"/>
                  <a:pt x="11" y="449"/>
                </a:cubicBezTo>
                <a:cubicBezTo>
                  <a:pt x="18" y="413"/>
                  <a:pt x="28" y="378"/>
                  <a:pt x="42" y="344"/>
                </a:cubicBezTo>
                <a:cubicBezTo>
                  <a:pt x="56" y="311"/>
                  <a:pt x="73" y="278"/>
                  <a:pt x="94" y="248"/>
                </a:cubicBezTo>
                <a:cubicBezTo>
                  <a:pt x="115" y="218"/>
                  <a:pt x="138" y="189"/>
                  <a:pt x="164" y="164"/>
                </a:cubicBezTo>
                <a:cubicBezTo>
                  <a:pt x="190" y="138"/>
                  <a:pt x="218" y="115"/>
                  <a:pt x="248" y="94"/>
                </a:cubicBezTo>
                <a:cubicBezTo>
                  <a:pt x="279" y="74"/>
                  <a:pt x="311" y="57"/>
                  <a:pt x="345" y="43"/>
                </a:cubicBezTo>
                <a:cubicBezTo>
                  <a:pt x="379" y="29"/>
                  <a:pt x="413" y="18"/>
                  <a:pt x="449" y="11"/>
                </a:cubicBezTo>
                <a:cubicBezTo>
                  <a:pt x="485" y="4"/>
                  <a:pt x="521" y="0"/>
                  <a:pt x="558" y="0"/>
                </a:cubicBezTo>
                <a:lnTo>
                  <a:pt x="628" y="0"/>
                </a:lnTo>
                <a:cubicBezTo>
                  <a:pt x="664" y="0"/>
                  <a:pt x="700" y="4"/>
                  <a:pt x="736" y="11"/>
                </a:cubicBezTo>
                <a:cubicBezTo>
                  <a:pt x="772" y="18"/>
                  <a:pt x="807" y="29"/>
                  <a:pt x="841" y="43"/>
                </a:cubicBezTo>
                <a:cubicBezTo>
                  <a:pt x="875" y="57"/>
                  <a:pt x="907" y="74"/>
                  <a:pt x="937" y="94"/>
                </a:cubicBezTo>
                <a:cubicBezTo>
                  <a:pt x="968" y="115"/>
                  <a:pt x="996" y="138"/>
                  <a:pt x="1022" y="164"/>
                </a:cubicBezTo>
                <a:cubicBezTo>
                  <a:pt x="1047" y="189"/>
                  <a:pt x="1070" y="218"/>
                  <a:pt x="1091" y="248"/>
                </a:cubicBezTo>
                <a:cubicBezTo>
                  <a:pt x="1111" y="278"/>
                  <a:pt x="1128" y="311"/>
                  <a:pt x="1142" y="344"/>
                </a:cubicBezTo>
                <a:cubicBezTo>
                  <a:pt x="1156" y="378"/>
                  <a:pt x="1167" y="413"/>
                  <a:pt x="1174" y="449"/>
                </a:cubicBezTo>
                <a:cubicBezTo>
                  <a:pt x="1181" y="485"/>
                  <a:pt x="1185" y="521"/>
                  <a:pt x="1185" y="558"/>
                </a:cubicBezTo>
                <a:cubicBezTo>
                  <a:pt x="1185" y="594"/>
                  <a:pt x="1181" y="630"/>
                  <a:pt x="1174" y="666"/>
                </a:cubicBezTo>
                <a:cubicBezTo>
                  <a:pt x="1167" y="702"/>
                  <a:pt x="1156" y="738"/>
                  <a:pt x="1142" y="772"/>
                </a:cubicBezTo>
                <a:cubicBezTo>
                  <a:pt x="1128" y="806"/>
                  <a:pt x="1111" y="838"/>
                  <a:pt x="1091" y="868"/>
                </a:cubicBezTo>
                <a:cubicBezTo>
                  <a:pt x="1070" y="898"/>
                  <a:pt x="1047" y="927"/>
                  <a:pt x="1022" y="952"/>
                </a:cubicBezTo>
                <a:cubicBezTo>
                  <a:pt x="996" y="978"/>
                  <a:pt x="968" y="1001"/>
                  <a:pt x="937" y="1022"/>
                </a:cubicBezTo>
                <a:cubicBezTo>
                  <a:pt x="907" y="1042"/>
                  <a:pt x="875" y="1059"/>
                  <a:pt x="841" y="1073"/>
                </a:cubicBezTo>
                <a:cubicBezTo>
                  <a:pt x="807" y="1087"/>
                  <a:pt x="772" y="1098"/>
                  <a:pt x="736" y="1105"/>
                </a:cubicBezTo>
                <a:cubicBezTo>
                  <a:pt x="700" y="1112"/>
                  <a:pt x="664" y="1116"/>
                  <a:pt x="628" y="1116"/>
                </a:cubicBezTo>
                <a:lnTo>
                  <a:pt x="558" y="1116"/>
                </a:lnTo>
                <a:cubicBezTo>
                  <a:pt x="521" y="1116"/>
                  <a:pt x="485" y="1112"/>
                  <a:pt x="449" y="1105"/>
                </a:cubicBezTo>
                <a:cubicBezTo>
                  <a:pt x="413" y="1098"/>
                  <a:pt x="379" y="1087"/>
                  <a:pt x="345" y="1073"/>
                </a:cubicBezTo>
                <a:cubicBezTo>
                  <a:pt x="311" y="1059"/>
                  <a:pt x="279" y="1042"/>
                  <a:pt x="248" y="1022"/>
                </a:cubicBezTo>
                <a:cubicBezTo>
                  <a:pt x="218" y="1001"/>
                  <a:pt x="190" y="978"/>
                  <a:pt x="164" y="952"/>
                </a:cubicBezTo>
                <a:cubicBezTo>
                  <a:pt x="138" y="927"/>
                  <a:pt x="115" y="898"/>
                  <a:pt x="94" y="868"/>
                </a:cubicBezTo>
                <a:cubicBezTo>
                  <a:pt x="73" y="838"/>
                  <a:pt x="56" y="806"/>
                  <a:pt x="42" y="772"/>
                </a:cubicBezTo>
                <a:cubicBezTo>
                  <a:pt x="28" y="738"/>
                  <a:pt x="18" y="702"/>
                  <a:pt x="11" y="666"/>
                </a:cubicBezTo>
                <a:cubicBezTo>
                  <a:pt x="3" y="630"/>
                  <a:pt x="0" y="594"/>
                  <a:pt x="0" y="558"/>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690" name="図 689"/>
          <p:cNvPicPr/>
          <p:nvPr/>
        </p:nvPicPr>
        <p:blipFill>
          <a:blip r:embed="rId6"/>
          <a:stretch/>
        </p:blipFill>
        <p:spPr>
          <a:xfrm>
            <a:off x="702000" y="6058440"/>
            <a:ext cx="225360" cy="200160"/>
          </a:xfrm>
          <a:prstGeom prst="rect">
            <a:avLst/>
          </a:prstGeom>
          <a:noFill/>
          <a:ln w="0">
            <a:noFill/>
          </a:ln>
        </p:spPr>
      </p:pic>
      <p:sp>
        <p:nvSpPr>
          <p:cNvPr id="691" name="テキスト ボックス 690"/>
          <p:cNvSpPr txBox="1"/>
          <p:nvPr/>
        </p:nvSpPr>
        <p:spPr>
          <a:xfrm>
            <a:off x="6184080" y="5281560"/>
            <a:ext cx="23544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す。</a:t>
            </a:r>
            <a:endParaRPr lang="en-US" sz="920" b="0" u="none" strike="noStrike">
              <a:solidFill>
                <a:srgbClr val="000000"/>
              </a:solidFill>
              <a:effectLst/>
              <a:uFillTx/>
              <a:latin typeface="Times New Roman"/>
            </a:endParaRPr>
          </a:p>
        </p:txBody>
      </p:sp>
      <p:sp>
        <p:nvSpPr>
          <p:cNvPr id="692" name="テキスト ボックス 691"/>
          <p:cNvSpPr txBox="1"/>
          <p:nvPr/>
        </p:nvSpPr>
        <p:spPr>
          <a:xfrm>
            <a:off x="1161720" y="6002640"/>
            <a:ext cx="755280" cy="219960"/>
          </a:xfrm>
          <a:prstGeom prst="rect">
            <a:avLst/>
          </a:prstGeom>
          <a:noFill/>
          <a:ln w="0">
            <a:noFill/>
          </a:ln>
        </p:spPr>
        <p:txBody>
          <a:bodyPr wrap="none" lIns="0" tIns="0" rIns="0" bIns="0" anchor="t">
            <a:spAutoFit/>
          </a:bodyPr>
          <a:lstStyle/>
          <a:p>
            <a:r>
              <a:rPr lang="zh-CN" sz="1180" b="0" u="none" strike="noStrike">
                <a:solidFill>
                  <a:srgbClr val="FFFFFF"/>
                </a:solidFill>
                <a:effectLst/>
                <a:uFillTx/>
                <a:latin typeface="NotoSansJP"/>
                <a:ea typeface="NotoSansJP"/>
              </a:rPr>
              <a:t>学習の加速</a:t>
            </a:r>
            <a:endParaRPr lang="en-US" sz="1180" b="0" u="none" strike="noStrike">
              <a:solidFill>
                <a:srgbClr val="000000"/>
              </a:solidFill>
              <a:effectLst/>
              <a:uFillTx/>
              <a:latin typeface="Times New Roman"/>
            </a:endParaRPr>
          </a:p>
        </p:txBody>
      </p:sp>
      <p:sp>
        <p:nvSpPr>
          <p:cNvPr id="693" name="テキスト ボックス 692"/>
          <p:cNvSpPr txBox="1"/>
          <p:nvPr/>
        </p:nvSpPr>
        <p:spPr>
          <a:xfrm>
            <a:off x="1161720" y="6251040"/>
            <a:ext cx="387324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個々の車両が単独で学習するよりも遥かに速く、かつ多様な状況への対応</a:t>
            </a:r>
            <a:endParaRPr lang="en-US" sz="920" b="0" u="none" strike="noStrike">
              <a:solidFill>
                <a:srgbClr val="000000"/>
              </a:solidFill>
              <a:effectLst/>
              <a:uFillTx/>
              <a:latin typeface="Times New Roman"/>
            </a:endParaRPr>
          </a:p>
        </p:txBody>
      </p:sp>
      <p:sp>
        <p:nvSpPr>
          <p:cNvPr id="694" name="テキスト ボックス 693"/>
          <p:cNvSpPr txBox="1"/>
          <p:nvPr/>
        </p:nvSpPr>
        <p:spPr>
          <a:xfrm>
            <a:off x="1161720" y="6418080"/>
            <a:ext cx="387324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能力を獲得できます。これにより、未知の状況でも安全性を確保できる頑</a:t>
            </a:r>
            <a:endParaRPr lang="en-US" sz="920" b="0" u="none" strike="noStrike">
              <a:solidFill>
                <a:srgbClr val="000000"/>
              </a:solidFill>
              <a:effectLst/>
              <a:uFillTx/>
              <a:latin typeface="Times New Roman"/>
            </a:endParaRPr>
          </a:p>
        </p:txBody>
      </p:sp>
      <p:sp>
        <p:nvSpPr>
          <p:cNvPr id="695" name="フリーフォーム: 図形 694"/>
          <p:cNvSpPr/>
          <p:nvPr/>
        </p:nvSpPr>
        <p:spPr>
          <a:xfrm>
            <a:off x="5465160" y="5790960"/>
            <a:ext cx="4830480" cy="1103400"/>
          </a:xfrm>
          <a:custGeom>
            <a:avLst/>
            <a:gdLst/>
            <a:ahLst/>
            <a:cxnLst/>
            <a:rect l="0" t="0" r="r" b="b"/>
            <a:pathLst>
              <a:path w="13418" h="3065">
                <a:moveTo>
                  <a:pt x="0" y="2880"/>
                </a:moveTo>
                <a:lnTo>
                  <a:pt x="0" y="186"/>
                </a:lnTo>
                <a:cubicBezTo>
                  <a:pt x="0" y="174"/>
                  <a:pt x="1" y="162"/>
                  <a:pt x="3" y="150"/>
                </a:cubicBezTo>
                <a:cubicBezTo>
                  <a:pt x="4" y="138"/>
                  <a:pt x="7" y="126"/>
                  <a:pt x="10" y="115"/>
                </a:cubicBezTo>
                <a:cubicBezTo>
                  <a:pt x="14" y="104"/>
                  <a:pt x="18" y="93"/>
                  <a:pt x="23" y="83"/>
                </a:cubicBezTo>
                <a:cubicBezTo>
                  <a:pt x="28" y="73"/>
                  <a:pt x="34" y="63"/>
                  <a:pt x="41" y="55"/>
                </a:cubicBezTo>
                <a:cubicBezTo>
                  <a:pt x="47" y="46"/>
                  <a:pt x="54" y="38"/>
                  <a:pt x="62" y="31"/>
                </a:cubicBezTo>
                <a:cubicBezTo>
                  <a:pt x="69" y="25"/>
                  <a:pt x="77" y="19"/>
                  <a:pt x="86" y="14"/>
                </a:cubicBezTo>
                <a:cubicBezTo>
                  <a:pt x="94" y="10"/>
                  <a:pt x="103" y="6"/>
                  <a:pt x="112" y="4"/>
                </a:cubicBezTo>
                <a:cubicBezTo>
                  <a:pt x="121" y="1"/>
                  <a:pt x="130" y="0"/>
                  <a:pt x="139" y="0"/>
                </a:cubicBezTo>
                <a:lnTo>
                  <a:pt x="13232" y="0"/>
                </a:lnTo>
                <a:cubicBezTo>
                  <a:pt x="13244" y="0"/>
                  <a:pt x="13257" y="1"/>
                  <a:pt x="13269" y="4"/>
                </a:cubicBezTo>
                <a:cubicBezTo>
                  <a:pt x="13280" y="6"/>
                  <a:pt x="13292" y="10"/>
                  <a:pt x="13303" y="14"/>
                </a:cubicBezTo>
                <a:cubicBezTo>
                  <a:pt x="13315" y="19"/>
                  <a:pt x="13325" y="25"/>
                  <a:pt x="13335" y="31"/>
                </a:cubicBezTo>
                <a:cubicBezTo>
                  <a:pt x="13346" y="38"/>
                  <a:pt x="13355" y="46"/>
                  <a:pt x="13364" y="55"/>
                </a:cubicBezTo>
                <a:cubicBezTo>
                  <a:pt x="13372" y="63"/>
                  <a:pt x="13380" y="73"/>
                  <a:pt x="13387" y="83"/>
                </a:cubicBezTo>
                <a:cubicBezTo>
                  <a:pt x="13393" y="93"/>
                  <a:pt x="13399" y="104"/>
                  <a:pt x="13404" y="115"/>
                </a:cubicBezTo>
                <a:cubicBezTo>
                  <a:pt x="13409" y="126"/>
                  <a:pt x="13412" y="138"/>
                  <a:pt x="13414" y="150"/>
                </a:cubicBezTo>
                <a:cubicBezTo>
                  <a:pt x="13417" y="162"/>
                  <a:pt x="13418" y="174"/>
                  <a:pt x="13418" y="186"/>
                </a:cubicBezTo>
                <a:lnTo>
                  <a:pt x="13418" y="2880"/>
                </a:lnTo>
                <a:cubicBezTo>
                  <a:pt x="13418" y="2892"/>
                  <a:pt x="13417" y="2904"/>
                  <a:pt x="13414" y="2916"/>
                </a:cubicBezTo>
                <a:cubicBezTo>
                  <a:pt x="13412" y="2928"/>
                  <a:pt x="13409" y="2939"/>
                  <a:pt x="13404" y="2951"/>
                </a:cubicBezTo>
                <a:cubicBezTo>
                  <a:pt x="13399" y="2962"/>
                  <a:pt x="13393" y="2973"/>
                  <a:pt x="13387" y="2983"/>
                </a:cubicBezTo>
                <a:cubicBezTo>
                  <a:pt x="13380" y="2993"/>
                  <a:pt x="13372" y="3002"/>
                  <a:pt x="13364" y="3011"/>
                </a:cubicBezTo>
                <a:cubicBezTo>
                  <a:pt x="13355" y="3019"/>
                  <a:pt x="13346" y="3027"/>
                  <a:pt x="13335" y="3034"/>
                </a:cubicBezTo>
                <a:cubicBezTo>
                  <a:pt x="13325" y="3041"/>
                  <a:pt x="13315" y="3046"/>
                  <a:pt x="13303" y="3051"/>
                </a:cubicBezTo>
                <a:cubicBezTo>
                  <a:pt x="13292" y="3056"/>
                  <a:pt x="13280" y="3059"/>
                  <a:pt x="13269" y="3062"/>
                </a:cubicBezTo>
                <a:cubicBezTo>
                  <a:pt x="13257" y="3064"/>
                  <a:pt x="13244" y="3065"/>
                  <a:pt x="13232" y="3065"/>
                </a:cubicBezTo>
                <a:lnTo>
                  <a:pt x="139" y="3065"/>
                </a:lnTo>
                <a:cubicBezTo>
                  <a:pt x="130" y="3065"/>
                  <a:pt x="121" y="3064"/>
                  <a:pt x="112" y="3062"/>
                </a:cubicBezTo>
                <a:cubicBezTo>
                  <a:pt x="103" y="3059"/>
                  <a:pt x="94" y="3056"/>
                  <a:pt x="86" y="3051"/>
                </a:cubicBezTo>
                <a:cubicBezTo>
                  <a:pt x="77" y="3046"/>
                  <a:pt x="69" y="3041"/>
                  <a:pt x="62" y="3034"/>
                </a:cubicBezTo>
                <a:cubicBezTo>
                  <a:pt x="54" y="3027"/>
                  <a:pt x="47" y="3019"/>
                  <a:pt x="41" y="3011"/>
                </a:cubicBezTo>
                <a:cubicBezTo>
                  <a:pt x="34" y="3002"/>
                  <a:pt x="28" y="2993"/>
                  <a:pt x="23" y="2983"/>
                </a:cubicBezTo>
                <a:cubicBezTo>
                  <a:pt x="18" y="2973"/>
                  <a:pt x="14" y="2962"/>
                  <a:pt x="10" y="2951"/>
                </a:cubicBezTo>
                <a:cubicBezTo>
                  <a:pt x="7" y="2939"/>
                  <a:pt x="4" y="2928"/>
                  <a:pt x="3" y="2916"/>
                </a:cubicBezTo>
                <a:cubicBezTo>
                  <a:pt x="1" y="2904"/>
                  <a:pt x="0" y="2892"/>
                  <a:pt x="0" y="2880"/>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96" name="フリーフォーム: 図形 695"/>
          <p:cNvSpPr/>
          <p:nvPr/>
        </p:nvSpPr>
        <p:spPr>
          <a:xfrm>
            <a:off x="5448240" y="5790960"/>
            <a:ext cx="67320" cy="1103400"/>
          </a:xfrm>
          <a:custGeom>
            <a:avLst/>
            <a:gdLst/>
            <a:ahLst/>
            <a:cxnLst/>
            <a:rect l="0" t="0" r="r" b="b"/>
            <a:pathLst>
              <a:path w="187" h="3065">
                <a:moveTo>
                  <a:pt x="152" y="14"/>
                </a:moveTo>
                <a:cubicBezTo>
                  <a:pt x="140" y="24"/>
                  <a:pt x="130" y="37"/>
                  <a:pt x="120" y="55"/>
                </a:cubicBezTo>
                <a:cubicBezTo>
                  <a:pt x="112" y="72"/>
                  <a:pt x="105" y="92"/>
                  <a:pt x="100" y="115"/>
                </a:cubicBezTo>
                <a:cubicBezTo>
                  <a:pt x="96" y="138"/>
                  <a:pt x="93" y="161"/>
                  <a:pt x="93" y="186"/>
                </a:cubicBezTo>
                <a:lnTo>
                  <a:pt x="93" y="2880"/>
                </a:lnTo>
                <a:cubicBezTo>
                  <a:pt x="93" y="2904"/>
                  <a:pt x="96" y="2928"/>
                  <a:pt x="100" y="2951"/>
                </a:cubicBezTo>
                <a:cubicBezTo>
                  <a:pt x="105" y="2973"/>
                  <a:pt x="112" y="2993"/>
                  <a:pt x="120" y="3011"/>
                </a:cubicBezTo>
                <a:cubicBezTo>
                  <a:pt x="130" y="3028"/>
                  <a:pt x="140" y="3042"/>
                  <a:pt x="152" y="3051"/>
                </a:cubicBezTo>
                <a:cubicBezTo>
                  <a:pt x="163" y="3061"/>
                  <a:pt x="175" y="3065"/>
                  <a:pt x="187" y="3065"/>
                </a:cubicBezTo>
                <a:cubicBezTo>
                  <a:pt x="162" y="3065"/>
                  <a:pt x="139" y="3061"/>
                  <a:pt x="115" y="3051"/>
                </a:cubicBezTo>
                <a:cubicBezTo>
                  <a:pt x="92" y="3042"/>
                  <a:pt x="72" y="3028"/>
                  <a:pt x="55" y="3011"/>
                </a:cubicBezTo>
                <a:cubicBezTo>
                  <a:pt x="37" y="2993"/>
                  <a:pt x="24" y="2973"/>
                  <a:pt x="15" y="2951"/>
                </a:cubicBezTo>
                <a:cubicBezTo>
                  <a:pt x="5" y="2928"/>
                  <a:pt x="0" y="2904"/>
                  <a:pt x="0" y="2880"/>
                </a:cubicBezTo>
                <a:lnTo>
                  <a:pt x="0" y="186"/>
                </a:lnTo>
                <a:cubicBezTo>
                  <a:pt x="0" y="161"/>
                  <a:pt x="5" y="137"/>
                  <a:pt x="15" y="115"/>
                </a:cubicBezTo>
                <a:cubicBezTo>
                  <a:pt x="24" y="92"/>
                  <a:pt x="37" y="72"/>
                  <a:pt x="55" y="55"/>
                </a:cubicBezTo>
                <a:cubicBezTo>
                  <a:pt x="72" y="37"/>
                  <a:pt x="92" y="24"/>
                  <a:pt x="115" y="14"/>
                </a:cubicBezTo>
                <a:cubicBezTo>
                  <a:pt x="139" y="5"/>
                  <a:pt x="162" y="0"/>
                  <a:pt x="187" y="0"/>
                </a:cubicBezTo>
                <a:cubicBezTo>
                  <a:pt x="175" y="0"/>
                  <a:pt x="163" y="5"/>
                  <a:pt x="152"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97" name="フリーフォーム: 図形 696"/>
          <p:cNvSpPr/>
          <p:nvPr/>
        </p:nvSpPr>
        <p:spPr>
          <a:xfrm>
            <a:off x="5649120" y="5958000"/>
            <a:ext cx="451440" cy="401760"/>
          </a:xfrm>
          <a:custGeom>
            <a:avLst/>
            <a:gdLst/>
            <a:ahLst/>
            <a:cxnLst/>
            <a:rect l="0" t="0" r="r" b="b"/>
            <a:pathLst>
              <a:path w="1254" h="1116">
                <a:moveTo>
                  <a:pt x="0" y="558"/>
                </a:moveTo>
                <a:cubicBezTo>
                  <a:pt x="0" y="521"/>
                  <a:pt x="3" y="485"/>
                  <a:pt x="10" y="449"/>
                </a:cubicBezTo>
                <a:cubicBezTo>
                  <a:pt x="17" y="413"/>
                  <a:pt x="28" y="378"/>
                  <a:pt x="42" y="344"/>
                </a:cubicBezTo>
                <a:cubicBezTo>
                  <a:pt x="56" y="311"/>
                  <a:pt x="73" y="278"/>
                  <a:pt x="93" y="248"/>
                </a:cubicBezTo>
                <a:cubicBezTo>
                  <a:pt x="114" y="218"/>
                  <a:pt x="137" y="189"/>
                  <a:pt x="163" y="164"/>
                </a:cubicBezTo>
                <a:cubicBezTo>
                  <a:pt x="189" y="138"/>
                  <a:pt x="217" y="115"/>
                  <a:pt x="247" y="94"/>
                </a:cubicBezTo>
                <a:cubicBezTo>
                  <a:pt x="278" y="74"/>
                  <a:pt x="310" y="57"/>
                  <a:pt x="343" y="43"/>
                </a:cubicBezTo>
                <a:cubicBezTo>
                  <a:pt x="377" y="29"/>
                  <a:pt x="412" y="18"/>
                  <a:pt x="448" y="11"/>
                </a:cubicBezTo>
                <a:cubicBezTo>
                  <a:pt x="484" y="4"/>
                  <a:pt x="520" y="0"/>
                  <a:pt x="557" y="0"/>
                </a:cubicBezTo>
                <a:lnTo>
                  <a:pt x="696" y="0"/>
                </a:lnTo>
                <a:cubicBezTo>
                  <a:pt x="732" y="0"/>
                  <a:pt x="769" y="4"/>
                  <a:pt x="805" y="11"/>
                </a:cubicBezTo>
                <a:cubicBezTo>
                  <a:pt x="840" y="18"/>
                  <a:pt x="875" y="29"/>
                  <a:pt x="909" y="43"/>
                </a:cubicBezTo>
                <a:cubicBezTo>
                  <a:pt x="943" y="57"/>
                  <a:pt x="975" y="74"/>
                  <a:pt x="1005" y="94"/>
                </a:cubicBezTo>
                <a:cubicBezTo>
                  <a:pt x="1036" y="115"/>
                  <a:pt x="1064" y="138"/>
                  <a:pt x="1090" y="164"/>
                </a:cubicBezTo>
                <a:cubicBezTo>
                  <a:pt x="1116" y="189"/>
                  <a:pt x="1139" y="218"/>
                  <a:pt x="1159" y="248"/>
                </a:cubicBezTo>
                <a:cubicBezTo>
                  <a:pt x="1179" y="278"/>
                  <a:pt x="1197" y="311"/>
                  <a:pt x="1211" y="344"/>
                </a:cubicBezTo>
                <a:cubicBezTo>
                  <a:pt x="1226" y="378"/>
                  <a:pt x="1236" y="413"/>
                  <a:pt x="1243" y="449"/>
                </a:cubicBezTo>
                <a:cubicBezTo>
                  <a:pt x="1250" y="485"/>
                  <a:pt x="1254" y="521"/>
                  <a:pt x="1254" y="558"/>
                </a:cubicBezTo>
                <a:cubicBezTo>
                  <a:pt x="1254" y="594"/>
                  <a:pt x="1250" y="630"/>
                  <a:pt x="1243" y="666"/>
                </a:cubicBezTo>
                <a:cubicBezTo>
                  <a:pt x="1236" y="702"/>
                  <a:pt x="1226" y="738"/>
                  <a:pt x="1211" y="772"/>
                </a:cubicBezTo>
                <a:cubicBezTo>
                  <a:pt x="1197" y="806"/>
                  <a:pt x="1179" y="838"/>
                  <a:pt x="1159" y="868"/>
                </a:cubicBezTo>
                <a:cubicBezTo>
                  <a:pt x="1139" y="898"/>
                  <a:pt x="1116" y="927"/>
                  <a:pt x="1090" y="952"/>
                </a:cubicBezTo>
                <a:cubicBezTo>
                  <a:pt x="1064" y="978"/>
                  <a:pt x="1036" y="1001"/>
                  <a:pt x="1005" y="1022"/>
                </a:cubicBezTo>
                <a:cubicBezTo>
                  <a:pt x="975" y="1042"/>
                  <a:pt x="943" y="1059"/>
                  <a:pt x="909" y="1073"/>
                </a:cubicBezTo>
                <a:cubicBezTo>
                  <a:pt x="875" y="1087"/>
                  <a:pt x="840" y="1098"/>
                  <a:pt x="805" y="1105"/>
                </a:cubicBezTo>
                <a:cubicBezTo>
                  <a:pt x="769" y="1112"/>
                  <a:pt x="732" y="1116"/>
                  <a:pt x="696" y="1116"/>
                </a:cubicBezTo>
                <a:lnTo>
                  <a:pt x="557" y="1116"/>
                </a:lnTo>
                <a:cubicBezTo>
                  <a:pt x="520" y="1116"/>
                  <a:pt x="484" y="1112"/>
                  <a:pt x="448" y="1105"/>
                </a:cubicBezTo>
                <a:cubicBezTo>
                  <a:pt x="412" y="1098"/>
                  <a:pt x="377" y="1087"/>
                  <a:pt x="343" y="1073"/>
                </a:cubicBezTo>
                <a:cubicBezTo>
                  <a:pt x="310" y="1059"/>
                  <a:pt x="278" y="1042"/>
                  <a:pt x="247" y="1022"/>
                </a:cubicBezTo>
                <a:cubicBezTo>
                  <a:pt x="217" y="1001"/>
                  <a:pt x="189" y="978"/>
                  <a:pt x="163" y="952"/>
                </a:cubicBezTo>
                <a:cubicBezTo>
                  <a:pt x="137" y="927"/>
                  <a:pt x="114" y="898"/>
                  <a:pt x="93" y="868"/>
                </a:cubicBezTo>
                <a:cubicBezTo>
                  <a:pt x="73" y="838"/>
                  <a:pt x="56" y="806"/>
                  <a:pt x="42" y="772"/>
                </a:cubicBezTo>
                <a:cubicBezTo>
                  <a:pt x="28" y="738"/>
                  <a:pt x="17" y="702"/>
                  <a:pt x="10" y="666"/>
                </a:cubicBezTo>
                <a:cubicBezTo>
                  <a:pt x="3" y="630"/>
                  <a:pt x="0" y="594"/>
                  <a:pt x="0" y="558"/>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698" name="図 697"/>
          <p:cNvPicPr/>
          <p:nvPr/>
        </p:nvPicPr>
        <p:blipFill>
          <a:blip r:embed="rId7"/>
          <a:stretch/>
        </p:blipFill>
        <p:spPr>
          <a:xfrm>
            <a:off x="5749560" y="6058440"/>
            <a:ext cx="250200" cy="200160"/>
          </a:xfrm>
          <a:prstGeom prst="rect">
            <a:avLst/>
          </a:prstGeom>
          <a:noFill/>
          <a:ln w="0">
            <a:noFill/>
          </a:ln>
        </p:spPr>
      </p:pic>
      <p:sp>
        <p:nvSpPr>
          <p:cNvPr id="699" name="テキスト ボックス 698"/>
          <p:cNvSpPr txBox="1"/>
          <p:nvPr/>
        </p:nvSpPr>
        <p:spPr>
          <a:xfrm>
            <a:off x="1161720" y="6585120"/>
            <a:ext cx="123264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健な</a:t>
            </a:r>
            <a:r>
              <a:rPr lang="en-US" sz="920" b="0" u="none" strike="noStrike">
                <a:solidFill>
                  <a:srgbClr val="D1D5DC"/>
                </a:solidFill>
                <a:effectLst/>
                <a:uFillTx/>
                <a:latin typeface="NotoSansJP"/>
                <a:ea typeface="NotoSansJP"/>
              </a:rPr>
              <a:t>AI</a:t>
            </a:r>
            <a:r>
              <a:rPr lang="zh-CN" sz="920" b="0" u="none" strike="noStrike">
                <a:solidFill>
                  <a:srgbClr val="D1D5DC"/>
                </a:solidFill>
                <a:effectLst/>
                <a:uFillTx/>
                <a:latin typeface="NotoSansJP"/>
                <a:ea typeface="NotoSansJP"/>
              </a:rPr>
              <a:t>が実現します。</a:t>
            </a:r>
            <a:endParaRPr lang="en-US" sz="920" b="0" u="none" strike="noStrike">
              <a:solidFill>
                <a:srgbClr val="000000"/>
              </a:solidFill>
              <a:effectLst/>
              <a:uFillTx/>
              <a:latin typeface="Times New Roman"/>
            </a:endParaRPr>
          </a:p>
        </p:txBody>
      </p:sp>
      <p:sp>
        <p:nvSpPr>
          <p:cNvPr id="700" name="テキスト ボックス 699"/>
          <p:cNvSpPr txBox="1"/>
          <p:nvPr/>
        </p:nvSpPr>
        <p:spPr>
          <a:xfrm>
            <a:off x="6234120" y="6002640"/>
            <a:ext cx="1406160" cy="219960"/>
          </a:xfrm>
          <a:prstGeom prst="rect">
            <a:avLst/>
          </a:prstGeom>
          <a:noFill/>
          <a:ln w="0">
            <a:noFill/>
          </a:ln>
        </p:spPr>
        <p:txBody>
          <a:bodyPr wrap="none" lIns="0" tIns="0" rIns="0" bIns="0" anchor="t">
            <a:spAutoFit/>
          </a:bodyPr>
          <a:lstStyle/>
          <a:p>
            <a:r>
              <a:rPr lang="en-US" sz="1180" b="0" u="none" strike="noStrike">
                <a:solidFill>
                  <a:srgbClr val="FFFFFF"/>
                </a:solidFill>
                <a:effectLst/>
                <a:uFillTx/>
                <a:latin typeface="NotoSansJP"/>
                <a:ea typeface="NotoSansJP"/>
              </a:rPr>
              <a:t>OTA</a:t>
            </a:r>
            <a:r>
              <a:rPr lang="zh-CN" sz="1180" b="0" u="none" strike="noStrike">
                <a:solidFill>
                  <a:srgbClr val="FFFFFF"/>
                </a:solidFill>
                <a:effectLst/>
                <a:uFillTx/>
                <a:latin typeface="NotoSansJP"/>
                <a:ea typeface="NotoSansJP"/>
              </a:rPr>
              <a:t>による即時更新</a:t>
            </a:r>
            <a:endParaRPr lang="en-US" sz="1180" b="0" u="none" strike="noStrike">
              <a:solidFill>
                <a:srgbClr val="000000"/>
              </a:solidFill>
              <a:effectLst/>
              <a:uFillTx/>
              <a:latin typeface="Times New Roman"/>
            </a:endParaRPr>
          </a:p>
        </p:txBody>
      </p:sp>
      <p:sp>
        <p:nvSpPr>
          <p:cNvPr id="701" name="テキスト ボックス 700"/>
          <p:cNvSpPr txBox="1"/>
          <p:nvPr/>
        </p:nvSpPr>
        <p:spPr>
          <a:xfrm>
            <a:off x="6234120" y="6251040"/>
            <a:ext cx="400248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クラウド</a:t>
            </a:r>
            <a:r>
              <a:rPr lang="en-US" sz="920" b="0" u="none" strike="noStrike">
                <a:solidFill>
                  <a:srgbClr val="D1D5DC"/>
                </a:solidFill>
                <a:effectLst/>
                <a:uFillTx/>
                <a:latin typeface="NotoSansJP"/>
                <a:ea typeface="NotoSansJP"/>
              </a:rPr>
              <a:t>AI</a:t>
            </a:r>
            <a:r>
              <a:rPr lang="zh-CN" sz="920" b="0" u="none" strike="noStrike">
                <a:solidFill>
                  <a:srgbClr val="D1D5DC"/>
                </a:solidFill>
                <a:effectLst/>
                <a:uFillTx/>
                <a:latin typeface="NotoSansJP"/>
                <a:ea typeface="NotoSansJP"/>
              </a:rPr>
              <a:t>で進化した安全モデルは、</a:t>
            </a:r>
            <a:r>
              <a:rPr lang="en-US" sz="920" b="0" u="none" strike="noStrike">
                <a:solidFill>
                  <a:srgbClr val="D1D5DC"/>
                </a:solidFill>
                <a:effectLst/>
                <a:uFillTx/>
                <a:latin typeface="NotoSansJP"/>
                <a:ea typeface="NotoSansJP"/>
              </a:rPr>
              <a:t>OTA</a:t>
            </a:r>
            <a:r>
              <a:rPr lang="zh-CN" sz="920" b="0" u="none" strike="noStrike">
                <a:solidFill>
                  <a:srgbClr val="D1D5DC"/>
                </a:solidFill>
                <a:effectLst/>
                <a:uFillTx/>
                <a:latin typeface="NotoSansJP"/>
                <a:ea typeface="NotoSansJP"/>
              </a:rPr>
              <a:t>を通じて即座に全車両へ配信。</a:t>
            </a:r>
            <a:endParaRPr lang="en-US" sz="920" b="0" u="none" strike="noStrike">
              <a:solidFill>
                <a:srgbClr val="000000"/>
              </a:solidFill>
              <a:effectLst/>
              <a:uFillTx/>
              <a:latin typeface="Times New Roman"/>
            </a:endParaRPr>
          </a:p>
        </p:txBody>
      </p:sp>
      <p:sp>
        <p:nvSpPr>
          <p:cNvPr id="702" name="テキスト ボックス 701"/>
          <p:cNvSpPr txBox="1"/>
          <p:nvPr/>
        </p:nvSpPr>
        <p:spPr>
          <a:xfrm>
            <a:off x="6234120" y="6418080"/>
            <a:ext cx="387324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常に最新かつ最適な安全システムが維持されます。これにより、新たな危</a:t>
            </a:r>
            <a:endParaRPr lang="en-US" sz="920" b="0" u="none" strike="noStrike">
              <a:solidFill>
                <a:srgbClr val="000000"/>
              </a:solidFill>
              <a:effectLst/>
              <a:uFillTx/>
              <a:latin typeface="Times New Roman"/>
            </a:endParaRPr>
          </a:p>
        </p:txBody>
      </p:sp>
      <p:pic>
        <p:nvPicPr>
          <p:cNvPr id="703" name="図 702"/>
          <p:cNvPicPr/>
          <p:nvPr/>
        </p:nvPicPr>
        <p:blipFill>
          <a:blip r:embed="rId8"/>
          <a:stretch/>
        </p:blipFill>
        <p:spPr>
          <a:xfrm>
            <a:off x="0" y="7562880"/>
            <a:ext cx="7133400" cy="33120"/>
          </a:xfrm>
          <a:prstGeom prst="rect">
            <a:avLst/>
          </a:prstGeom>
          <a:noFill/>
          <a:ln w="0">
            <a:noFill/>
          </a:ln>
        </p:spPr>
      </p:pic>
      <p:sp>
        <p:nvSpPr>
          <p:cNvPr id="704" name="テキスト ボックス 703"/>
          <p:cNvSpPr txBox="1"/>
          <p:nvPr/>
        </p:nvSpPr>
        <p:spPr>
          <a:xfrm>
            <a:off x="6234120" y="6585120"/>
            <a:ext cx="187812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険に対しても迅速に対応できます。</a:t>
            </a:r>
            <a:endParaRPr lang="en-US" sz="920" b="0" u="none" strike="noStrike">
              <a:solidFill>
                <a:srgbClr val="000000"/>
              </a:solidFill>
              <a:effectLst/>
              <a:uFillTx/>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5" name="図 704"/>
          <p:cNvPicPr/>
          <p:nvPr/>
        </p:nvPicPr>
        <p:blipFill>
          <a:blip r:embed="rId2"/>
          <a:stretch/>
        </p:blipFill>
        <p:spPr>
          <a:xfrm>
            <a:off x="0" y="0"/>
            <a:ext cx="10696320" cy="6409080"/>
          </a:xfrm>
          <a:prstGeom prst="rect">
            <a:avLst/>
          </a:prstGeom>
          <a:noFill/>
          <a:ln w="0">
            <a:noFill/>
          </a:ln>
        </p:spPr>
      </p:pic>
      <p:sp>
        <p:nvSpPr>
          <p:cNvPr id="706" name="テキスト ボックス 705"/>
          <p:cNvSpPr txBox="1"/>
          <p:nvPr/>
        </p:nvSpPr>
        <p:spPr>
          <a:xfrm>
            <a:off x="401040" y="410760"/>
            <a:ext cx="7293240" cy="364680"/>
          </a:xfrm>
          <a:prstGeom prst="rect">
            <a:avLst/>
          </a:prstGeom>
          <a:noFill/>
          <a:ln w="0">
            <a:noFill/>
          </a:ln>
        </p:spPr>
        <p:txBody>
          <a:bodyPr wrap="none" lIns="0" tIns="0" rIns="0" bIns="0" anchor="t">
            <a:spAutoFit/>
          </a:bodyPr>
          <a:lstStyle/>
          <a:p>
            <a:r>
              <a:rPr lang="zh-CN" sz="1979" b="0" u="none" strike="noStrike">
                <a:solidFill>
                  <a:srgbClr val="FFFFFF"/>
                </a:solidFill>
                <a:effectLst/>
                <a:uFillTx/>
                <a:latin typeface="NotoSansJP"/>
                <a:ea typeface="NotoSansJP"/>
              </a:rPr>
              <a:t>創造的提案②：</a:t>
            </a:r>
            <a:r>
              <a:rPr lang="zh-CN" sz="1979" b="0" u="none" strike="noStrike">
                <a:solidFill>
                  <a:srgbClr val="FF0000"/>
                </a:solidFill>
                <a:effectLst/>
                <a:uFillTx/>
                <a:latin typeface="NotoSansJP"/>
                <a:ea typeface="NotoSansJP"/>
              </a:rPr>
              <a:t>ニューロモーフィック</a:t>
            </a:r>
            <a:r>
              <a:rPr lang="zh-CN" sz="1979" b="0" u="none" strike="noStrike">
                <a:solidFill>
                  <a:srgbClr val="FFFFFF"/>
                </a:solidFill>
                <a:effectLst/>
                <a:uFillTx/>
                <a:latin typeface="NotoSansJP"/>
                <a:ea typeface="NotoSansJP"/>
              </a:rPr>
              <a:t>コンピューティングによる</a:t>
            </a:r>
            <a:endParaRPr lang="en-US" sz="1979" b="0" u="none" strike="noStrike">
              <a:solidFill>
                <a:srgbClr val="000000"/>
              </a:solidFill>
              <a:effectLst/>
              <a:uFillTx/>
              <a:latin typeface="Times New Roman"/>
            </a:endParaRPr>
          </a:p>
        </p:txBody>
      </p:sp>
      <p:sp>
        <p:nvSpPr>
          <p:cNvPr id="707" name="テキスト ボックス 706"/>
          <p:cNvSpPr txBox="1"/>
          <p:nvPr/>
        </p:nvSpPr>
        <p:spPr>
          <a:xfrm>
            <a:off x="401040" y="728280"/>
            <a:ext cx="3018240" cy="364680"/>
          </a:xfrm>
          <a:prstGeom prst="rect">
            <a:avLst/>
          </a:prstGeom>
          <a:noFill/>
          <a:ln w="0">
            <a:noFill/>
          </a:ln>
        </p:spPr>
        <p:txBody>
          <a:bodyPr wrap="none" lIns="0" tIns="0" rIns="0" bIns="0" anchor="t">
            <a:spAutoFit/>
          </a:bodyPr>
          <a:lstStyle/>
          <a:p>
            <a:r>
              <a:rPr lang="zh-CN" sz="1979" b="0" u="none" strike="noStrike">
                <a:solidFill>
                  <a:srgbClr val="FFFFFF"/>
                </a:solidFill>
                <a:effectLst/>
                <a:uFillTx/>
                <a:latin typeface="NotoSansJP"/>
                <a:ea typeface="NotoSansJP"/>
              </a:rPr>
              <a:t>「超直感型」安全システム</a:t>
            </a:r>
            <a:endParaRPr lang="en-US" sz="1979" b="0" u="none" strike="noStrike">
              <a:solidFill>
                <a:srgbClr val="000000"/>
              </a:solidFill>
              <a:effectLst/>
              <a:uFillTx/>
              <a:latin typeface="Times New Roman"/>
            </a:endParaRPr>
          </a:p>
        </p:txBody>
      </p:sp>
      <p:sp>
        <p:nvSpPr>
          <p:cNvPr id="708" name="フリーフォーム: 図形 707"/>
          <p:cNvSpPr/>
          <p:nvPr/>
        </p:nvSpPr>
        <p:spPr>
          <a:xfrm>
            <a:off x="417600" y="1228320"/>
            <a:ext cx="4797000" cy="1604880"/>
          </a:xfrm>
          <a:custGeom>
            <a:avLst/>
            <a:gdLst/>
            <a:ahLst/>
            <a:cxnLst/>
            <a:rect l="0" t="0" r="r" b="b"/>
            <a:pathLst>
              <a:path w="13325" h="4458">
                <a:moveTo>
                  <a:pt x="0" y="4272"/>
                </a:moveTo>
                <a:lnTo>
                  <a:pt x="0" y="186"/>
                </a:lnTo>
                <a:cubicBezTo>
                  <a:pt x="0" y="173"/>
                  <a:pt x="1" y="161"/>
                  <a:pt x="3" y="149"/>
                </a:cubicBezTo>
                <a:cubicBezTo>
                  <a:pt x="5" y="137"/>
                  <a:pt x="7" y="126"/>
                  <a:pt x="11" y="114"/>
                </a:cubicBezTo>
                <a:cubicBezTo>
                  <a:pt x="14" y="103"/>
                  <a:pt x="19" y="92"/>
                  <a:pt x="24" y="82"/>
                </a:cubicBezTo>
                <a:cubicBezTo>
                  <a:pt x="29" y="72"/>
                  <a:pt x="34" y="63"/>
                  <a:pt x="41" y="54"/>
                </a:cubicBezTo>
                <a:cubicBezTo>
                  <a:pt x="47" y="46"/>
                  <a:pt x="54" y="38"/>
                  <a:pt x="62" y="31"/>
                </a:cubicBezTo>
                <a:cubicBezTo>
                  <a:pt x="70" y="24"/>
                  <a:pt x="78" y="19"/>
                  <a:pt x="86" y="14"/>
                </a:cubicBezTo>
                <a:cubicBezTo>
                  <a:pt x="95" y="9"/>
                  <a:pt x="103" y="6"/>
                  <a:pt x="112" y="3"/>
                </a:cubicBezTo>
                <a:cubicBezTo>
                  <a:pt x="121" y="1"/>
                  <a:pt x="130" y="0"/>
                  <a:pt x="139" y="0"/>
                </a:cubicBezTo>
                <a:lnTo>
                  <a:pt x="13140" y="0"/>
                </a:lnTo>
                <a:cubicBezTo>
                  <a:pt x="13152" y="0"/>
                  <a:pt x="13164" y="1"/>
                  <a:pt x="13176" y="3"/>
                </a:cubicBezTo>
                <a:cubicBezTo>
                  <a:pt x="13188" y="6"/>
                  <a:pt x="13200" y="9"/>
                  <a:pt x="13211" y="14"/>
                </a:cubicBezTo>
                <a:cubicBezTo>
                  <a:pt x="13222" y="19"/>
                  <a:pt x="13233" y="24"/>
                  <a:pt x="13243" y="31"/>
                </a:cubicBezTo>
                <a:cubicBezTo>
                  <a:pt x="13253" y="38"/>
                  <a:pt x="13262" y="46"/>
                  <a:pt x="13271" y="54"/>
                </a:cubicBezTo>
                <a:cubicBezTo>
                  <a:pt x="13280" y="63"/>
                  <a:pt x="13287" y="72"/>
                  <a:pt x="13294" y="82"/>
                </a:cubicBezTo>
                <a:cubicBezTo>
                  <a:pt x="13301" y="92"/>
                  <a:pt x="13307" y="103"/>
                  <a:pt x="13311" y="114"/>
                </a:cubicBezTo>
                <a:cubicBezTo>
                  <a:pt x="13316" y="126"/>
                  <a:pt x="13319" y="137"/>
                  <a:pt x="13322" y="149"/>
                </a:cubicBezTo>
                <a:cubicBezTo>
                  <a:pt x="13324" y="161"/>
                  <a:pt x="13325" y="173"/>
                  <a:pt x="13325" y="186"/>
                </a:cubicBezTo>
                <a:lnTo>
                  <a:pt x="13325" y="4272"/>
                </a:lnTo>
                <a:cubicBezTo>
                  <a:pt x="13325" y="4284"/>
                  <a:pt x="13324" y="4296"/>
                  <a:pt x="13322" y="4308"/>
                </a:cubicBezTo>
                <a:cubicBezTo>
                  <a:pt x="13319" y="4320"/>
                  <a:pt x="13316" y="4332"/>
                  <a:pt x="13311" y="4343"/>
                </a:cubicBezTo>
                <a:cubicBezTo>
                  <a:pt x="13307" y="4354"/>
                  <a:pt x="13301" y="4365"/>
                  <a:pt x="13294" y="4375"/>
                </a:cubicBezTo>
                <a:cubicBezTo>
                  <a:pt x="13287" y="4385"/>
                  <a:pt x="13280" y="4395"/>
                  <a:pt x="13271" y="4403"/>
                </a:cubicBezTo>
                <a:cubicBezTo>
                  <a:pt x="13262" y="4412"/>
                  <a:pt x="13253" y="4420"/>
                  <a:pt x="13243" y="4426"/>
                </a:cubicBezTo>
                <a:cubicBezTo>
                  <a:pt x="13233" y="4433"/>
                  <a:pt x="13222" y="4439"/>
                  <a:pt x="13211" y="4444"/>
                </a:cubicBezTo>
                <a:cubicBezTo>
                  <a:pt x="13200" y="4448"/>
                  <a:pt x="13188" y="4452"/>
                  <a:pt x="13176" y="4454"/>
                </a:cubicBezTo>
                <a:cubicBezTo>
                  <a:pt x="13164" y="4457"/>
                  <a:pt x="13152" y="4458"/>
                  <a:pt x="13140" y="4458"/>
                </a:cubicBezTo>
                <a:lnTo>
                  <a:pt x="139" y="4458"/>
                </a:lnTo>
                <a:cubicBezTo>
                  <a:pt x="130" y="4458"/>
                  <a:pt x="121" y="4457"/>
                  <a:pt x="112" y="4454"/>
                </a:cubicBezTo>
                <a:cubicBezTo>
                  <a:pt x="103" y="4452"/>
                  <a:pt x="95" y="4448"/>
                  <a:pt x="86" y="4444"/>
                </a:cubicBezTo>
                <a:cubicBezTo>
                  <a:pt x="78" y="4439"/>
                  <a:pt x="70" y="4433"/>
                  <a:pt x="62" y="4426"/>
                </a:cubicBezTo>
                <a:cubicBezTo>
                  <a:pt x="54" y="4420"/>
                  <a:pt x="47" y="4412"/>
                  <a:pt x="41" y="4403"/>
                </a:cubicBezTo>
                <a:cubicBezTo>
                  <a:pt x="34" y="4395"/>
                  <a:pt x="29" y="4385"/>
                  <a:pt x="24" y="4375"/>
                </a:cubicBezTo>
                <a:cubicBezTo>
                  <a:pt x="19" y="4365"/>
                  <a:pt x="14" y="4354"/>
                  <a:pt x="11" y="4343"/>
                </a:cubicBezTo>
                <a:cubicBezTo>
                  <a:pt x="7" y="4332"/>
                  <a:pt x="5" y="4320"/>
                  <a:pt x="3" y="4308"/>
                </a:cubicBezTo>
                <a:cubicBezTo>
                  <a:pt x="1" y="4296"/>
                  <a:pt x="0" y="4284"/>
                  <a:pt x="0" y="4272"/>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09" name="フリーフォーム: 図形 708"/>
          <p:cNvSpPr/>
          <p:nvPr/>
        </p:nvSpPr>
        <p:spPr>
          <a:xfrm>
            <a:off x="401040" y="1228320"/>
            <a:ext cx="66960" cy="1604880"/>
          </a:xfrm>
          <a:custGeom>
            <a:avLst/>
            <a:gdLst/>
            <a:ahLst/>
            <a:cxnLst/>
            <a:rect l="0" t="0" r="r" b="b"/>
            <a:pathLst>
              <a:path w="186" h="4458">
                <a:moveTo>
                  <a:pt x="151" y="14"/>
                </a:moveTo>
                <a:cubicBezTo>
                  <a:pt x="140" y="23"/>
                  <a:pt x="129" y="37"/>
                  <a:pt x="121" y="54"/>
                </a:cubicBezTo>
                <a:cubicBezTo>
                  <a:pt x="112" y="72"/>
                  <a:pt x="105" y="92"/>
                  <a:pt x="101" y="114"/>
                </a:cubicBezTo>
                <a:cubicBezTo>
                  <a:pt x="96" y="137"/>
                  <a:pt x="94" y="161"/>
                  <a:pt x="94" y="186"/>
                </a:cubicBezTo>
                <a:lnTo>
                  <a:pt x="94" y="4272"/>
                </a:lnTo>
                <a:cubicBezTo>
                  <a:pt x="94" y="4297"/>
                  <a:pt x="96" y="4320"/>
                  <a:pt x="101" y="4343"/>
                </a:cubicBezTo>
                <a:cubicBezTo>
                  <a:pt x="105" y="4366"/>
                  <a:pt x="112" y="4386"/>
                  <a:pt x="121" y="4403"/>
                </a:cubicBezTo>
                <a:cubicBezTo>
                  <a:pt x="129" y="4421"/>
                  <a:pt x="140" y="4434"/>
                  <a:pt x="151" y="4444"/>
                </a:cubicBezTo>
                <a:cubicBezTo>
                  <a:pt x="162" y="4453"/>
                  <a:pt x="174" y="4458"/>
                  <a:pt x="186" y="4458"/>
                </a:cubicBezTo>
                <a:cubicBezTo>
                  <a:pt x="162" y="4458"/>
                  <a:pt x="138" y="4453"/>
                  <a:pt x="115" y="4444"/>
                </a:cubicBezTo>
                <a:cubicBezTo>
                  <a:pt x="93" y="4434"/>
                  <a:pt x="72" y="4421"/>
                  <a:pt x="54" y="4403"/>
                </a:cubicBezTo>
                <a:cubicBezTo>
                  <a:pt x="37" y="4386"/>
                  <a:pt x="23" y="4366"/>
                  <a:pt x="14" y="4343"/>
                </a:cubicBezTo>
                <a:cubicBezTo>
                  <a:pt x="4" y="4320"/>
                  <a:pt x="0" y="4297"/>
                  <a:pt x="0" y="4272"/>
                </a:cubicBezTo>
                <a:lnTo>
                  <a:pt x="0" y="186"/>
                </a:lnTo>
                <a:cubicBezTo>
                  <a:pt x="0" y="161"/>
                  <a:pt x="4" y="137"/>
                  <a:pt x="14" y="114"/>
                </a:cubicBezTo>
                <a:cubicBezTo>
                  <a:pt x="23" y="92"/>
                  <a:pt x="37" y="72"/>
                  <a:pt x="54" y="54"/>
                </a:cubicBezTo>
                <a:cubicBezTo>
                  <a:pt x="72" y="37"/>
                  <a:pt x="93" y="23"/>
                  <a:pt x="115" y="14"/>
                </a:cubicBezTo>
                <a:cubicBezTo>
                  <a:pt x="138" y="5"/>
                  <a:pt x="162" y="0"/>
                  <a:pt x="186" y="0"/>
                </a:cubicBezTo>
                <a:cubicBezTo>
                  <a:pt x="174" y="0"/>
                  <a:pt x="162" y="5"/>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10" name="図 709"/>
          <p:cNvPicPr/>
          <p:nvPr/>
        </p:nvPicPr>
        <p:blipFill>
          <a:blip r:embed="rId3"/>
          <a:stretch/>
        </p:blipFill>
        <p:spPr>
          <a:xfrm>
            <a:off x="635040" y="1462320"/>
            <a:ext cx="166680" cy="166680"/>
          </a:xfrm>
          <a:prstGeom prst="rect">
            <a:avLst/>
          </a:prstGeom>
          <a:noFill/>
          <a:ln w="0">
            <a:noFill/>
          </a:ln>
        </p:spPr>
      </p:pic>
      <p:sp>
        <p:nvSpPr>
          <p:cNvPr id="711" name="テキスト ボックス 710"/>
          <p:cNvSpPr txBox="1"/>
          <p:nvPr/>
        </p:nvSpPr>
        <p:spPr>
          <a:xfrm>
            <a:off x="9936000" y="660240"/>
            <a:ext cx="413640" cy="13608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14 / 17</a:t>
            </a:r>
            <a:endParaRPr lang="en-US" sz="920" b="0" u="none" strike="noStrike">
              <a:solidFill>
                <a:srgbClr val="000000"/>
              </a:solidFill>
              <a:effectLst/>
              <a:uFillTx/>
              <a:latin typeface="Times New Roman"/>
            </a:endParaRPr>
          </a:p>
        </p:txBody>
      </p:sp>
      <p:sp>
        <p:nvSpPr>
          <p:cNvPr id="712" name="テキスト ボックス 711"/>
          <p:cNvSpPr txBox="1"/>
          <p:nvPr/>
        </p:nvSpPr>
        <p:spPr>
          <a:xfrm>
            <a:off x="902520" y="1457640"/>
            <a:ext cx="150948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システムコンセプト</a:t>
            </a:r>
            <a:endParaRPr lang="en-US" sz="1320" b="0" u="none" strike="noStrike">
              <a:solidFill>
                <a:srgbClr val="000000"/>
              </a:solidFill>
              <a:effectLst/>
              <a:uFillTx/>
              <a:latin typeface="Times New Roman"/>
            </a:endParaRPr>
          </a:p>
        </p:txBody>
      </p:sp>
      <p:sp>
        <p:nvSpPr>
          <p:cNvPr id="713" name="テキスト ボックス 712"/>
          <p:cNvSpPr txBox="1"/>
          <p:nvPr/>
        </p:nvSpPr>
        <p:spPr>
          <a:xfrm>
            <a:off x="635040" y="1797840"/>
            <a:ext cx="43282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人間の脳の仕組みを模倣した「ニューロモーフィックチップ」を車載</a:t>
            </a:r>
            <a:r>
              <a:rPr lang="en-US" sz="1050" b="0" u="none" strike="noStrike">
                <a:solidFill>
                  <a:srgbClr val="D1D5DC"/>
                </a:solidFill>
                <a:effectLst/>
                <a:uFillTx/>
                <a:latin typeface="NotoSansJP"/>
                <a:ea typeface="NotoSansJP"/>
              </a:rPr>
              <a:t>AI</a:t>
            </a:r>
            <a:endParaRPr lang="en-US" sz="1050" b="0" u="none" strike="noStrike">
              <a:solidFill>
                <a:srgbClr val="000000"/>
              </a:solidFill>
              <a:effectLst/>
              <a:uFillTx/>
              <a:latin typeface="Times New Roman"/>
            </a:endParaRPr>
          </a:p>
        </p:txBody>
      </p:sp>
      <p:sp>
        <p:nvSpPr>
          <p:cNvPr id="714" name="テキスト ボックス 713"/>
          <p:cNvSpPr txBox="1"/>
          <p:nvPr/>
        </p:nvSpPr>
        <p:spPr>
          <a:xfrm>
            <a:off x="635040" y="1998360"/>
            <a:ext cx="42922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に搭載。従来のコンピュータアーキテクチャとは異なり、極めて低い消</a:t>
            </a:r>
            <a:endParaRPr lang="en-US" sz="1050" b="0" u="none" strike="noStrike">
              <a:solidFill>
                <a:srgbClr val="000000"/>
              </a:solidFill>
              <a:effectLst/>
              <a:uFillTx/>
              <a:latin typeface="Times New Roman"/>
            </a:endParaRPr>
          </a:p>
        </p:txBody>
      </p:sp>
      <p:pic>
        <p:nvPicPr>
          <p:cNvPr id="715" name="図 714"/>
          <p:cNvPicPr/>
          <p:nvPr/>
        </p:nvPicPr>
        <p:blipFill>
          <a:blip r:embed="rId4"/>
          <a:stretch/>
        </p:blipFill>
        <p:spPr>
          <a:xfrm>
            <a:off x="635040" y="2490120"/>
            <a:ext cx="91440" cy="116640"/>
          </a:xfrm>
          <a:prstGeom prst="rect">
            <a:avLst/>
          </a:prstGeom>
          <a:noFill/>
          <a:ln w="0">
            <a:noFill/>
          </a:ln>
        </p:spPr>
      </p:pic>
      <p:sp>
        <p:nvSpPr>
          <p:cNvPr id="716" name="テキスト ボックス 715"/>
          <p:cNvSpPr txBox="1"/>
          <p:nvPr/>
        </p:nvSpPr>
        <p:spPr>
          <a:xfrm>
            <a:off x="635040" y="2199240"/>
            <a:ext cx="37558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費電力で、リアルタイムかつ並列的な情報処理を実現します。</a:t>
            </a:r>
            <a:endParaRPr lang="en-US" sz="1050" b="0" u="none" strike="noStrike">
              <a:solidFill>
                <a:srgbClr val="000000"/>
              </a:solidFill>
              <a:effectLst/>
              <a:uFillTx/>
              <a:latin typeface="Times New Roman"/>
            </a:endParaRPr>
          </a:p>
        </p:txBody>
      </p:sp>
      <p:sp>
        <p:nvSpPr>
          <p:cNvPr id="717" name="フリーフォーム: 図形 716"/>
          <p:cNvSpPr/>
          <p:nvPr/>
        </p:nvSpPr>
        <p:spPr>
          <a:xfrm>
            <a:off x="417600" y="3033360"/>
            <a:ext cx="4797000" cy="1537920"/>
          </a:xfrm>
          <a:custGeom>
            <a:avLst/>
            <a:gdLst/>
            <a:ahLst/>
            <a:cxnLst/>
            <a:rect l="0" t="0" r="r" b="b"/>
            <a:pathLst>
              <a:path w="13325" h="4272">
                <a:moveTo>
                  <a:pt x="0" y="4086"/>
                </a:moveTo>
                <a:lnTo>
                  <a:pt x="0" y="186"/>
                </a:lnTo>
                <a:cubicBezTo>
                  <a:pt x="0" y="173"/>
                  <a:pt x="1" y="161"/>
                  <a:pt x="3" y="149"/>
                </a:cubicBezTo>
                <a:cubicBezTo>
                  <a:pt x="5" y="137"/>
                  <a:pt x="7" y="126"/>
                  <a:pt x="11" y="114"/>
                </a:cubicBezTo>
                <a:cubicBezTo>
                  <a:pt x="14" y="103"/>
                  <a:pt x="19" y="93"/>
                  <a:pt x="24" y="82"/>
                </a:cubicBezTo>
                <a:cubicBezTo>
                  <a:pt x="29" y="72"/>
                  <a:pt x="34" y="63"/>
                  <a:pt x="41" y="54"/>
                </a:cubicBezTo>
                <a:cubicBezTo>
                  <a:pt x="47" y="46"/>
                  <a:pt x="54" y="38"/>
                  <a:pt x="62" y="31"/>
                </a:cubicBezTo>
                <a:cubicBezTo>
                  <a:pt x="70" y="24"/>
                  <a:pt x="78" y="19"/>
                  <a:pt x="86" y="14"/>
                </a:cubicBezTo>
                <a:cubicBezTo>
                  <a:pt x="95" y="9"/>
                  <a:pt x="103" y="6"/>
                  <a:pt x="112" y="3"/>
                </a:cubicBezTo>
                <a:cubicBezTo>
                  <a:pt x="121" y="1"/>
                  <a:pt x="130" y="0"/>
                  <a:pt x="139" y="0"/>
                </a:cubicBezTo>
                <a:lnTo>
                  <a:pt x="13140" y="0"/>
                </a:lnTo>
                <a:cubicBezTo>
                  <a:pt x="13152" y="0"/>
                  <a:pt x="13164" y="1"/>
                  <a:pt x="13176" y="3"/>
                </a:cubicBezTo>
                <a:cubicBezTo>
                  <a:pt x="13188" y="6"/>
                  <a:pt x="13200" y="9"/>
                  <a:pt x="13211" y="14"/>
                </a:cubicBezTo>
                <a:cubicBezTo>
                  <a:pt x="13222" y="19"/>
                  <a:pt x="13233" y="24"/>
                  <a:pt x="13243" y="31"/>
                </a:cubicBezTo>
                <a:cubicBezTo>
                  <a:pt x="13253" y="38"/>
                  <a:pt x="13262" y="46"/>
                  <a:pt x="13271" y="54"/>
                </a:cubicBezTo>
                <a:cubicBezTo>
                  <a:pt x="13280" y="63"/>
                  <a:pt x="13287" y="72"/>
                  <a:pt x="13294" y="82"/>
                </a:cubicBezTo>
                <a:cubicBezTo>
                  <a:pt x="13301" y="93"/>
                  <a:pt x="13307" y="103"/>
                  <a:pt x="13311" y="114"/>
                </a:cubicBezTo>
                <a:cubicBezTo>
                  <a:pt x="13316" y="126"/>
                  <a:pt x="13319" y="137"/>
                  <a:pt x="13322" y="149"/>
                </a:cubicBezTo>
                <a:cubicBezTo>
                  <a:pt x="13324" y="161"/>
                  <a:pt x="13325" y="173"/>
                  <a:pt x="13325" y="186"/>
                </a:cubicBezTo>
                <a:lnTo>
                  <a:pt x="13325" y="4086"/>
                </a:lnTo>
                <a:cubicBezTo>
                  <a:pt x="13325" y="4099"/>
                  <a:pt x="13324" y="4111"/>
                  <a:pt x="13322" y="4123"/>
                </a:cubicBezTo>
                <a:cubicBezTo>
                  <a:pt x="13319" y="4135"/>
                  <a:pt x="13316" y="4146"/>
                  <a:pt x="13311" y="4157"/>
                </a:cubicBezTo>
                <a:cubicBezTo>
                  <a:pt x="13307" y="4169"/>
                  <a:pt x="13301" y="4179"/>
                  <a:pt x="13294" y="4190"/>
                </a:cubicBezTo>
                <a:cubicBezTo>
                  <a:pt x="13287" y="4200"/>
                  <a:pt x="13280" y="4209"/>
                  <a:pt x="13271" y="4218"/>
                </a:cubicBezTo>
                <a:cubicBezTo>
                  <a:pt x="13262" y="4226"/>
                  <a:pt x="13253" y="4234"/>
                  <a:pt x="13243" y="4241"/>
                </a:cubicBezTo>
                <a:cubicBezTo>
                  <a:pt x="13233" y="4248"/>
                  <a:pt x="13222" y="4253"/>
                  <a:pt x="13211" y="4258"/>
                </a:cubicBezTo>
                <a:cubicBezTo>
                  <a:pt x="13200" y="4263"/>
                  <a:pt x="13188" y="4266"/>
                  <a:pt x="13176" y="4268"/>
                </a:cubicBezTo>
                <a:cubicBezTo>
                  <a:pt x="13164" y="4271"/>
                  <a:pt x="13152" y="4272"/>
                  <a:pt x="13140" y="4272"/>
                </a:cubicBezTo>
                <a:lnTo>
                  <a:pt x="139" y="4272"/>
                </a:lnTo>
                <a:cubicBezTo>
                  <a:pt x="130" y="4272"/>
                  <a:pt x="121" y="4271"/>
                  <a:pt x="112" y="4268"/>
                </a:cubicBezTo>
                <a:cubicBezTo>
                  <a:pt x="103" y="4266"/>
                  <a:pt x="95" y="4263"/>
                  <a:pt x="86" y="4258"/>
                </a:cubicBezTo>
                <a:cubicBezTo>
                  <a:pt x="78" y="4253"/>
                  <a:pt x="70" y="4248"/>
                  <a:pt x="62" y="4241"/>
                </a:cubicBezTo>
                <a:cubicBezTo>
                  <a:pt x="54" y="4234"/>
                  <a:pt x="47" y="4226"/>
                  <a:pt x="41" y="4218"/>
                </a:cubicBezTo>
                <a:cubicBezTo>
                  <a:pt x="34" y="4209"/>
                  <a:pt x="29" y="4200"/>
                  <a:pt x="24" y="4190"/>
                </a:cubicBezTo>
                <a:cubicBezTo>
                  <a:pt x="19" y="4179"/>
                  <a:pt x="14" y="4169"/>
                  <a:pt x="11" y="4157"/>
                </a:cubicBezTo>
                <a:cubicBezTo>
                  <a:pt x="7" y="4146"/>
                  <a:pt x="5" y="4135"/>
                  <a:pt x="3" y="4123"/>
                </a:cubicBezTo>
                <a:cubicBezTo>
                  <a:pt x="1" y="4111"/>
                  <a:pt x="0" y="4099"/>
                  <a:pt x="0" y="4086"/>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18" name="フリーフォーム: 図形 717"/>
          <p:cNvSpPr/>
          <p:nvPr/>
        </p:nvSpPr>
        <p:spPr>
          <a:xfrm>
            <a:off x="401040" y="3033360"/>
            <a:ext cx="66960" cy="1537920"/>
          </a:xfrm>
          <a:custGeom>
            <a:avLst/>
            <a:gdLst/>
            <a:ahLst/>
            <a:cxnLst/>
            <a:rect l="0" t="0" r="r" b="b"/>
            <a:pathLst>
              <a:path w="186" h="4272">
                <a:moveTo>
                  <a:pt x="151" y="14"/>
                </a:moveTo>
                <a:cubicBezTo>
                  <a:pt x="140" y="23"/>
                  <a:pt x="129" y="37"/>
                  <a:pt x="121" y="54"/>
                </a:cubicBezTo>
                <a:cubicBezTo>
                  <a:pt x="112" y="72"/>
                  <a:pt x="105" y="92"/>
                  <a:pt x="101" y="114"/>
                </a:cubicBezTo>
                <a:cubicBezTo>
                  <a:pt x="96" y="137"/>
                  <a:pt x="94" y="161"/>
                  <a:pt x="94" y="186"/>
                </a:cubicBezTo>
                <a:lnTo>
                  <a:pt x="94" y="4086"/>
                </a:lnTo>
                <a:cubicBezTo>
                  <a:pt x="94" y="4111"/>
                  <a:pt x="96" y="4135"/>
                  <a:pt x="101" y="4157"/>
                </a:cubicBezTo>
                <a:cubicBezTo>
                  <a:pt x="105" y="4180"/>
                  <a:pt x="112" y="4200"/>
                  <a:pt x="121" y="4218"/>
                </a:cubicBezTo>
                <a:cubicBezTo>
                  <a:pt x="129" y="4235"/>
                  <a:pt x="140" y="4248"/>
                  <a:pt x="151" y="4258"/>
                </a:cubicBezTo>
                <a:cubicBezTo>
                  <a:pt x="162" y="4267"/>
                  <a:pt x="174" y="4272"/>
                  <a:pt x="186" y="4272"/>
                </a:cubicBezTo>
                <a:cubicBezTo>
                  <a:pt x="162" y="4272"/>
                  <a:pt x="138" y="4267"/>
                  <a:pt x="115" y="4258"/>
                </a:cubicBezTo>
                <a:cubicBezTo>
                  <a:pt x="93" y="4248"/>
                  <a:pt x="72" y="4235"/>
                  <a:pt x="54" y="4218"/>
                </a:cubicBezTo>
                <a:cubicBezTo>
                  <a:pt x="37" y="4200"/>
                  <a:pt x="23" y="4180"/>
                  <a:pt x="14" y="4157"/>
                </a:cubicBezTo>
                <a:cubicBezTo>
                  <a:pt x="4" y="4135"/>
                  <a:pt x="0" y="4111"/>
                  <a:pt x="0" y="4086"/>
                </a:cubicBezTo>
                <a:lnTo>
                  <a:pt x="0" y="186"/>
                </a:lnTo>
                <a:cubicBezTo>
                  <a:pt x="0" y="161"/>
                  <a:pt x="4" y="137"/>
                  <a:pt x="14" y="114"/>
                </a:cubicBezTo>
                <a:cubicBezTo>
                  <a:pt x="23" y="92"/>
                  <a:pt x="37" y="72"/>
                  <a:pt x="54" y="54"/>
                </a:cubicBezTo>
                <a:cubicBezTo>
                  <a:pt x="72" y="37"/>
                  <a:pt x="93" y="23"/>
                  <a:pt x="115" y="14"/>
                </a:cubicBezTo>
                <a:cubicBezTo>
                  <a:pt x="138" y="5"/>
                  <a:pt x="162" y="0"/>
                  <a:pt x="186" y="0"/>
                </a:cubicBezTo>
                <a:cubicBezTo>
                  <a:pt x="174" y="0"/>
                  <a:pt x="162" y="5"/>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19" name="図 718"/>
          <p:cNvPicPr/>
          <p:nvPr/>
        </p:nvPicPr>
        <p:blipFill>
          <a:blip r:embed="rId5"/>
          <a:stretch/>
        </p:blipFill>
        <p:spPr>
          <a:xfrm>
            <a:off x="635040" y="3267360"/>
            <a:ext cx="166680" cy="166680"/>
          </a:xfrm>
          <a:prstGeom prst="rect">
            <a:avLst/>
          </a:prstGeom>
          <a:noFill/>
          <a:ln w="0">
            <a:noFill/>
          </a:ln>
        </p:spPr>
      </p:pic>
      <p:sp>
        <p:nvSpPr>
          <p:cNvPr id="720" name="テキスト ボックス 719"/>
          <p:cNvSpPr txBox="1"/>
          <p:nvPr/>
        </p:nvSpPr>
        <p:spPr>
          <a:xfrm>
            <a:off x="793800" y="2490480"/>
            <a:ext cx="1409040" cy="169560"/>
          </a:xfrm>
          <a:prstGeom prst="rect">
            <a:avLst/>
          </a:prstGeom>
          <a:noFill/>
          <a:ln w="0">
            <a:noFill/>
          </a:ln>
        </p:spPr>
        <p:txBody>
          <a:bodyPr wrap="none" lIns="0" tIns="0" rIns="0" bIns="0" anchor="t">
            <a:spAutoFit/>
          </a:bodyPr>
          <a:lstStyle/>
          <a:p>
            <a:r>
              <a:rPr lang="zh-CN" sz="920" b="0" u="none" strike="noStrike">
                <a:solidFill>
                  <a:srgbClr val="99A1AF"/>
                </a:solidFill>
                <a:effectLst/>
                <a:uFillTx/>
                <a:latin typeface="NotoSansJP"/>
                <a:ea typeface="NotoSansJP"/>
              </a:rPr>
              <a:t>低消費電力‧高速並列処理</a:t>
            </a:r>
            <a:endParaRPr lang="en-US" sz="920" b="0" u="none" strike="noStrike">
              <a:solidFill>
                <a:srgbClr val="000000"/>
              </a:solidFill>
              <a:effectLst/>
              <a:uFillTx/>
              <a:latin typeface="Times New Roman"/>
            </a:endParaRPr>
          </a:p>
        </p:txBody>
      </p:sp>
      <p:pic>
        <p:nvPicPr>
          <p:cNvPr id="721" name="図 720"/>
          <p:cNvPicPr/>
          <p:nvPr/>
        </p:nvPicPr>
        <p:blipFill>
          <a:blip r:embed="rId6"/>
          <a:stretch/>
        </p:blipFill>
        <p:spPr>
          <a:xfrm>
            <a:off x="635040" y="3601800"/>
            <a:ext cx="150120" cy="133200"/>
          </a:xfrm>
          <a:prstGeom prst="rect">
            <a:avLst/>
          </a:prstGeom>
          <a:noFill/>
          <a:ln w="0">
            <a:noFill/>
          </a:ln>
        </p:spPr>
      </p:pic>
      <p:sp>
        <p:nvSpPr>
          <p:cNvPr id="722" name="テキスト ボックス 721"/>
          <p:cNvSpPr txBox="1"/>
          <p:nvPr/>
        </p:nvSpPr>
        <p:spPr>
          <a:xfrm>
            <a:off x="902520" y="3262680"/>
            <a:ext cx="150948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「直感的」認識能力</a:t>
            </a:r>
            <a:endParaRPr lang="en-US" sz="1320" b="0" u="none" strike="noStrike">
              <a:solidFill>
                <a:srgbClr val="000000"/>
              </a:solidFill>
              <a:effectLst/>
              <a:uFillTx/>
              <a:latin typeface="Times New Roman"/>
            </a:endParaRPr>
          </a:p>
        </p:txBody>
      </p:sp>
      <p:pic>
        <p:nvPicPr>
          <p:cNvPr id="723" name="図 722"/>
          <p:cNvPicPr/>
          <p:nvPr/>
        </p:nvPicPr>
        <p:blipFill>
          <a:blip r:embed="rId7"/>
          <a:stretch/>
        </p:blipFill>
        <p:spPr>
          <a:xfrm>
            <a:off x="635040" y="3902400"/>
            <a:ext cx="166680" cy="133200"/>
          </a:xfrm>
          <a:prstGeom prst="rect">
            <a:avLst/>
          </a:prstGeom>
          <a:noFill/>
          <a:ln w="0">
            <a:noFill/>
          </a:ln>
        </p:spPr>
      </p:pic>
      <p:sp>
        <p:nvSpPr>
          <p:cNvPr id="724" name="テキスト ボックス 723"/>
          <p:cNvSpPr txBox="1"/>
          <p:nvPr/>
        </p:nvSpPr>
        <p:spPr>
          <a:xfrm>
            <a:off x="852480" y="3602880"/>
            <a:ext cx="30852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歩行者の微細な表情や視線の動きを瞬時に読み取り</a:t>
            </a:r>
            <a:endParaRPr lang="en-US" sz="1050" b="0" u="none" strike="noStrike">
              <a:solidFill>
                <a:srgbClr val="000000"/>
              </a:solidFill>
              <a:effectLst/>
              <a:uFillTx/>
              <a:latin typeface="Times New Roman"/>
            </a:endParaRPr>
          </a:p>
        </p:txBody>
      </p:sp>
      <p:pic>
        <p:nvPicPr>
          <p:cNvPr id="725" name="図 724"/>
          <p:cNvPicPr/>
          <p:nvPr/>
        </p:nvPicPr>
        <p:blipFill>
          <a:blip r:embed="rId8"/>
          <a:stretch/>
        </p:blipFill>
        <p:spPr>
          <a:xfrm>
            <a:off x="635040" y="4203360"/>
            <a:ext cx="100080" cy="133200"/>
          </a:xfrm>
          <a:prstGeom prst="rect">
            <a:avLst/>
          </a:prstGeom>
          <a:noFill/>
          <a:ln w="0">
            <a:noFill/>
          </a:ln>
        </p:spPr>
      </p:pic>
      <p:sp>
        <p:nvSpPr>
          <p:cNvPr id="726" name="テキスト ボックス 725"/>
          <p:cNvSpPr txBox="1"/>
          <p:nvPr/>
        </p:nvSpPr>
        <p:spPr>
          <a:xfrm>
            <a:off x="869040" y="3903840"/>
            <a:ext cx="26830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集団の雰囲気といった非言語的な情報を解析</a:t>
            </a:r>
            <a:endParaRPr lang="en-US" sz="1050" b="0" u="none" strike="noStrike">
              <a:solidFill>
                <a:srgbClr val="000000"/>
              </a:solidFill>
              <a:effectLst/>
              <a:uFillTx/>
              <a:latin typeface="Times New Roman"/>
            </a:endParaRPr>
          </a:p>
        </p:txBody>
      </p:sp>
      <p:sp>
        <p:nvSpPr>
          <p:cNvPr id="727" name="フリーフォーム: 図形 726"/>
          <p:cNvSpPr/>
          <p:nvPr/>
        </p:nvSpPr>
        <p:spPr>
          <a:xfrm>
            <a:off x="5498640" y="1228320"/>
            <a:ext cx="4797000" cy="2340000"/>
          </a:xfrm>
          <a:custGeom>
            <a:avLst/>
            <a:gdLst/>
            <a:ahLst/>
            <a:cxnLst/>
            <a:rect l="0" t="0" r="r" b="b"/>
            <a:pathLst>
              <a:path w="13325" h="6500">
                <a:moveTo>
                  <a:pt x="0" y="6314"/>
                </a:moveTo>
                <a:lnTo>
                  <a:pt x="0" y="186"/>
                </a:lnTo>
                <a:cubicBezTo>
                  <a:pt x="0" y="173"/>
                  <a:pt x="1" y="161"/>
                  <a:pt x="2" y="149"/>
                </a:cubicBezTo>
                <a:cubicBezTo>
                  <a:pt x="4" y="137"/>
                  <a:pt x="7" y="126"/>
                  <a:pt x="10" y="114"/>
                </a:cubicBezTo>
                <a:cubicBezTo>
                  <a:pt x="14" y="103"/>
                  <a:pt x="18" y="92"/>
                  <a:pt x="23" y="82"/>
                </a:cubicBezTo>
                <a:cubicBezTo>
                  <a:pt x="28" y="72"/>
                  <a:pt x="34" y="63"/>
                  <a:pt x="40" y="54"/>
                </a:cubicBezTo>
                <a:cubicBezTo>
                  <a:pt x="47" y="46"/>
                  <a:pt x="54" y="38"/>
                  <a:pt x="62" y="31"/>
                </a:cubicBezTo>
                <a:cubicBezTo>
                  <a:pt x="69" y="24"/>
                  <a:pt x="77" y="19"/>
                  <a:pt x="86" y="14"/>
                </a:cubicBezTo>
                <a:cubicBezTo>
                  <a:pt x="94" y="9"/>
                  <a:pt x="103" y="6"/>
                  <a:pt x="112" y="3"/>
                </a:cubicBezTo>
                <a:cubicBezTo>
                  <a:pt x="121" y="1"/>
                  <a:pt x="130" y="0"/>
                  <a:pt x="139" y="0"/>
                </a:cubicBezTo>
                <a:lnTo>
                  <a:pt x="13139" y="0"/>
                </a:lnTo>
                <a:cubicBezTo>
                  <a:pt x="13151" y="0"/>
                  <a:pt x="13164" y="1"/>
                  <a:pt x="13176" y="3"/>
                </a:cubicBezTo>
                <a:cubicBezTo>
                  <a:pt x="13187" y="6"/>
                  <a:pt x="13199" y="9"/>
                  <a:pt x="13210" y="14"/>
                </a:cubicBezTo>
                <a:cubicBezTo>
                  <a:pt x="13222" y="19"/>
                  <a:pt x="13232" y="24"/>
                  <a:pt x="13242" y="31"/>
                </a:cubicBezTo>
                <a:cubicBezTo>
                  <a:pt x="13253" y="38"/>
                  <a:pt x="13262" y="46"/>
                  <a:pt x="13271" y="54"/>
                </a:cubicBezTo>
                <a:cubicBezTo>
                  <a:pt x="13279" y="63"/>
                  <a:pt x="13287" y="72"/>
                  <a:pt x="13294" y="82"/>
                </a:cubicBezTo>
                <a:cubicBezTo>
                  <a:pt x="13300" y="92"/>
                  <a:pt x="13306" y="103"/>
                  <a:pt x="13311" y="114"/>
                </a:cubicBezTo>
                <a:cubicBezTo>
                  <a:pt x="13316" y="126"/>
                  <a:pt x="13319" y="137"/>
                  <a:pt x="13321" y="149"/>
                </a:cubicBezTo>
                <a:cubicBezTo>
                  <a:pt x="13324" y="161"/>
                  <a:pt x="13325" y="173"/>
                  <a:pt x="13325" y="186"/>
                </a:cubicBezTo>
                <a:lnTo>
                  <a:pt x="13325" y="6314"/>
                </a:lnTo>
                <a:cubicBezTo>
                  <a:pt x="13325" y="6326"/>
                  <a:pt x="13324" y="6339"/>
                  <a:pt x="13321" y="6351"/>
                </a:cubicBezTo>
                <a:cubicBezTo>
                  <a:pt x="13319" y="6363"/>
                  <a:pt x="13316" y="6375"/>
                  <a:pt x="13311" y="6386"/>
                </a:cubicBezTo>
                <a:cubicBezTo>
                  <a:pt x="13306" y="6397"/>
                  <a:pt x="13300" y="6408"/>
                  <a:pt x="13294" y="6418"/>
                </a:cubicBezTo>
                <a:cubicBezTo>
                  <a:pt x="13287" y="6428"/>
                  <a:pt x="13279" y="6437"/>
                  <a:pt x="13271" y="6446"/>
                </a:cubicBezTo>
                <a:cubicBezTo>
                  <a:pt x="13262" y="6455"/>
                  <a:pt x="13253" y="6462"/>
                  <a:pt x="13242" y="6469"/>
                </a:cubicBezTo>
                <a:cubicBezTo>
                  <a:pt x="13232" y="6476"/>
                  <a:pt x="13222" y="6482"/>
                  <a:pt x="13210" y="6486"/>
                </a:cubicBezTo>
                <a:cubicBezTo>
                  <a:pt x="13199" y="6491"/>
                  <a:pt x="13187" y="6495"/>
                  <a:pt x="13176" y="6497"/>
                </a:cubicBezTo>
                <a:cubicBezTo>
                  <a:pt x="13164" y="6499"/>
                  <a:pt x="13151" y="6500"/>
                  <a:pt x="13139" y="6500"/>
                </a:cubicBezTo>
                <a:lnTo>
                  <a:pt x="139" y="6500"/>
                </a:lnTo>
                <a:cubicBezTo>
                  <a:pt x="130" y="6500"/>
                  <a:pt x="121" y="6499"/>
                  <a:pt x="112" y="6497"/>
                </a:cubicBezTo>
                <a:cubicBezTo>
                  <a:pt x="103" y="6495"/>
                  <a:pt x="94" y="6491"/>
                  <a:pt x="86" y="6486"/>
                </a:cubicBezTo>
                <a:cubicBezTo>
                  <a:pt x="77" y="6482"/>
                  <a:pt x="69" y="6476"/>
                  <a:pt x="62" y="6469"/>
                </a:cubicBezTo>
                <a:cubicBezTo>
                  <a:pt x="54" y="6462"/>
                  <a:pt x="47" y="6455"/>
                  <a:pt x="40" y="6446"/>
                </a:cubicBezTo>
                <a:cubicBezTo>
                  <a:pt x="34" y="6437"/>
                  <a:pt x="28" y="6428"/>
                  <a:pt x="23" y="6418"/>
                </a:cubicBezTo>
                <a:cubicBezTo>
                  <a:pt x="18" y="6408"/>
                  <a:pt x="14" y="6397"/>
                  <a:pt x="10" y="6386"/>
                </a:cubicBezTo>
                <a:cubicBezTo>
                  <a:pt x="7" y="6375"/>
                  <a:pt x="4" y="6363"/>
                  <a:pt x="2" y="6351"/>
                </a:cubicBezTo>
                <a:cubicBezTo>
                  <a:pt x="1" y="6339"/>
                  <a:pt x="0" y="6326"/>
                  <a:pt x="0" y="6314"/>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28" name="フリーフォーム: 図形 727"/>
          <p:cNvSpPr/>
          <p:nvPr/>
        </p:nvSpPr>
        <p:spPr>
          <a:xfrm>
            <a:off x="5481720" y="1228320"/>
            <a:ext cx="67320" cy="2340000"/>
          </a:xfrm>
          <a:custGeom>
            <a:avLst/>
            <a:gdLst/>
            <a:ahLst/>
            <a:cxnLst/>
            <a:rect l="0" t="0" r="r" b="b"/>
            <a:pathLst>
              <a:path w="187" h="6500">
                <a:moveTo>
                  <a:pt x="151" y="14"/>
                </a:moveTo>
                <a:cubicBezTo>
                  <a:pt x="140" y="23"/>
                  <a:pt x="130" y="37"/>
                  <a:pt x="121" y="54"/>
                </a:cubicBezTo>
                <a:cubicBezTo>
                  <a:pt x="113" y="72"/>
                  <a:pt x="106" y="92"/>
                  <a:pt x="101" y="114"/>
                </a:cubicBezTo>
                <a:cubicBezTo>
                  <a:pt x="96" y="137"/>
                  <a:pt x="94" y="161"/>
                  <a:pt x="94" y="186"/>
                </a:cubicBezTo>
                <a:lnTo>
                  <a:pt x="94" y="6314"/>
                </a:lnTo>
                <a:cubicBezTo>
                  <a:pt x="94" y="6339"/>
                  <a:pt x="96" y="6363"/>
                  <a:pt x="101" y="6386"/>
                </a:cubicBezTo>
                <a:cubicBezTo>
                  <a:pt x="106" y="6409"/>
                  <a:pt x="113" y="6429"/>
                  <a:pt x="121" y="6446"/>
                </a:cubicBezTo>
                <a:cubicBezTo>
                  <a:pt x="130" y="6463"/>
                  <a:pt x="140" y="6477"/>
                  <a:pt x="151" y="6486"/>
                </a:cubicBezTo>
                <a:cubicBezTo>
                  <a:pt x="163" y="6496"/>
                  <a:pt x="175" y="6500"/>
                  <a:pt x="187" y="6500"/>
                </a:cubicBezTo>
                <a:cubicBezTo>
                  <a:pt x="162" y="6500"/>
                  <a:pt x="139" y="6496"/>
                  <a:pt x="116" y="6486"/>
                </a:cubicBezTo>
                <a:cubicBezTo>
                  <a:pt x="93" y="6477"/>
                  <a:pt x="73" y="6463"/>
                  <a:pt x="56" y="6446"/>
                </a:cubicBezTo>
                <a:cubicBezTo>
                  <a:pt x="38" y="6429"/>
                  <a:pt x="24" y="6409"/>
                  <a:pt x="14" y="6386"/>
                </a:cubicBezTo>
                <a:cubicBezTo>
                  <a:pt x="5" y="6363"/>
                  <a:pt x="0" y="6339"/>
                  <a:pt x="0" y="6314"/>
                </a:cubicBezTo>
                <a:lnTo>
                  <a:pt x="0" y="185"/>
                </a:lnTo>
                <a:cubicBezTo>
                  <a:pt x="0" y="161"/>
                  <a:pt x="5" y="137"/>
                  <a:pt x="14" y="114"/>
                </a:cubicBezTo>
                <a:cubicBezTo>
                  <a:pt x="24" y="92"/>
                  <a:pt x="38" y="72"/>
                  <a:pt x="56" y="54"/>
                </a:cubicBezTo>
                <a:cubicBezTo>
                  <a:pt x="73" y="37"/>
                  <a:pt x="93" y="23"/>
                  <a:pt x="116" y="14"/>
                </a:cubicBezTo>
                <a:cubicBezTo>
                  <a:pt x="139" y="5"/>
                  <a:pt x="162" y="0"/>
                  <a:pt x="187" y="0"/>
                </a:cubicBezTo>
                <a:cubicBezTo>
                  <a:pt x="175" y="0"/>
                  <a:pt x="163" y="5"/>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29" name="フリーフォーム: 図形 728"/>
          <p:cNvSpPr/>
          <p:nvPr/>
        </p:nvSpPr>
        <p:spPr>
          <a:xfrm>
            <a:off x="5715720" y="2297880"/>
            <a:ext cx="4379400" cy="1069920"/>
          </a:xfrm>
          <a:custGeom>
            <a:avLst/>
            <a:gdLst/>
            <a:ahLst/>
            <a:cxnLst/>
            <a:rect l="0" t="0" r="r" b="b"/>
            <a:pathLst>
              <a:path w="12165" h="2972">
                <a:moveTo>
                  <a:pt x="0" y="2787"/>
                </a:moveTo>
                <a:lnTo>
                  <a:pt x="0" y="186"/>
                </a:lnTo>
                <a:cubicBezTo>
                  <a:pt x="0" y="174"/>
                  <a:pt x="1" y="162"/>
                  <a:pt x="4" y="150"/>
                </a:cubicBezTo>
                <a:cubicBezTo>
                  <a:pt x="6" y="138"/>
                  <a:pt x="10" y="126"/>
                  <a:pt x="14" y="115"/>
                </a:cubicBezTo>
                <a:cubicBezTo>
                  <a:pt x="19" y="103"/>
                  <a:pt x="25" y="93"/>
                  <a:pt x="32" y="83"/>
                </a:cubicBezTo>
                <a:cubicBezTo>
                  <a:pt x="38" y="72"/>
                  <a:pt x="46" y="63"/>
                  <a:pt x="55" y="54"/>
                </a:cubicBezTo>
                <a:cubicBezTo>
                  <a:pt x="63" y="46"/>
                  <a:pt x="73" y="38"/>
                  <a:pt x="83" y="31"/>
                </a:cubicBezTo>
                <a:cubicBezTo>
                  <a:pt x="93" y="25"/>
                  <a:pt x="104" y="19"/>
                  <a:pt x="115" y="14"/>
                </a:cubicBezTo>
                <a:cubicBezTo>
                  <a:pt x="126" y="10"/>
                  <a:pt x="138" y="6"/>
                  <a:pt x="150" y="4"/>
                </a:cubicBezTo>
                <a:cubicBezTo>
                  <a:pt x="162" y="1"/>
                  <a:pt x="174" y="0"/>
                  <a:pt x="186" y="0"/>
                </a:cubicBezTo>
                <a:lnTo>
                  <a:pt x="11979" y="0"/>
                </a:lnTo>
                <a:cubicBezTo>
                  <a:pt x="11991" y="0"/>
                  <a:pt x="12003" y="1"/>
                  <a:pt x="12015" y="4"/>
                </a:cubicBezTo>
                <a:cubicBezTo>
                  <a:pt x="12027" y="6"/>
                  <a:pt x="12039" y="10"/>
                  <a:pt x="12050" y="14"/>
                </a:cubicBezTo>
                <a:cubicBezTo>
                  <a:pt x="12061" y="19"/>
                  <a:pt x="12072" y="25"/>
                  <a:pt x="12082" y="31"/>
                </a:cubicBezTo>
                <a:cubicBezTo>
                  <a:pt x="12092" y="38"/>
                  <a:pt x="12102" y="46"/>
                  <a:pt x="12110" y="54"/>
                </a:cubicBezTo>
                <a:cubicBezTo>
                  <a:pt x="12119" y="63"/>
                  <a:pt x="12127" y="72"/>
                  <a:pt x="12134" y="83"/>
                </a:cubicBezTo>
                <a:cubicBezTo>
                  <a:pt x="12140" y="93"/>
                  <a:pt x="12146" y="103"/>
                  <a:pt x="12151" y="115"/>
                </a:cubicBezTo>
                <a:cubicBezTo>
                  <a:pt x="12155" y="126"/>
                  <a:pt x="12159" y="138"/>
                  <a:pt x="12161" y="150"/>
                </a:cubicBezTo>
                <a:cubicBezTo>
                  <a:pt x="12164" y="162"/>
                  <a:pt x="12165" y="174"/>
                  <a:pt x="12165" y="186"/>
                </a:cubicBezTo>
                <a:lnTo>
                  <a:pt x="12165" y="2787"/>
                </a:lnTo>
                <a:cubicBezTo>
                  <a:pt x="12165" y="2799"/>
                  <a:pt x="12164" y="2811"/>
                  <a:pt x="12161" y="2823"/>
                </a:cubicBezTo>
                <a:cubicBezTo>
                  <a:pt x="12159" y="2835"/>
                  <a:pt x="12155" y="2846"/>
                  <a:pt x="12151" y="2858"/>
                </a:cubicBezTo>
                <a:cubicBezTo>
                  <a:pt x="12146" y="2869"/>
                  <a:pt x="12140" y="2880"/>
                  <a:pt x="12134" y="2890"/>
                </a:cubicBezTo>
                <a:cubicBezTo>
                  <a:pt x="12127" y="2900"/>
                  <a:pt x="12119" y="2909"/>
                  <a:pt x="12110" y="2918"/>
                </a:cubicBezTo>
                <a:cubicBezTo>
                  <a:pt x="12102" y="2927"/>
                  <a:pt x="12092" y="2934"/>
                  <a:pt x="12082" y="2941"/>
                </a:cubicBezTo>
                <a:cubicBezTo>
                  <a:pt x="12072" y="2948"/>
                  <a:pt x="12061" y="2954"/>
                  <a:pt x="12050" y="2958"/>
                </a:cubicBezTo>
                <a:cubicBezTo>
                  <a:pt x="12039" y="2963"/>
                  <a:pt x="12027" y="2966"/>
                  <a:pt x="12015" y="2969"/>
                </a:cubicBezTo>
                <a:cubicBezTo>
                  <a:pt x="12003" y="2971"/>
                  <a:pt x="11991" y="2972"/>
                  <a:pt x="11979" y="2972"/>
                </a:cubicBezTo>
                <a:lnTo>
                  <a:pt x="186" y="2972"/>
                </a:lnTo>
                <a:cubicBezTo>
                  <a:pt x="174" y="2972"/>
                  <a:pt x="162" y="2971"/>
                  <a:pt x="150" y="2969"/>
                </a:cubicBezTo>
                <a:cubicBezTo>
                  <a:pt x="138" y="2966"/>
                  <a:pt x="126" y="2963"/>
                  <a:pt x="115" y="2958"/>
                </a:cubicBezTo>
                <a:cubicBezTo>
                  <a:pt x="104" y="2954"/>
                  <a:pt x="93" y="2948"/>
                  <a:pt x="83" y="2941"/>
                </a:cubicBezTo>
                <a:cubicBezTo>
                  <a:pt x="73" y="2934"/>
                  <a:pt x="63" y="2927"/>
                  <a:pt x="55" y="2918"/>
                </a:cubicBezTo>
                <a:cubicBezTo>
                  <a:pt x="46" y="2909"/>
                  <a:pt x="38" y="2900"/>
                  <a:pt x="32" y="2890"/>
                </a:cubicBezTo>
                <a:cubicBezTo>
                  <a:pt x="25" y="2880"/>
                  <a:pt x="19" y="2869"/>
                  <a:pt x="14" y="2858"/>
                </a:cubicBezTo>
                <a:cubicBezTo>
                  <a:pt x="10" y="2846"/>
                  <a:pt x="6" y="2835"/>
                  <a:pt x="4" y="2823"/>
                </a:cubicBezTo>
                <a:cubicBezTo>
                  <a:pt x="1" y="2811"/>
                  <a:pt x="0" y="2799"/>
                  <a:pt x="0" y="2787"/>
                </a:cubicBezTo>
                <a:close/>
              </a:path>
            </a:pathLst>
          </a:custGeom>
          <a:solidFill>
            <a:srgbClr val="001A33"/>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730" name="図 729"/>
          <p:cNvPicPr/>
          <p:nvPr/>
        </p:nvPicPr>
        <p:blipFill>
          <a:blip r:embed="rId9"/>
          <a:stretch/>
        </p:blipFill>
        <p:spPr>
          <a:xfrm>
            <a:off x="5716080" y="1462320"/>
            <a:ext cx="166680" cy="166680"/>
          </a:xfrm>
          <a:prstGeom prst="rect">
            <a:avLst/>
          </a:prstGeom>
          <a:noFill/>
          <a:ln w="0">
            <a:noFill/>
          </a:ln>
        </p:spPr>
      </p:pic>
      <p:sp>
        <p:nvSpPr>
          <p:cNvPr id="731" name="テキスト ボックス 730"/>
          <p:cNvSpPr txBox="1"/>
          <p:nvPr/>
        </p:nvSpPr>
        <p:spPr>
          <a:xfrm>
            <a:off x="802080" y="4204800"/>
            <a:ext cx="34876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「事故が起きそう」という予感を検知して予測的回避行動</a:t>
            </a:r>
            <a:endParaRPr lang="en-US" sz="1050" b="0" u="none" strike="noStrike">
              <a:solidFill>
                <a:srgbClr val="000000"/>
              </a:solidFill>
              <a:effectLst/>
              <a:uFillTx/>
              <a:latin typeface="Times New Roman"/>
            </a:endParaRPr>
          </a:p>
        </p:txBody>
      </p:sp>
      <p:sp>
        <p:nvSpPr>
          <p:cNvPr id="732" name="テキスト ボックス 731"/>
          <p:cNvSpPr txBox="1"/>
          <p:nvPr/>
        </p:nvSpPr>
        <p:spPr>
          <a:xfrm>
            <a:off x="5983560" y="1457640"/>
            <a:ext cx="117432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安全性への貢献</a:t>
            </a:r>
            <a:endParaRPr lang="en-US" sz="1320" b="0" u="none" strike="noStrike">
              <a:solidFill>
                <a:srgbClr val="000000"/>
              </a:solidFill>
              <a:effectLst/>
              <a:uFillTx/>
              <a:latin typeface="Times New Roman"/>
            </a:endParaRPr>
          </a:p>
        </p:txBody>
      </p:sp>
      <p:sp>
        <p:nvSpPr>
          <p:cNvPr id="733" name="テキスト ボックス 732"/>
          <p:cNvSpPr txBox="1"/>
          <p:nvPr/>
        </p:nvSpPr>
        <p:spPr>
          <a:xfrm>
            <a:off x="5716080" y="1797840"/>
            <a:ext cx="42922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従来のルールベースやパターン認識では対応しきれなかった複雑で曖昧</a:t>
            </a:r>
            <a:endParaRPr lang="en-US" sz="1050" b="0" u="none" strike="noStrike">
              <a:solidFill>
                <a:srgbClr val="000000"/>
              </a:solidFill>
              <a:effectLst/>
              <a:uFillTx/>
              <a:latin typeface="Times New Roman"/>
            </a:endParaRPr>
          </a:p>
        </p:txBody>
      </p:sp>
      <p:sp>
        <p:nvSpPr>
          <p:cNvPr id="734" name="テキスト ボックス 733"/>
          <p:cNvSpPr txBox="1"/>
          <p:nvPr/>
        </p:nvSpPr>
        <p:spPr>
          <a:xfrm>
            <a:off x="5716080" y="1998360"/>
            <a:ext cx="33534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な状況でも、より人間的な危険予測が可能になります。</a:t>
            </a:r>
            <a:endParaRPr lang="en-US" sz="1050" b="0" u="none" strike="noStrike">
              <a:solidFill>
                <a:srgbClr val="000000"/>
              </a:solidFill>
              <a:effectLst/>
              <a:uFillTx/>
              <a:latin typeface="Times New Roman"/>
            </a:endParaRPr>
          </a:p>
        </p:txBody>
      </p:sp>
      <p:sp>
        <p:nvSpPr>
          <p:cNvPr id="735" name="テキスト ボックス 734"/>
          <p:cNvSpPr txBox="1"/>
          <p:nvPr/>
        </p:nvSpPr>
        <p:spPr>
          <a:xfrm>
            <a:off x="5849640" y="2476080"/>
            <a:ext cx="1283040" cy="219960"/>
          </a:xfrm>
          <a:prstGeom prst="rect">
            <a:avLst/>
          </a:prstGeom>
          <a:noFill/>
          <a:ln w="0">
            <a:noFill/>
          </a:ln>
        </p:spPr>
        <p:txBody>
          <a:bodyPr wrap="none" lIns="0" tIns="0" rIns="0" bIns="0" anchor="t">
            <a:spAutoFit/>
          </a:bodyPr>
          <a:lstStyle/>
          <a:p>
            <a:r>
              <a:rPr lang="zh-CN" sz="1180" b="0" u="none" strike="noStrike">
                <a:solidFill>
                  <a:srgbClr val="C0C0C0"/>
                </a:solidFill>
                <a:effectLst/>
                <a:uFillTx/>
                <a:latin typeface="NotoSansJP"/>
                <a:ea typeface="NotoSansJP"/>
              </a:rPr>
              <a:t>従来の</a:t>
            </a:r>
            <a:r>
              <a:rPr lang="en-US" sz="1180" b="0" u="none" strike="noStrike">
                <a:solidFill>
                  <a:srgbClr val="C0C0C0"/>
                </a:solidFill>
                <a:effectLst/>
                <a:uFillTx/>
                <a:latin typeface="NotoSansJP"/>
                <a:ea typeface="NotoSansJP"/>
              </a:rPr>
              <a:t>AI</a:t>
            </a:r>
            <a:r>
              <a:rPr lang="zh-CN" sz="1180" b="0" u="none" strike="noStrike">
                <a:solidFill>
                  <a:srgbClr val="C0C0C0"/>
                </a:solidFill>
                <a:effectLst/>
                <a:uFillTx/>
                <a:latin typeface="NotoSansJP"/>
                <a:ea typeface="NotoSansJP"/>
              </a:rPr>
              <a:t>との比較</a:t>
            </a:r>
            <a:endParaRPr lang="en-US" sz="1180" b="0" u="none" strike="noStrike">
              <a:solidFill>
                <a:srgbClr val="000000"/>
              </a:solidFill>
              <a:effectLst/>
              <a:uFillTx/>
              <a:latin typeface="Times New Roman"/>
            </a:endParaRPr>
          </a:p>
        </p:txBody>
      </p:sp>
      <p:sp>
        <p:nvSpPr>
          <p:cNvPr id="736" name="テキスト ボックス 735"/>
          <p:cNvSpPr txBox="1"/>
          <p:nvPr/>
        </p:nvSpPr>
        <p:spPr>
          <a:xfrm>
            <a:off x="5849640" y="2757600"/>
            <a:ext cx="501480" cy="169560"/>
          </a:xfrm>
          <a:prstGeom prst="rect">
            <a:avLst/>
          </a:prstGeom>
          <a:noFill/>
          <a:ln w="0">
            <a:noFill/>
          </a:ln>
        </p:spPr>
        <p:txBody>
          <a:bodyPr wrap="none" lIns="0" tIns="0" rIns="0" bIns="0" anchor="t">
            <a:spAutoFit/>
          </a:bodyPr>
          <a:lstStyle/>
          <a:p>
            <a:r>
              <a:rPr lang="zh-CN" sz="920" b="0" u="none" strike="noStrike">
                <a:solidFill>
                  <a:srgbClr val="99A1AF"/>
                </a:solidFill>
                <a:effectLst/>
                <a:uFillTx/>
                <a:latin typeface="NotoSansJP"/>
                <a:ea typeface="NotoSansJP"/>
              </a:rPr>
              <a:t>従来型</a:t>
            </a:r>
            <a:r>
              <a:rPr lang="en-US" sz="920" b="0" u="none" strike="noStrike">
                <a:solidFill>
                  <a:srgbClr val="99A1AF"/>
                </a:solidFill>
                <a:effectLst/>
                <a:uFillTx/>
                <a:latin typeface="NotoSansJP"/>
                <a:ea typeface="NotoSansJP"/>
              </a:rPr>
              <a:t>AI</a:t>
            </a:r>
            <a:endParaRPr lang="en-US" sz="920" b="0" u="none" strike="noStrike">
              <a:solidFill>
                <a:srgbClr val="000000"/>
              </a:solidFill>
              <a:effectLst/>
              <a:uFillTx/>
              <a:latin typeface="Times New Roman"/>
            </a:endParaRPr>
          </a:p>
        </p:txBody>
      </p:sp>
      <p:sp>
        <p:nvSpPr>
          <p:cNvPr id="737" name="テキスト ボックス 736"/>
          <p:cNvSpPr txBox="1"/>
          <p:nvPr/>
        </p:nvSpPr>
        <p:spPr>
          <a:xfrm>
            <a:off x="5849640" y="2925000"/>
            <a:ext cx="187812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明確なルールやパターンに基づく認</a:t>
            </a:r>
            <a:endParaRPr lang="en-US" sz="920" b="0" u="none" strike="noStrike">
              <a:solidFill>
                <a:srgbClr val="000000"/>
              </a:solidFill>
              <a:effectLst/>
              <a:uFillTx/>
              <a:latin typeface="Times New Roman"/>
            </a:endParaRPr>
          </a:p>
        </p:txBody>
      </p:sp>
      <p:sp>
        <p:nvSpPr>
          <p:cNvPr id="738" name="テキスト ボックス 737"/>
          <p:cNvSpPr txBox="1"/>
          <p:nvPr/>
        </p:nvSpPr>
        <p:spPr>
          <a:xfrm>
            <a:off x="5849640" y="3092040"/>
            <a:ext cx="47016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識‧判断</a:t>
            </a:r>
            <a:endParaRPr lang="en-US" sz="920" b="0" u="none" strike="noStrike">
              <a:solidFill>
                <a:srgbClr val="000000"/>
              </a:solidFill>
              <a:effectLst/>
              <a:uFillTx/>
              <a:latin typeface="Times New Roman"/>
            </a:endParaRPr>
          </a:p>
        </p:txBody>
      </p:sp>
      <p:sp>
        <p:nvSpPr>
          <p:cNvPr id="739" name="テキスト ボックス 738"/>
          <p:cNvSpPr txBox="1"/>
          <p:nvPr/>
        </p:nvSpPr>
        <p:spPr>
          <a:xfrm>
            <a:off x="7955640" y="2757600"/>
            <a:ext cx="1323000" cy="169560"/>
          </a:xfrm>
          <a:prstGeom prst="rect">
            <a:avLst/>
          </a:prstGeom>
          <a:noFill/>
          <a:ln w="0">
            <a:noFill/>
          </a:ln>
        </p:spPr>
        <p:txBody>
          <a:bodyPr wrap="none" lIns="0" tIns="0" rIns="0" bIns="0" anchor="t">
            <a:spAutoFit/>
          </a:bodyPr>
          <a:lstStyle/>
          <a:p>
            <a:r>
              <a:rPr lang="zh-CN" sz="920" b="0" u="none" strike="noStrike">
                <a:solidFill>
                  <a:srgbClr val="FF0000"/>
                </a:solidFill>
                <a:effectLst/>
                <a:uFillTx/>
                <a:latin typeface="NotoSansJP"/>
                <a:ea typeface="NotoSansJP"/>
              </a:rPr>
              <a:t>ニューロモーフィック</a:t>
            </a:r>
            <a:r>
              <a:rPr lang="en-US" sz="920" b="0" u="none" strike="noStrike">
                <a:solidFill>
                  <a:srgbClr val="FF0000"/>
                </a:solidFill>
                <a:effectLst/>
                <a:uFillTx/>
                <a:latin typeface="NotoSansJP"/>
                <a:ea typeface="NotoSansJP"/>
              </a:rPr>
              <a:t>AI</a:t>
            </a:r>
            <a:endParaRPr lang="en-US" sz="920" b="0" u="none" strike="noStrike">
              <a:solidFill>
                <a:srgbClr val="000000"/>
              </a:solidFill>
              <a:effectLst/>
              <a:uFillTx/>
              <a:latin typeface="Times New Roman"/>
            </a:endParaRPr>
          </a:p>
        </p:txBody>
      </p:sp>
      <p:sp>
        <p:nvSpPr>
          <p:cNvPr id="740" name="フリーフォーム: 図形 739"/>
          <p:cNvSpPr/>
          <p:nvPr/>
        </p:nvSpPr>
        <p:spPr>
          <a:xfrm>
            <a:off x="5498640" y="3768840"/>
            <a:ext cx="4797000" cy="1571400"/>
          </a:xfrm>
          <a:custGeom>
            <a:avLst/>
            <a:gdLst/>
            <a:ahLst/>
            <a:cxnLst/>
            <a:rect l="0" t="0" r="r" b="b"/>
            <a:pathLst>
              <a:path w="13325" h="4365">
                <a:moveTo>
                  <a:pt x="0" y="4179"/>
                </a:moveTo>
                <a:lnTo>
                  <a:pt x="0" y="185"/>
                </a:lnTo>
                <a:cubicBezTo>
                  <a:pt x="0" y="173"/>
                  <a:pt x="1" y="161"/>
                  <a:pt x="2" y="149"/>
                </a:cubicBezTo>
                <a:cubicBezTo>
                  <a:pt x="4" y="137"/>
                  <a:pt x="7" y="125"/>
                  <a:pt x="10" y="114"/>
                </a:cubicBezTo>
                <a:cubicBezTo>
                  <a:pt x="14" y="103"/>
                  <a:pt x="18" y="92"/>
                  <a:pt x="23" y="82"/>
                </a:cubicBezTo>
                <a:cubicBezTo>
                  <a:pt x="28" y="72"/>
                  <a:pt x="34" y="63"/>
                  <a:pt x="40" y="54"/>
                </a:cubicBezTo>
                <a:cubicBezTo>
                  <a:pt x="47" y="45"/>
                  <a:pt x="54" y="38"/>
                  <a:pt x="62" y="31"/>
                </a:cubicBezTo>
                <a:cubicBezTo>
                  <a:pt x="69" y="24"/>
                  <a:pt x="77" y="18"/>
                  <a:pt x="86" y="14"/>
                </a:cubicBezTo>
                <a:cubicBezTo>
                  <a:pt x="94" y="9"/>
                  <a:pt x="103" y="6"/>
                  <a:pt x="112" y="3"/>
                </a:cubicBezTo>
                <a:cubicBezTo>
                  <a:pt x="121" y="1"/>
                  <a:pt x="130" y="0"/>
                  <a:pt x="139" y="0"/>
                </a:cubicBezTo>
                <a:lnTo>
                  <a:pt x="13139" y="0"/>
                </a:lnTo>
                <a:cubicBezTo>
                  <a:pt x="13151" y="0"/>
                  <a:pt x="13164" y="1"/>
                  <a:pt x="13176" y="3"/>
                </a:cubicBezTo>
                <a:cubicBezTo>
                  <a:pt x="13187" y="6"/>
                  <a:pt x="13199" y="9"/>
                  <a:pt x="13210" y="14"/>
                </a:cubicBezTo>
                <a:cubicBezTo>
                  <a:pt x="13222" y="18"/>
                  <a:pt x="13232" y="24"/>
                  <a:pt x="13242" y="31"/>
                </a:cubicBezTo>
                <a:cubicBezTo>
                  <a:pt x="13253" y="38"/>
                  <a:pt x="13262" y="45"/>
                  <a:pt x="13271" y="54"/>
                </a:cubicBezTo>
                <a:cubicBezTo>
                  <a:pt x="13279" y="63"/>
                  <a:pt x="13287" y="72"/>
                  <a:pt x="13294" y="82"/>
                </a:cubicBezTo>
                <a:cubicBezTo>
                  <a:pt x="13300" y="92"/>
                  <a:pt x="13306" y="103"/>
                  <a:pt x="13311" y="114"/>
                </a:cubicBezTo>
                <a:cubicBezTo>
                  <a:pt x="13316" y="125"/>
                  <a:pt x="13319" y="137"/>
                  <a:pt x="13321" y="149"/>
                </a:cubicBezTo>
                <a:cubicBezTo>
                  <a:pt x="13324" y="161"/>
                  <a:pt x="13325" y="173"/>
                  <a:pt x="13325" y="185"/>
                </a:cubicBezTo>
                <a:lnTo>
                  <a:pt x="13325" y="4179"/>
                </a:lnTo>
                <a:cubicBezTo>
                  <a:pt x="13325" y="4191"/>
                  <a:pt x="13324" y="4203"/>
                  <a:pt x="13321" y="4215"/>
                </a:cubicBezTo>
                <a:cubicBezTo>
                  <a:pt x="13319" y="4227"/>
                  <a:pt x="13316" y="4239"/>
                  <a:pt x="13311" y="4250"/>
                </a:cubicBezTo>
                <a:cubicBezTo>
                  <a:pt x="13306" y="4261"/>
                  <a:pt x="13300" y="4272"/>
                  <a:pt x="13294" y="4282"/>
                </a:cubicBezTo>
                <a:cubicBezTo>
                  <a:pt x="13287" y="4292"/>
                  <a:pt x="13279" y="4302"/>
                  <a:pt x="13271" y="4310"/>
                </a:cubicBezTo>
                <a:cubicBezTo>
                  <a:pt x="13262" y="4319"/>
                  <a:pt x="13253" y="4327"/>
                  <a:pt x="13242" y="4333"/>
                </a:cubicBezTo>
                <a:cubicBezTo>
                  <a:pt x="13232" y="4340"/>
                  <a:pt x="13222" y="4346"/>
                  <a:pt x="13210" y="4351"/>
                </a:cubicBezTo>
                <a:cubicBezTo>
                  <a:pt x="13199" y="4355"/>
                  <a:pt x="13187" y="4359"/>
                  <a:pt x="13176" y="4361"/>
                </a:cubicBezTo>
                <a:cubicBezTo>
                  <a:pt x="13164" y="4363"/>
                  <a:pt x="13151" y="4365"/>
                  <a:pt x="13139" y="4365"/>
                </a:cubicBezTo>
                <a:lnTo>
                  <a:pt x="139" y="4365"/>
                </a:lnTo>
                <a:cubicBezTo>
                  <a:pt x="130" y="4365"/>
                  <a:pt x="121" y="4363"/>
                  <a:pt x="112" y="4361"/>
                </a:cubicBezTo>
                <a:cubicBezTo>
                  <a:pt x="103" y="4359"/>
                  <a:pt x="94" y="4355"/>
                  <a:pt x="86" y="4351"/>
                </a:cubicBezTo>
                <a:cubicBezTo>
                  <a:pt x="77" y="4346"/>
                  <a:pt x="69" y="4340"/>
                  <a:pt x="62" y="4333"/>
                </a:cubicBezTo>
                <a:cubicBezTo>
                  <a:pt x="54" y="4327"/>
                  <a:pt x="47" y="4319"/>
                  <a:pt x="40" y="4310"/>
                </a:cubicBezTo>
                <a:cubicBezTo>
                  <a:pt x="34" y="4302"/>
                  <a:pt x="28" y="4292"/>
                  <a:pt x="23" y="4282"/>
                </a:cubicBezTo>
                <a:cubicBezTo>
                  <a:pt x="18" y="4272"/>
                  <a:pt x="14" y="4261"/>
                  <a:pt x="10" y="4250"/>
                </a:cubicBezTo>
                <a:cubicBezTo>
                  <a:pt x="7" y="4239"/>
                  <a:pt x="4" y="4227"/>
                  <a:pt x="2" y="4215"/>
                </a:cubicBezTo>
                <a:cubicBezTo>
                  <a:pt x="1" y="4203"/>
                  <a:pt x="0" y="4191"/>
                  <a:pt x="0" y="4179"/>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41" name="フリーフォーム: 図形 740"/>
          <p:cNvSpPr/>
          <p:nvPr/>
        </p:nvSpPr>
        <p:spPr>
          <a:xfrm>
            <a:off x="5481720" y="3768840"/>
            <a:ext cx="67320" cy="1571400"/>
          </a:xfrm>
          <a:custGeom>
            <a:avLst/>
            <a:gdLst/>
            <a:ahLst/>
            <a:cxnLst/>
            <a:rect l="0" t="0" r="r" b="b"/>
            <a:pathLst>
              <a:path w="187" h="4365">
                <a:moveTo>
                  <a:pt x="151" y="14"/>
                </a:moveTo>
                <a:cubicBezTo>
                  <a:pt x="140" y="23"/>
                  <a:pt x="130" y="37"/>
                  <a:pt x="121" y="54"/>
                </a:cubicBezTo>
                <a:cubicBezTo>
                  <a:pt x="113" y="71"/>
                  <a:pt x="106" y="91"/>
                  <a:pt x="101" y="114"/>
                </a:cubicBezTo>
                <a:cubicBezTo>
                  <a:pt x="96" y="137"/>
                  <a:pt x="94" y="161"/>
                  <a:pt x="94" y="185"/>
                </a:cubicBezTo>
                <a:lnTo>
                  <a:pt x="94" y="4179"/>
                </a:lnTo>
                <a:cubicBezTo>
                  <a:pt x="94" y="4204"/>
                  <a:pt x="96" y="4227"/>
                  <a:pt x="101" y="4250"/>
                </a:cubicBezTo>
                <a:cubicBezTo>
                  <a:pt x="106" y="4273"/>
                  <a:pt x="113" y="4293"/>
                  <a:pt x="121" y="4310"/>
                </a:cubicBezTo>
                <a:cubicBezTo>
                  <a:pt x="130" y="4328"/>
                  <a:pt x="140" y="4341"/>
                  <a:pt x="151" y="4351"/>
                </a:cubicBezTo>
                <a:cubicBezTo>
                  <a:pt x="163" y="4360"/>
                  <a:pt x="175" y="4365"/>
                  <a:pt x="187" y="4365"/>
                </a:cubicBezTo>
                <a:cubicBezTo>
                  <a:pt x="162" y="4365"/>
                  <a:pt x="139" y="4360"/>
                  <a:pt x="116" y="4351"/>
                </a:cubicBezTo>
                <a:cubicBezTo>
                  <a:pt x="93" y="4341"/>
                  <a:pt x="73" y="4328"/>
                  <a:pt x="56" y="4310"/>
                </a:cubicBezTo>
                <a:cubicBezTo>
                  <a:pt x="38" y="4293"/>
                  <a:pt x="24" y="4273"/>
                  <a:pt x="14" y="4250"/>
                </a:cubicBezTo>
                <a:cubicBezTo>
                  <a:pt x="5" y="4227"/>
                  <a:pt x="0" y="4204"/>
                  <a:pt x="0" y="4179"/>
                </a:cubicBezTo>
                <a:lnTo>
                  <a:pt x="0" y="185"/>
                </a:lnTo>
                <a:cubicBezTo>
                  <a:pt x="0" y="161"/>
                  <a:pt x="5" y="137"/>
                  <a:pt x="14" y="114"/>
                </a:cubicBezTo>
                <a:cubicBezTo>
                  <a:pt x="24" y="91"/>
                  <a:pt x="38" y="71"/>
                  <a:pt x="56" y="54"/>
                </a:cubicBezTo>
                <a:cubicBezTo>
                  <a:pt x="73" y="37"/>
                  <a:pt x="93" y="23"/>
                  <a:pt x="116" y="14"/>
                </a:cubicBezTo>
                <a:cubicBezTo>
                  <a:pt x="139" y="4"/>
                  <a:pt x="162" y="0"/>
                  <a:pt x="187" y="0"/>
                </a:cubicBezTo>
                <a:cubicBezTo>
                  <a:pt x="175" y="0"/>
                  <a:pt x="163" y="4"/>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42" name="図 741"/>
          <p:cNvPicPr/>
          <p:nvPr/>
        </p:nvPicPr>
        <p:blipFill>
          <a:blip r:embed="rId10"/>
          <a:stretch/>
        </p:blipFill>
        <p:spPr>
          <a:xfrm>
            <a:off x="5716080" y="4002840"/>
            <a:ext cx="208440" cy="166680"/>
          </a:xfrm>
          <a:prstGeom prst="rect">
            <a:avLst/>
          </a:prstGeom>
          <a:noFill/>
          <a:ln w="0">
            <a:noFill/>
          </a:ln>
        </p:spPr>
      </p:pic>
      <p:sp>
        <p:nvSpPr>
          <p:cNvPr id="743" name="テキスト ボックス 742"/>
          <p:cNvSpPr txBox="1"/>
          <p:nvPr/>
        </p:nvSpPr>
        <p:spPr>
          <a:xfrm>
            <a:off x="7955640" y="2925000"/>
            <a:ext cx="187812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曖昧さを含む状況の「直感的」把握</a:t>
            </a:r>
            <a:endParaRPr lang="en-US" sz="920" b="0" u="none" strike="noStrike">
              <a:solidFill>
                <a:srgbClr val="000000"/>
              </a:solidFill>
              <a:effectLst/>
              <a:uFillTx/>
              <a:latin typeface="Times New Roman"/>
            </a:endParaRPr>
          </a:p>
        </p:txBody>
      </p:sp>
      <p:sp>
        <p:nvSpPr>
          <p:cNvPr id="744" name="フリーフォーム: 図形 743"/>
          <p:cNvSpPr/>
          <p:nvPr/>
        </p:nvSpPr>
        <p:spPr>
          <a:xfrm>
            <a:off x="5715720" y="4303440"/>
            <a:ext cx="251280" cy="334800"/>
          </a:xfrm>
          <a:custGeom>
            <a:avLst/>
            <a:gdLst/>
            <a:ahLst/>
            <a:cxnLst/>
            <a:rect l="0" t="0" r="r" b="b"/>
            <a:pathLst>
              <a:path w="698" h="930">
                <a:moveTo>
                  <a:pt x="0" y="582"/>
                </a:moveTo>
                <a:lnTo>
                  <a:pt x="0" y="348"/>
                </a:lnTo>
                <a:cubicBezTo>
                  <a:pt x="0" y="326"/>
                  <a:pt x="2" y="303"/>
                  <a:pt x="7" y="280"/>
                </a:cubicBezTo>
                <a:cubicBezTo>
                  <a:pt x="11" y="258"/>
                  <a:pt x="18" y="236"/>
                  <a:pt x="27" y="215"/>
                </a:cubicBezTo>
                <a:cubicBezTo>
                  <a:pt x="35" y="194"/>
                  <a:pt x="46" y="174"/>
                  <a:pt x="59" y="155"/>
                </a:cubicBezTo>
                <a:cubicBezTo>
                  <a:pt x="72" y="136"/>
                  <a:pt x="86" y="118"/>
                  <a:pt x="102" y="102"/>
                </a:cubicBezTo>
                <a:cubicBezTo>
                  <a:pt x="118" y="86"/>
                  <a:pt x="136" y="72"/>
                  <a:pt x="155" y="59"/>
                </a:cubicBezTo>
                <a:cubicBezTo>
                  <a:pt x="174" y="46"/>
                  <a:pt x="194" y="35"/>
                  <a:pt x="215" y="27"/>
                </a:cubicBezTo>
                <a:cubicBezTo>
                  <a:pt x="236" y="18"/>
                  <a:pt x="258" y="11"/>
                  <a:pt x="280" y="7"/>
                </a:cubicBezTo>
                <a:cubicBezTo>
                  <a:pt x="303" y="2"/>
                  <a:pt x="326" y="0"/>
                  <a:pt x="348" y="0"/>
                </a:cubicBezTo>
                <a:cubicBezTo>
                  <a:pt x="371" y="0"/>
                  <a:pt x="394" y="2"/>
                  <a:pt x="416" y="7"/>
                </a:cubicBezTo>
                <a:cubicBezTo>
                  <a:pt x="439" y="11"/>
                  <a:pt x="461" y="18"/>
                  <a:pt x="483" y="27"/>
                </a:cubicBezTo>
                <a:cubicBezTo>
                  <a:pt x="504" y="35"/>
                  <a:pt x="524" y="46"/>
                  <a:pt x="543" y="59"/>
                </a:cubicBezTo>
                <a:cubicBezTo>
                  <a:pt x="562" y="72"/>
                  <a:pt x="579" y="86"/>
                  <a:pt x="596" y="102"/>
                </a:cubicBezTo>
                <a:cubicBezTo>
                  <a:pt x="612" y="118"/>
                  <a:pt x="626" y="136"/>
                  <a:pt x="639" y="155"/>
                </a:cubicBezTo>
                <a:cubicBezTo>
                  <a:pt x="652" y="174"/>
                  <a:pt x="662" y="194"/>
                  <a:pt x="671" y="215"/>
                </a:cubicBezTo>
                <a:cubicBezTo>
                  <a:pt x="680" y="236"/>
                  <a:pt x="686" y="258"/>
                  <a:pt x="691" y="280"/>
                </a:cubicBezTo>
                <a:cubicBezTo>
                  <a:pt x="695" y="303"/>
                  <a:pt x="698" y="326"/>
                  <a:pt x="698" y="348"/>
                </a:cubicBezTo>
                <a:lnTo>
                  <a:pt x="698" y="582"/>
                </a:lnTo>
                <a:cubicBezTo>
                  <a:pt x="698" y="604"/>
                  <a:pt x="695" y="627"/>
                  <a:pt x="691" y="649"/>
                </a:cubicBezTo>
                <a:cubicBezTo>
                  <a:pt x="686" y="672"/>
                  <a:pt x="680" y="694"/>
                  <a:pt x="671" y="715"/>
                </a:cubicBezTo>
                <a:cubicBezTo>
                  <a:pt x="662" y="736"/>
                  <a:pt x="652" y="756"/>
                  <a:pt x="639" y="775"/>
                </a:cubicBezTo>
                <a:cubicBezTo>
                  <a:pt x="626" y="794"/>
                  <a:pt x="612" y="812"/>
                  <a:pt x="596" y="828"/>
                </a:cubicBezTo>
                <a:cubicBezTo>
                  <a:pt x="579" y="844"/>
                  <a:pt x="562" y="858"/>
                  <a:pt x="543" y="871"/>
                </a:cubicBezTo>
                <a:cubicBezTo>
                  <a:pt x="524" y="884"/>
                  <a:pt x="504" y="894"/>
                  <a:pt x="483" y="903"/>
                </a:cubicBezTo>
                <a:cubicBezTo>
                  <a:pt x="461" y="912"/>
                  <a:pt x="439" y="919"/>
                  <a:pt x="416" y="923"/>
                </a:cubicBezTo>
                <a:cubicBezTo>
                  <a:pt x="394" y="928"/>
                  <a:pt x="371" y="930"/>
                  <a:pt x="348" y="930"/>
                </a:cubicBezTo>
                <a:cubicBezTo>
                  <a:pt x="326" y="930"/>
                  <a:pt x="303" y="928"/>
                  <a:pt x="280" y="923"/>
                </a:cubicBezTo>
                <a:cubicBezTo>
                  <a:pt x="258" y="919"/>
                  <a:pt x="236" y="912"/>
                  <a:pt x="215" y="903"/>
                </a:cubicBezTo>
                <a:cubicBezTo>
                  <a:pt x="194" y="894"/>
                  <a:pt x="174" y="884"/>
                  <a:pt x="155" y="871"/>
                </a:cubicBezTo>
                <a:cubicBezTo>
                  <a:pt x="136" y="858"/>
                  <a:pt x="118" y="844"/>
                  <a:pt x="102" y="828"/>
                </a:cubicBezTo>
                <a:cubicBezTo>
                  <a:pt x="86" y="812"/>
                  <a:pt x="72" y="794"/>
                  <a:pt x="59" y="775"/>
                </a:cubicBezTo>
                <a:cubicBezTo>
                  <a:pt x="46" y="756"/>
                  <a:pt x="35" y="736"/>
                  <a:pt x="27" y="715"/>
                </a:cubicBezTo>
                <a:cubicBezTo>
                  <a:pt x="18" y="694"/>
                  <a:pt x="11" y="672"/>
                  <a:pt x="7" y="649"/>
                </a:cubicBezTo>
                <a:cubicBezTo>
                  <a:pt x="2" y="627"/>
                  <a:pt x="0" y="604"/>
                  <a:pt x="0" y="582"/>
                </a:cubicBez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745" name="図 744"/>
          <p:cNvPicPr/>
          <p:nvPr/>
        </p:nvPicPr>
        <p:blipFill>
          <a:blip r:embed="rId11"/>
          <a:stretch/>
        </p:blipFill>
        <p:spPr>
          <a:xfrm>
            <a:off x="5782680" y="4412160"/>
            <a:ext cx="116640" cy="133200"/>
          </a:xfrm>
          <a:prstGeom prst="rect">
            <a:avLst/>
          </a:prstGeom>
          <a:noFill/>
          <a:ln w="0">
            <a:noFill/>
          </a:ln>
        </p:spPr>
      </p:pic>
      <p:sp>
        <p:nvSpPr>
          <p:cNvPr id="746" name="テキスト ボックス 745"/>
          <p:cNvSpPr txBox="1"/>
          <p:nvPr/>
        </p:nvSpPr>
        <p:spPr>
          <a:xfrm>
            <a:off x="6025320" y="3998160"/>
            <a:ext cx="100656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応用シナリオ</a:t>
            </a:r>
            <a:endParaRPr lang="en-US" sz="1320" b="0" u="none" strike="noStrike">
              <a:solidFill>
                <a:srgbClr val="000000"/>
              </a:solidFill>
              <a:effectLst/>
              <a:uFillTx/>
              <a:latin typeface="Times New Roman"/>
            </a:endParaRPr>
          </a:p>
        </p:txBody>
      </p:sp>
      <p:sp>
        <p:nvSpPr>
          <p:cNvPr id="747" name="テキスト ボックス 746"/>
          <p:cNvSpPr txBox="1"/>
          <p:nvPr/>
        </p:nvSpPr>
        <p:spPr>
          <a:xfrm>
            <a:off x="6067080" y="4338360"/>
            <a:ext cx="13417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子どもの飛び出し予測</a:t>
            </a:r>
            <a:endParaRPr lang="en-US" sz="1050" b="0" u="none" strike="noStrike">
              <a:solidFill>
                <a:srgbClr val="000000"/>
              </a:solidFill>
              <a:effectLst/>
              <a:uFillTx/>
              <a:latin typeface="Times New Roman"/>
            </a:endParaRPr>
          </a:p>
        </p:txBody>
      </p:sp>
      <p:sp>
        <p:nvSpPr>
          <p:cNvPr id="748" name="フリーフォーム: 図形 747"/>
          <p:cNvSpPr/>
          <p:nvPr/>
        </p:nvSpPr>
        <p:spPr>
          <a:xfrm>
            <a:off x="5715720" y="4771440"/>
            <a:ext cx="217800" cy="334800"/>
          </a:xfrm>
          <a:custGeom>
            <a:avLst/>
            <a:gdLst/>
            <a:ahLst/>
            <a:cxnLst/>
            <a:rect l="0" t="0" r="r" b="b"/>
            <a:pathLst>
              <a:path w="605" h="930">
                <a:moveTo>
                  <a:pt x="0" y="628"/>
                </a:moveTo>
                <a:lnTo>
                  <a:pt x="0" y="303"/>
                </a:lnTo>
                <a:cubicBezTo>
                  <a:pt x="0" y="283"/>
                  <a:pt x="2" y="263"/>
                  <a:pt x="6" y="244"/>
                </a:cubicBezTo>
                <a:cubicBezTo>
                  <a:pt x="10" y="225"/>
                  <a:pt x="16" y="206"/>
                  <a:pt x="23" y="186"/>
                </a:cubicBezTo>
                <a:cubicBezTo>
                  <a:pt x="31" y="168"/>
                  <a:pt x="40" y="151"/>
                  <a:pt x="51" y="134"/>
                </a:cubicBezTo>
                <a:cubicBezTo>
                  <a:pt x="62" y="118"/>
                  <a:pt x="75" y="103"/>
                  <a:pt x="89" y="89"/>
                </a:cubicBezTo>
                <a:cubicBezTo>
                  <a:pt x="104" y="75"/>
                  <a:pt x="119" y="62"/>
                  <a:pt x="135" y="51"/>
                </a:cubicBezTo>
                <a:cubicBezTo>
                  <a:pt x="152" y="40"/>
                  <a:pt x="169" y="31"/>
                  <a:pt x="188" y="23"/>
                </a:cubicBezTo>
                <a:cubicBezTo>
                  <a:pt x="206" y="16"/>
                  <a:pt x="225" y="10"/>
                  <a:pt x="244" y="6"/>
                </a:cubicBezTo>
                <a:cubicBezTo>
                  <a:pt x="264" y="2"/>
                  <a:pt x="283" y="0"/>
                  <a:pt x="303" y="0"/>
                </a:cubicBezTo>
                <a:cubicBezTo>
                  <a:pt x="323" y="0"/>
                  <a:pt x="342" y="2"/>
                  <a:pt x="362" y="6"/>
                </a:cubicBezTo>
                <a:cubicBezTo>
                  <a:pt x="381" y="10"/>
                  <a:pt x="400" y="16"/>
                  <a:pt x="418" y="23"/>
                </a:cubicBezTo>
                <a:cubicBezTo>
                  <a:pt x="437" y="31"/>
                  <a:pt x="454" y="40"/>
                  <a:pt x="471" y="51"/>
                </a:cubicBezTo>
                <a:cubicBezTo>
                  <a:pt x="487" y="62"/>
                  <a:pt x="502" y="75"/>
                  <a:pt x="516" y="89"/>
                </a:cubicBezTo>
                <a:cubicBezTo>
                  <a:pt x="530" y="103"/>
                  <a:pt x="543" y="118"/>
                  <a:pt x="554" y="134"/>
                </a:cubicBezTo>
                <a:cubicBezTo>
                  <a:pt x="565" y="151"/>
                  <a:pt x="574" y="168"/>
                  <a:pt x="582" y="186"/>
                </a:cubicBezTo>
                <a:cubicBezTo>
                  <a:pt x="589" y="206"/>
                  <a:pt x="595" y="225"/>
                  <a:pt x="599" y="244"/>
                </a:cubicBezTo>
                <a:cubicBezTo>
                  <a:pt x="603" y="263"/>
                  <a:pt x="605" y="283"/>
                  <a:pt x="605" y="303"/>
                </a:cubicBezTo>
                <a:lnTo>
                  <a:pt x="605" y="628"/>
                </a:lnTo>
                <a:cubicBezTo>
                  <a:pt x="605" y="648"/>
                  <a:pt x="603" y="667"/>
                  <a:pt x="599" y="687"/>
                </a:cubicBezTo>
                <a:cubicBezTo>
                  <a:pt x="595" y="706"/>
                  <a:pt x="589" y="725"/>
                  <a:pt x="582" y="743"/>
                </a:cubicBezTo>
                <a:cubicBezTo>
                  <a:pt x="574" y="762"/>
                  <a:pt x="565" y="779"/>
                  <a:pt x="554" y="796"/>
                </a:cubicBezTo>
                <a:cubicBezTo>
                  <a:pt x="543" y="812"/>
                  <a:pt x="530" y="827"/>
                  <a:pt x="516" y="841"/>
                </a:cubicBezTo>
                <a:cubicBezTo>
                  <a:pt x="502" y="855"/>
                  <a:pt x="487" y="868"/>
                  <a:pt x="471" y="879"/>
                </a:cubicBezTo>
                <a:cubicBezTo>
                  <a:pt x="454" y="890"/>
                  <a:pt x="437" y="899"/>
                  <a:pt x="418" y="907"/>
                </a:cubicBezTo>
                <a:cubicBezTo>
                  <a:pt x="400" y="914"/>
                  <a:pt x="381" y="920"/>
                  <a:pt x="362" y="924"/>
                </a:cubicBezTo>
                <a:cubicBezTo>
                  <a:pt x="342" y="928"/>
                  <a:pt x="323" y="930"/>
                  <a:pt x="303" y="930"/>
                </a:cubicBezTo>
                <a:cubicBezTo>
                  <a:pt x="283" y="930"/>
                  <a:pt x="264" y="928"/>
                  <a:pt x="244" y="924"/>
                </a:cubicBezTo>
                <a:cubicBezTo>
                  <a:pt x="225" y="920"/>
                  <a:pt x="206" y="914"/>
                  <a:pt x="188" y="907"/>
                </a:cubicBezTo>
                <a:cubicBezTo>
                  <a:pt x="169" y="899"/>
                  <a:pt x="152" y="890"/>
                  <a:pt x="135" y="879"/>
                </a:cubicBezTo>
                <a:cubicBezTo>
                  <a:pt x="119" y="868"/>
                  <a:pt x="104" y="855"/>
                  <a:pt x="89" y="841"/>
                </a:cubicBezTo>
                <a:cubicBezTo>
                  <a:pt x="75" y="827"/>
                  <a:pt x="62" y="812"/>
                  <a:pt x="51" y="796"/>
                </a:cubicBezTo>
                <a:cubicBezTo>
                  <a:pt x="40" y="779"/>
                  <a:pt x="31" y="762"/>
                  <a:pt x="23" y="743"/>
                </a:cubicBezTo>
                <a:cubicBezTo>
                  <a:pt x="16" y="725"/>
                  <a:pt x="10" y="706"/>
                  <a:pt x="6" y="687"/>
                </a:cubicBezTo>
                <a:cubicBezTo>
                  <a:pt x="2" y="667"/>
                  <a:pt x="0" y="648"/>
                  <a:pt x="0" y="628"/>
                </a:cubicBez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749" name="図 748"/>
          <p:cNvPicPr/>
          <p:nvPr/>
        </p:nvPicPr>
        <p:blipFill>
          <a:blip r:embed="rId12"/>
          <a:stretch/>
        </p:blipFill>
        <p:spPr>
          <a:xfrm>
            <a:off x="5782680" y="4880160"/>
            <a:ext cx="83160" cy="133200"/>
          </a:xfrm>
          <a:prstGeom prst="rect">
            <a:avLst/>
          </a:prstGeom>
          <a:noFill/>
          <a:ln w="0">
            <a:noFill/>
          </a:ln>
        </p:spPr>
      </p:pic>
      <p:sp>
        <p:nvSpPr>
          <p:cNvPr id="750" name="テキスト ボックス 749"/>
          <p:cNvSpPr txBox="1"/>
          <p:nvPr/>
        </p:nvSpPr>
        <p:spPr>
          <a:xfrm>
            <a:off x="6067080" y="4529520"/>
            <a:ext cx="387324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遊んでいる子どもの視線や体の動きから、道路への飛び出しを事前に予測</a:t>
            </a:r>
            <a:endParaRPr lang="en-US" sz="920" b="0" u="none" strike="noStrike">
              <a:solidFill>
                <a:srgbClr val="000000"/>
              </a:solidFill>
              <a:effectLst/>
              <a:uFillTx/>
              <a:latin typeface="Times New Roman"/>
            </a:endParaRPr>
          </a:p>
        </p:txBody>
      </p:sp>
      <p:sp>
        <p:nvSpPr>
          <p:cNvPr id="751" name="テキスト ボックス 750"/>
          <p:cNvSpPr txBox="1"/>
          <p:nvPr/>
        </p:nvSpPr>
        <p:spPr>
          <a:xfrm>
            <a:off x="6033600" y="4806360"/>
            <a:ext cx="1609920" cy="194040"/>
          </a:xfrm>
          <a:prstGeom prst="rect">
            <a:avLst/>
          </a:prstGeom>
          <a:noFill/>
          <a:ln w="0">
            <a:noFill/>
          </a:ln>
        </p:spPr>
        <p:txBody>
          <a:bodyPr wrap="none" lIns="0" tIns="0" rIns="0" bIns="0" anchor="t">
            <a:spAutoFit/>
          </a:bodyPr>
          <a:lstStyle/>
          <a:p>
            <a:r>
              <a:rPr lang="zh-CN" sz="1050" b="0" u="none" strike="noStrike">
                <a:solidFill>
                  <a:srgbClr val="FFFFFF"/>
                </a:solidFill>
                <a:effectLst/>
                <a:uFillTx/>
                <a:latin typeface="NotoSansJP"/>
                <a:ea typeface="NotoSansJP"/>
              </a:rPr>
              <a:t>複雑な交差点での状況理解</a:t>
            </a:r>
            <a:endParaRPr lang="en-US" sz="1050" b="0" u="none" strike="noStrike">
              <a:solidFill>
                <a:srgbClr val="000000"/>
              </a:solidFill>
              <a:effectLst/>
              <a:uFillTx/>
              <a:latin typeface="Times New Roman"/>
            </a:endParaRPr>
          </a:p>
        </p:txBody>
      </p:sp>
      <p:pic>
        <p:nvPicPr>
          <p:cNvPr id="752" name="図 751"/>
          <p:cNvPicPr/>
          <p:nvPr/>
        </p:nvPicPr>
        <p:blipFill>
          <a:blip r:embed="rId13"/>
          <a:stretch/>
        </p:blipFill>
        <p:spPr>
          <a:xfrm>
            <a:off x="401040" y="5473800"/>
            <a:ext cx="9893880" cy="492840"/>
          </a:xfrm>
          <a:prstGeom prst="rect">
            <a:avLst/>
          </a:prstGeom>
          <a:noFill/>
          <a:ln w="0">
            <a:noFill/>
          </a:ln>
        </p:spPr>
      </p:pic>
      <p:pic>
        <p:nvPicPr>
          <p:cNvPr id="753" name="図 752"/>
          <p:cNvPicPr/>
          <p:nvPr/>
        </p:nvPicPr>
        <p:blipFill>
          <a:blip r:embed="rId14"/>
          <a:stretch/>
        </p:blipFill>
        <p:spPr>
          <a:xfrm>
            <a:off x="0" y="6376320"/>
            <a:ext cx="7133400" cy="33120"/>
          </a:xfrm>
          <a:prstGeom prst="rect">
            <a:avLst/>
          </a:prstGeom>
          <a:noFill/>
          <a:ln w="0">
            <a:noFill/>
          </a:ln>
        </p:spPr>
      </p:pic>
      <p:sp>
        <p:nvSpPr>
          <p:cNvPr id="754" name="テキスト ボックス 753"/>
          <p:cNvSpPr txBox="1"/>
          <p:nvPr/>
        </p:nvSpPr>
        <p:spPr>
          <a:xfrm>
            <a:off x="6033600" y="4997520"/>
            <a:ext cx="340380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多数の車両‧歩行者の意図を総合的に把握し、安全な進路を決定</a:t>
            </a:r>
            <a:endParaRPr lang="en-US" sz="920" b="0" u="none" strike="noStrike">
              <a:solidFill>
                <a:srgbClr val="000000"/>
              </a:solidFill>
              <a:effectLst/>
              <a:uFillTx/>
              <a:latin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5" name="図 754"/>
          <p:cNvPicPr/>
          <p:nvPr/>
        </p:nvPicPr>
        <p:blipFill>
          <a:blip r:embed="rId2"/>
          <a:stretch/>
        </p:blipFill>
        <p:spPr>
          <a:xfrm>
            <a:off x="0" y="0"/>
            <a:ext cx="10696320" cy="6016320"/>
          </a:xfrm>
          <a:prstGeom prst="rect">
            <a:avLst/>
          </a:prstGeom>
          <a:noFill/>
          <a:ln w="0">
            <a:noFill/>
          </a:ln>
        </p:spPr>
      </p:pic>
      <p:sp>
        <p:nvSpPr>
          <p:cNvPr id="756" name="テキスト ボックス 755"/>
          <p:cNvSpPr txBox="1"/>
          <p:nvPr/>
        </p:nvSpPr>
        <p:spPr>
          <a:xfrm>
            <a:off x="401040" y="389520"/>
            <a:ext cx="825696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創造的提案③：</a:t>
            </a:r>
            <a:r>
              <a:rPr lang="zh-CN" sz="2370" b="0" u="none" strike="noStrike">
                <a:solidFill>
                  <a:srgbClr val="FF0000"/>
                </a:solidFill>
                <a:effectLst/>
                <a:uFillTx/>
                <a:latin typeface="NotoSansJP"/>
                <a:ea typeface="NotoSansJP"/>
              </a:rPr>
              <a:t>量子</a:t>
            </a:r>
            <a:r>
              <a:rPr lang="en-US" sz="2370" b="0" u="none" strike="noStrike">
                <a:solidFill>
                  <a:srgbClr val="FF0000"/>
                </a:solidFill>
                <a:effectLst/>
                <a:uFillTx/>
                <a:latin typeface="Roboto"/>
                <a:ea typeface="Roboto"/>
              </a:rPr>
              <a:t>AI</a:t>
            </a:r>
            <a:r>
              <a:rPr lang="zh-CN" sz="2370" b="0" u="none" strike="noStrike">
                <a:solidFill>
                  <a:srgbClr val="FFFFFF"/>
                </a:solidFill>
                <a:effectLst/>
                <a:uFillTx/>
                <a:latin typeface="NotoSansJP"/>
                <a:ea typeface="NotoSansJP"/>
              </a:rPr>
              <a:t>による「交通システム全体の最適化」</a:t>
            </a:r>
            <a:endParaRPr lang="en-US" sz="2370" b="0" u="none" strike="noStrike">
              <a:solidFill>
                <a:srgbClr val="000000"/>
              </a:solidFill>
              <a:effectLst/>
              <a:uFillTx/>
              <a:latin typeface="Times New Roman"/>
            </a:endParaRPr>
          </a:p>
        </p:txBody>
      </p:sp>
      <p:sp>
        <p:nvSpPr>
          <p:cNvPr id="757" name="テキスト ボックス 756"/>
          <p:cNvSpPr txBox="1"/>
          <p:nvPr/>
        </p:nvSpPr>
        <p:spPr>
          <a:xfrm>
            <a:off x="9936000" y="509760"/>
            <a:ext cx="413640" cy="13608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15 / 17</a:t>
            </a:r>
            <a:endParaRPr lang="en-US" sz="920" b="0" u="none" strike="noStrike">
              <a:solidFill>
                <a:srgbClr val="000000"/>
              </a:solidFill>
              <a:effectLst/>
              <a:uFillTx/>
              <a:latin typeface="Times New Roman"/>
            </a:endParaRPr>
          </a:p>
        </p:txBody>
      </p:sp>
      <p:sp>
        <p:nvSpPr>
          <p:cNvPr id="758" name="テキスト ボックス 757"/>
          <p:cNvSpPr txBox="1"/>
          <p:nvPr/>
        </p:nvSpPr>
        <p:spPr>
          <a:xfrm>
            <a:off x="401040" y="981360"/>
            <a:ext cx="989136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量子コンピューティングの</a:t>
            </a:r>
            <a:r>
              <a:rPr lang="zh-CN" sz="1320" b="0" u="none" strike="noStrike">
                <a:solidFill>
                  <a:srgbClr val="FF0000"/>
                </a:solidFill>
                <a:effectLst/>
                <a:uFillTx/>
                <a:latin typeface="NotoSansJP"/>
                <a:ea typeface="NotoSansJP"/>
              </a:rPr>
              <a:t>圧倒的な計算能力</a:t>
            </a:r>
            <a:r>
              <a:rPr lang="zh-CN" sz="1320" b="0" u="none" strike="noStrike">
                <a:solidFill>
                  <a:srgbClr val="D1D5DC"/>
                </a:solidFill>
                <a:effectLst/>
                <a:uFillTx/>
                <a:latin typeface="NotoSansJP"/>
                <a:ea typeface="NotoSansJP"/>
              </a:rPr>
              <a:t>を活用し、都市全体の交通流を一個のシステムとして捉え、リアルタイムで最適化する</a:t>
            </a:r>
            <a:endParaRPr lang="en-US" sz="1320" b="0" u="none" strike="noStrike">
              <a:solidFill>
                <a:srgbClr val="000000"/>
              </a:solidFill>
              <a:effectLst/>
              <a:uFillTx/>
              <a:latin typeface="Times New Roman"/>
            </a:endParaRPr>
          </a:p>
        </p:txBody>
      </p:sp>
      <p:sp>
        <p:nvSpPr>
          <p:cNvPr id="759" name="フリーフォーム: 図形 758"/>
          <p:cNvSpPr/>
          <p:nvPr/>
        </p:nvSpPr>
        <p:spPr>
          <a:xfrm>
            <a:off x="417600" y="1679400"/>
            <a:ext cx="3986640" cy="2666160"/>
          </a:xfrm>
          <a:custGeom>
            <a:avLst/>
            <a:gdLst/>
            <a:ahLst/>
            <a:cxnLst/>
            <a:rect l="0" t="0" r="r" b="b"/>
            <a:pathLst>
              <a:path w="11074" h="7406">
                <a:moveTo>
                  <a:pt x="0" y="7221"/>
                </a:moveTo>
                <a:lnTo>
                  <a:pt x="0" y="186"/>
                </a:lnTo>
                <a:cubicBezTo>
                  <a:pt x="0" y="174"/>
                  <a:pt x="1" y="162"/>
                  <a:pt x="3" y="150"/>
                </a:cubicBezTo>
                <a:cubicBezTo>
                  <a:pt x="5" y="138"/>
                  <a:pt x="7" y="126"/>
                  <a:pt x="11" y="115"/>
                </a:cubicBezTo>
                <a:cubicBezTo>
                  <a:pt x="14" y="104"/>
                  <a:pt x="19" y="93"/>
                  <a:pt x="24" y="83"/>
                </a:cubicBezTo>
                <a:cubicBezTo>
                  <a:pt x="29" y="73"/>
                  <a:pt x="34" y="63"/>
                  <a:pt x="41" y="55"/>
                </a:cubicBezTo>
                <a:cubicBezTo>
                  <a:pt x="47" y="46"/>
                  <a:pt x="54" y="38"/>
                  <a:pt x="62" y="32"/>
                </a:cubicBezTo>
                <a:cubicBezTo>
                  <a:pt x="70" y="25"/>
                  <a:pt x="78" y="19"/>
                  <a:pt x="86" y="14"/>
                </a:cubicBezTo>
                <a:cubicBezTo>
                  <a:pt x="95" y="10"/>
                  <a:pt x="103" y="6"/>
                  <a:pt x="112" y="4"/>
                </a:cubicBezTo>
                <a:cubicBezTo>
                  <a:pt x="121" y="2"/>
                  <a:pt x="130" y="0"/>
                  <a:pt x="139" y="0"/>
                </a:cubicBezTo>
                <a:lnTo>
                  <a:pt x="10888" y="0"/>
                </a:lnTo>
                <a:cubicBezTo>
                  <a:pt x="10900" y="0"/>
                  <a:pt x="10912" y="2"/>
                  <a:pt x="10924" y="4"/>
                </a:cubicBezTo>
                <a:cubicBezTo>
                  <a:pt x="10936" y="6"/>
                  <a:pt x="10948" y="10"/>
                  <a:pt x="10959" y="14"/>
                </a:cubicBezTo>
                <a:cubicBezTo>
                  <a:pt x="10970" y="19"/>
                  <a:pt x="10981" y="25"/>
                  <a:pt x="10991" y="32"/>
                </a:cubicBezTo>
                <a:cubicBezTo>
                  <a:pt x="11001" y="38"/>
                  <a:pt x="11011" y="46"/>
                  <a:pt x="11019" y="55"/>
                </a:cubicBezTo>
                <a:cubicBezTo>
                  <a:pt x="11028" y="63"/>
                  <a:pt x="11036" y="73"/>
                  <a:pt x="11042" y="83"/>
                </a:cubicBezTo>
                <a:cubicBezTo>
                  <a:pt x="11049" y="93"/>
                  <a:pt x="11055" y="104"/>
                  <a:pt x="11060" y="115"/>
                </a:cubicBezTo>
                <a:cubicBezTo>
                  <a:pt x="11064" y="126"/>
                  <a:pt x="11068" y="138"/>
                  <a:pt x="11070" y="150"/>
                </a:cubicBezTo>
                <a:cubicBezTo>
                  <a:pt x="11073" y="162"/>
                  <a:pt x="11074" y="174"/>
                  <a:pt x="11074" y="186"/>
                </a:cubicBezTo>
                <a:lnTo>
                  <a:pt x="11074" y="7221"/>
                </a:lnTo>
                <a:cubicBezTo>
                  <a:pt x="11074" y="7233"/>
                  <a:pt x="11073" y="7245"/>
                  <a:pt x="11070" y="7257"/>
                </a:cubicBezTo>
                <a:cubicBezTo>
                  <a:pt x="11068" y="7269"/>
                  <a:pt x="11064" y="7280"/>
                  <a:pt x="11060" y="7292"/>
                </a:cubicBezTo>
                <a:cubicBezTo>
                  <a:pt x="11055" y="7303"/>
                  <a:pt x="11049" y="7314"/>
                  <a:pt x="11042" y="7324"/>
                </a:cubicBezTo>
                <a:cubicBezTo>
                  <a:pt x="11036" y="7334"/>
                  <a:pt x="11028" y="7343"/>
                  <a:pt x="11019" y="7352"/>
                </a:cubicBezTo>
                <a:cubicBezTo>
                  <a:pt x="11011" y="7361"/>
                  <a:pt x="11001" y="7368"/>
                  <a:pt x="10991" y="7375"/>
                </a:cubicBezTo>
                <a:cubicBezTo>
                  <a:pt x="10981" y="7382"/>
                  <a:pt x="10970" y="7387"/>
                  <a:pt x="10959" y="7392"/>
                </a:cubicBezTo>
                <a:cubicBezTo>
                  <a:pt x="10948" y="7397"/>
                  <a:pt x="10936" y="7400"/>
                  <a:pt x="10924" y="7403"/>
                </a:cubicBezTo>
                <a:cubicBezTo>
                  <a:pt x="10912" y="7405"/>
                  <a:pt x="10900" y="7406"/>
                  <a:pt x="10888" y="7406"/>
                </a:cubicBezTo>
                <a:lnTo>
                  <a:pt x="139" y="7406"/>
                </a:lnTo>
                <a:cubicBezTo>
                  <a:pt x="130" y="7406"/>
                  <a:pt x="121" y="7405"/>
                  <a:pt x="112" y="7403"/>
                </a:cubicBezTo>
                <a:cubicBezTo>
                  <a:pt x="103" y="7400"/>
                  <a:pt x="95" y="7397"/>
                  <a:pt x="86" y="7392"/>
                </a:cubicBezTo>
                <a:cubicBezTo>
                  <a:pt x="78" y="7387"/>
                  <a:pt x="70" y="7382"/>
                  <a:pt x="62" y="7375"/>
                </a:cubicBezTo>
                <a:cubicBezTo>
                  <a:pt x="54" y="7368"/>
                  <a:pt x="47" y="7361"/>
                  <a:pt x="41" y="7352"/>
                </a:cubicBezTo>
                <a:cubicBezTo>
                  <a:pt x="34" y="7343"/>
                  <a:pt x="29" y="7334"/>
                  <a:pt x="24" y="7324"/>
                </a:cubicBezTo>
                <a:cubicBezTo>
                  <a:pt x="19" y="7314"/>
                  <a:pt x="14" y="7303"/>
                  <a:pt x="11" y="7292"/>
                </a:cubicBezTo>
                <a:cubicBezTo>
                  <a:pt x="7" y="7280"/>
                  <a:pt x="5" y="7269"/>
                  <a:pt x="3" y="7257"/>
                </a:cubicBezTo>
                <a:cubicBezTo>
                  <a:pt x="1" y="7245"/>
                  <a:pt x="0" y="7233"/>
                  <a:pt x="0" y="7221"/>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60" name="フリーフォーム: 図形 759"/>
          <p:cNvSpPr/>
          <p:nvPr/>
        </p:nvSpPr>
        <p:spPr>
          <a:xfrm>
            <a:off x="401040" y="1679400"/>
            <a:ext cx="66960" cy="2666160"/>
          </a:xfrm>
          <a:custGeom>
            <a:avLst/>
            <a:gdLst/>
            <a:ahLst/>
            <a:cxnLst/>
            <a:rect l="0" t="0" r="r" b="b"/>
            <a:pathLst>
              <a:path w="186" h="7406">
                <a:moveTo>
                  <a:pt x="151" y="14"/>
                </a:moveTo>
                <a:cubicBezTo>
                  <a:pt x="140" y="24"/>
                  <a:pt x="129" y="37"/>
                  <a:pt x="121" y="55"/>
                </a:cubicBezTo>
                <a:cubicBezTo>
                  <a:pt x="112" y="72"/>
                  <a:pt x="105" y="92"/>
                  <a:pt x="101" y="115"/>
                </a:cubicBezTo>
                <a:cubicBezTo>
                  <a:pt x="96" y="138"/>
                  <a:pt x="94" y="161"/>
                  <a:pt x="94" y="186"/>
                </a:cubicBezTo>
                <a:lnTo>
                  <a:pt x="94" y="7221"/>
                </a:lnTo>
                <a:cubicBezTo>
                  <a:pt x="94" y="7245"/>
                  <a:pt x="96" y="7269"/>
                  <a:pt x="101" y="7292"/>
                </a:cubicBezTo>
                <a:cubicBezTo>
                  <a:pt x="105" y="7314"/>
                  <a:pt x="112" y="7334"/>
                  <a:pt x="121" y="7352"/>
                </a:cubicBezTo>
                <a:cubicBezTo>
                  <a:pt x="129" y="7369"/>
                  <a:pt x="140" y="7383"/>
                  <a:pt x="151" y="7392"/>
                </a:cubicBezTo>
                <a:cubicBezTo>
                  <a:pt x="162" y="7402"/>
                  <a:pt x="174" y="7406"/>
                  <a:pt x="186" y="7406"/>
                </a:cubicBezTo>
                <a:cubicBezTo>
                  <a:pt x="162" y="7406"/>
                  <a:pt x="138" y="7402"/>
                  <a:pt x="115" y="7392"/>
                </a:cubicBezTo>
                <a:cubicBezTo>
                  <a:pt x="93" y="7383"/>
                  <a:pt x="72" y="7369"/>
                  <a:pt x="54" y="7352"/>
                </a:cubicBezTo>
                <a:cubicBezTo>
                  <a:pt x="37" y="7334"/>
                  <a:pt x="23" y="7314"/>
                  <a:pt x="14" y="7292"/>
                </a:cubicBezTo>
                <a:cubicBezTo>
                  <a:pt x="4" y="7269"/>
                  <a:pt x="0" y="7245"/>
                  <a:pt x="0" y="7221"/>
                </a:cubicBezTo>
                <a:lnTo>
                  <a:pt x="0" y="186"/>
                </a:lnTo>
                <a:cubicBezTo>
                  <a:pt x="0" y="161"/>
                  <a:pt x="4" y="138"/>
                  <a:pt x="14" y="115"/>
                </a:cubicBezTo>
                <a:cubicBezTo>
                  <a:pt x="23" y="92"/>
                  <a:pt x="37" y="72"/>
                  <a:pt x="54" y="55"/>
                </a:cubicBezTo>
                <a:cubicBezTo>
                  <a:pt x="72" y="37"/>
                  <a:pt x="93" y="24"/>
                  <a:pt x="115" y="14"/>
                </a:cubicBezTo>
                <a:cubicBezTo>
                  <a:pt x="138" y="5"/>
                  <a:pt x="162" y="0"/>
                  <a:pt x="186" y="0"/>
                </a:cubicBezTo>
                <a:cubicBezTo>
                  <a:pt x="174" y="0"/>
                  <a:pt x="162" y="5"/>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61" name="図 760"/>
          <p:cNvPicPr/>
          <p:nvPr/>
        </p:nvPicPr>
        <p:blipFill>
          <a:blip r:embed="rId3"/>
          <a:stretch/>
        </p:blipFill>
        <p:spPr>
          <a:xfrm>
            <a:off x="635040" y="1913760"/>
            <a:ext cx="166680" cy="166680"/>
          </a:xfrm>
          <a:prstGeom prst="rect">
            <a:avLst/>
          </a:prstGeom>
          <a:noFill/>
          <a:ln w="0">
            <a:noFill/>
          </a:ln>
        </p:spPr>
      </p:pic>
      <p:sp>
        <p:nvSpPr>
          <p:cNvPr id="762" name="テキスト ボックス 761"/>
          <p:cNvSpPr txBox="1"/>
          <p:nvPr/>
        </p:nvSpPr>
        <p:spPr>
          <a:xfrm>
            <a:off x="401040" y="1257120"/>
            <a:ext cx="243180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a:t>
            </a:r>
            <a:r>
              <a:rPr lang="zh-CN" sz="1320" b="0" u="none" strike="noStrike">
                <a:solidFill>
                  <a:srgbClr val="FF0000"/>
                </a:solidFill>
                <a:effectLst/>
                <a:uFillTx/>
                <a:latin typeface="NotoSansJP"/>
                <a:ea typeface="NotoSansJP"/>
              </a:rPr>
              <a:t>量子交通</a:t>
            </a:r>
            <a:r>
              <a:rPr lang="en-US" sz="1320" b="0" u="none" strike="noStrike">
                <a:solidFill>
                  <a:srgbClr val="FF0000"/>
                </a:solidFill>
                <a:effectLst/>
                <a:uFillTx/>
                <a:latin typeface="NotoSansJP"/>
                <a:ea typeface="NotoSansJP"/>
              </a:rPr>
              <a:t>AI</a:t>
            </a:r>
            <a:r>
              <a:rPr lang="zh-CN" sz="1320" b="0" u="none" strike="noStrike">
                <a:solidFill>
                  <a:srgbClr val="D1D5DC"/>
                </a:solidFill>
                <a:effectLst/>
                <a:uFillTx/>
                <a:latin typeface="NotoSansJP"/>
                <a:ea typeface="NotoSansJP"/>
              </a:rPr>
              <a:t>」を提案します。</a:t>
            </a:r>
            <a:endParaRPr lang="en-US" sz="1320" b="0" u="none" strike="noStrike">
              <a:solidFill>
                <a:srgbClr val="000000"/>
              </a:solidFill>
              <a:effectLst/>
              <a:uFillTx/>
              <a:latin typeface="Times New Roman"/>
            </a:endParaRPr>
          </a:p>
        </p:txBody>
      </p:sp>
      <p:pic>
        <p:nvPicPr>
          <p:cNvPr id="763" name="図 762"/>
          <p:cNvPicPr/>
          <p:nvPr/>
        </p:nvPicPr>
        <p:blipFill>
          <a:blip r:embed="rId4"/>
          <a:stretch/>
        </p:blipFill>
        <p:spPr>
          <a:xfrm>
            <a:off x="635040" y="2247840"/>
            <a:ext cx="133200" cy="133200"/>
          </a:xfrm>
          <a:prstGeom prst="rect">
            <a:avLst/>
          </a:prstGeom>
          <a:noFill/>
          <a:ln w="0">
            <a:noFill/>
          </a:ln>
        </p:spPr>
      </p:pic>
      <p:sp>
        <p:nvSpPr>
          <p:cNvPr id="764" name="テキスト ボックス 763"/>
          <p:cNvSpPr txBox="1"/>
          <p:nvPr/>
        </p:nvSpPr>
        <p:spPr>
          <a:xfrm>
            <a:off x="902520" y="1909080"/>
            <a:ext cx="109044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量子</a:t>
            </a:r>
            <a:r>
              <a:rPr lang="en-US" sz="1320" b="0" u="none" strike="noStrike">
                <a:solidFill>
                  <a:srgbClr val="FFFFFF"/>
                </a:solidFill>
                <a:effectLst/>
                <a:uFillTx/>
                <a:latin typeface="NotoSansJP"/>
                <a:ea typeface="NotoSansJP"/>
              </a:rPr>
              <a:t>AI</a:t>
            </a:r>
            <a:r>
              <a:rPr lang="zh-CN" sz="1320" b="0" u="none" strike="noStrike">
                <a:solidFill>
                  <a:srgbClr val="FFFFFF"/>
                </a:solidFill>
                <a:effectLst/>
                <a:uFillTx/>
                <a:latin typeface="NotoSansJP"/>
                <a:ea typeface="NotoSansJP"/>
              </a:rPr>
              <a:t>の特徴</a:t>
            </a:r>
            <a:endParaRPr lang="en-US" sz="1320" b="0" u="none" strike="noStrike">
              <a:solidFill>
                <a:srgbClr val="000000"/>
              </a:solidFill>
              <a:effectLst/>
              <a:uFillTx/>
              <a:latin typeface="Times New Roman"/>
            </a:endParaRPr>
          </a:p>
        </p:txBody>
      </p:sp>
      <p:pic>
        <p:nvPicPr>
          <p:cNvPr id="765" name="図 764"/>
          <p:cNvPicPr/>
          <p:nvPr/>
        </p:nvPicPr>
        <p:blipFill>
          <a:blip r:embed="rId4"/>
          <a:stretch/>
        </p:blipFill>
        <p:spPr>
          <a:xfrm>
            <a:off x="635040" y="2548800"/>
            <a:ext cx="133200" cy="133200"/>
          </a:xfrm>
          <a:prstGeom prst="rect">
            <a:avLst/>
          </a:prstGeom>
          <a:noFill/>
          <a:ln w="0">
            <a:noFill/>
          </a:ln>
        </p:spPr>
      </p:pic>
      <p:sp>
        <p:nvSpPr>
          <p:cNvPr id="766" name="テキスト ボックス 765"/>
          <p:cNvSpPr txBox="1"/>
          <p:nvPr/>
        </p:nvSpPr>
        <p:spPr>
          <a:xfrm>
            <a:off x="835560" y="2249280"/>
            <a:ext cx="20124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複雑な交通パターンを瞬時に解析</a:t>
            </a:r>
            <a:endParaRPr lang="en-US" sz="1050" b="0" u="none" strike="noStrike">
              <a:solidFill>
                <a:srgbClr val="000000"/>
              </a:solidFill>
              <a:effectLst/>
              <a:uFillTx/>
              <a:latin typeface="Times New Roman"/>
            </a:endParaRPr>
          </a:p>
        </p:txBody>
      </p:sp>
      <p:pic>
        <p:nvPicPr>
          <p:cNvPr id="767" name="図 766"/>
          <p:cNvPicPr/>
          <p:nvPr/>
        </p:nvPicPr>
        <p:blipFill>
          <a:blip r:embed="rId4"/>
          <a:stretch/>
        </p:blipFill>
        <p:spPr>
          <a:xfrm>
            <a:off x="635040" y="2849760"/>
            <a:ext cx="133200" cy="133200"/>
          </a:xfrm>
          <a:prstGeom prst="rect">
            <a:avLst/>
          </a:prstGeom>
          <a:noFill/>
          <a:ln w="0">
            <a:noFill/>
          </a:ln>
        </p:spPr>
      </p:pic>
      <p:sp>
        <p:nvSpPr>
          <p:cNvPr id="768" name="テキスト ボックス 767"/>
          <p:cNvSpPr txBox="1"/>
          <p:nvPr/>
        </p:nvSpPr>
        <p:spPr>
          <a:xfrm>
            <a:off x="835560" y="2550240"/>
            <a:ext cx="21466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膨大な変数を同時に最適化する能力</a:t>
            </a:r>
            <a:endParaRPr lang="en-US" sz="1050" b="0" u="none" strike="noStrike">
              <a:solidFill>
                <a:srgbClr val="000000"/>
              </a:solidFill>
              <a:effectLst/>
              <a:uFillTx/>
              <a:latin typeface="Times New Roman"/>
            </a:endParaRPr>
          </a:p>
        </p:txBody>
      </p:sp>
      <p:pic>
        <p:nvPicPr>
          <p:cNvPr id="769" name="図 768"/>
          <p:cNvPicPr/>
          <p:nvPr/>
        </p:nvPicPr>
        <p:blipFill>
          <a:blip r:embed="rId4"/>
          <a:stretch/>
        </p:blipFill>
        <p:spPr>
          <a:xfrm>
            <a:off x="635040" y="3150360"/>
            <a:ext cx="133200" cy="133200"/>
          </a:xfrm>
          <a:prstGeom prst="rect">
            <a:avLst/>
          </a:prstGeom>
          <a:noFill/>
          <a:ln w="0">
            <a:noFill/>
          </a:ln>
        </p:spPr>
      </p:pic>
      <p:sp>
        <p:nvSpPr>
          <p:cNvPr id="770" name="テキスト ボックス 769"/>
          <p:cNvSpPr txBox="1"/>
          <p:nvPr/>
        </p:nvSpPr>
        <p:spPr>
          <a:xfrm>
            <a:off x="835560" y="2850840"/>
            <a:ext cx="28170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個々の車両の最適ルート計算と全体最適の両立</a:t>
            </a:r>
            <a:endParaRPr lang="en-US" sz="1050" b="0" u="none" strike="noStrike">
              <a:solidFill>
                <a:srgbClr val="000000"/>
              </a:solidFill>
              <a:effectLst/>
              <a:uFillTx/>
              <a:latin typeface="Times New Roman"/>
            </a:endParaRPr>
          </a:p>
        </p:txBody>
      </p:sp>
      <p:sp>
        <p:nvSpPr>
          <p:cNvPr id="771" name="フリーフォーム: 図形 770"/>
          <p:cNvSpPr/>
          <p:nvPr/>
        </p:nvSpPr>
        <p:spPr>
          <a:xfrm>
            <a:off x="417600" y="4479120"/>
            <a:ext cx="3986640" cy="1136880"/>
          </a:xfrm>
          <a:custGeom>
            <a:avLst/>
            <a:gdLst/>
            <a:ahLst/>
            <a:cxnLst/>
            <a:rect l="0" t="0" r="r" b="b"/>
            <a:pathLst>
              <a:path w="11074" h="3158">
                <a:moveTo>
                  <a:pt x="0" y="2972"/>
                </a:moveTo>
                <a:lnTo>
                  <a:pt x="0" y="185"/>
                </a:lnTo>
                <a:cubicBezTo>
                  <a:pt x="0" y="173"/>
                  <a:pt x="1" y="161"/>
                  <a:pt x="3" y="149"/>
                </a:cubicBezTo>
                <a:cubicBezTo>
                  <a:pt x="5" y="137"/>
                  <a:pt x="7" y="126"/>
                  <a:pt x="11" y="114"/>
                </a:cubicBezTo>
                <a:cubicBezTo>
                  <a:pt x="14" y="103"/>
                  <a:pt x="19" y="92"/>
                  <a:pt x="24" y="82"/>
                </a:cubicBezTo>
                <a:cubicBezTo>
                  <a:pt x="29" y="72"/>
                  <a:pt x="34" y="63"/>
                  <a:pt x="41" y="54"/>
                </a:cubicBezTo>
                <a:cubicBezTo>
                  <a:pt x="47" y="45"/>
                  <a:pt x="54" y="38"/>
                  <a:pt x="62" y="31"/>
                </a:cubicBezTo>
                <a:cubicBezTo>
                  <a:pt x="70" y="24"/>
                  <a:pt x="78" y="18"/>
                  <a:pt x="86" y="14"/>
                </a:cubicBezTo>
                <a:cubicBezTo>
                  <a:pt x="95" y="9"/>
                  <a:pt x="103" y="6"/>
                  <a:pt x="112" y="3"/>
                </a:cubicBezTo>
                <a:cubicBezTo>
                  <a:pt x="121" y="1"/>
                  <a:pt x="130" y="0"/>
                  <a:pt x="139" y="0"/>
                </a:cubicBezTo>
                <a:lnTo>
                  <a:pt x="10888" y="0"/>
                </a:lnTo>
                <a:cubicBezTo>
                  <a:pt x="10900" y="0"/>
                  <a:pt x="10912" y="1"/>
                  <a:pt x="10924" y="3"/>
                </a:cubicBezTo>
                <a:cubicBezTo>
                  <a:pt x="10936" y="6"/>
                  <a:pt x="10948" y="9"/>
                  <a:pt x="10959" y="14"/>
                </a:cubicBezTo>
                <a:cubicBezTo>
                  <a:pt x="10970" y="18"/>
                  <a:pt x="10981" y="24"/>
                  <a:pt x="10991" y="31"/>
                </a:cubicBezTo>
                <a:cubicBezTo>
                  <a:pt x="11001" y="38"/>
                  <a:pt x="11011" y="45"/>
                  <a:pt x="11019" y="54"/>
                </a:cubicBezTo>
                <a:cubicBezTo>
                  <a:pt x="11028" y="63"/>
                  <a:pt x="11036" y="72"/>
                  <a:pt x="11042" y="82"/>
                </a:cubicBezTo>
                <a:cubicBezTo>
                  <a:pt x="11049" y="92"/>
                  <a:pt x="11055" y="103"/>
                  <a:pt x="11060" y="114"/>
                </a:cubicBezTo>
                <a:cubicBezTo>
                  <a:pt x="11064" y="126"/>
                  <a:pt x="11068" y="137"/>
                  <a:pt x="11070" y="149"/>
                </a:cubicBezTo>
                <a:cubicBezTo>
                  <a:pt x="11073" y="161"/>
                  <a:pt x="11074" y="173"/>
                  <a:pt x="11074" y="185"/>
                </a:cubicBezTo>
                <a:lnTo>
                  <a:pt x="11074" y="2972"/>
                </a:lnTo>
                <a:cubicBezTo>
                  <a:pt x="11074" y="2984"/>
                  <a:pt x="11073" y="2996"/>
                  <a:pt x="11070" y="3008"/>
                </a:cubicBezTo>
                <a:cubicBezTo>
                  <a:pt x="11068" y="3020"/>
                  <a:pt x="11064" y="3032"/>
                  <a:pt x="11060" y="3043"/>
                </a:cubicBezTo>
                <a:cubicBezTo>
                  <a:pt x="11055" y="3054"/>
                  <a:pt x="11049" y="3065"/>
                  <a:pt x="11042" y="3075"/>
                </a:cubicBezTo>
                <a:cubicBezTo>
                  <a:pt x="11036" y="3085"/>
                  <a:pt x="11028" y="3095"/>
                  <a:pt x="11019" y="3103"/>
                </a:cubicBezTo>
                <a:cubicBezTo>
                  <a:pt x="11011" y="3112"/>
                  <a:pt x="11001" y="3120"/>
                  <a:pt x="10991" y="3126"/>
                </a:cubicBezTo>
                <a:cubicBezTo>
                  <a:pt x="10981" y="3133"/>
                  <a:pt x="10970" y="3139"/>
                  <a:pt x="10959" y="3144"/>
                </a:cubicBezTo>
                <a:cubicBezTo>
                  <a:pt x="10948" y="3148"/>
                  <a:pt x="10936" y="3152"/>
                  <a:pt x="10924" y="3154"/>
                </a:cubicBezTo>
                <a:cubicBezTo>
                  <a:pt x="10912" y="3156"/>
                  <a:pt x="10900" y="3158"/>
                  <a:pt x="10888" y="3158"/>
                </a:cubicBezTo>
                <a:lnTo>
                  <a:pt x="139" y="3158"/>
                </a:lnTo>
                <a:cubicBezTo>
                  <a:pt x="130" y="3158"/>
                  <a:pt x="121" y="3156"/>
                  <a:pt x="112" y="3154"/>
                </a:cubicBezTo>
                <a:cubicBezTo>
                  <a:pt x="103" y="3152"/>
                  <a:pt x="95" y="3148"/>
                  <a:pt x="86" y="3144"/>
                </a:cubicBezTo>
                <a:cubicBezTo>
                  <a:pt x="78" y="3139"/>
                  <a:pt x="70" y="3133"/>
                  <a:pt x="62" y="3126"/>
                </a:cubicBezTo>
                <a:cubicBezTo>
                  <a:pt x="54" y="3120"/>
                  <a:pt x="47" y="3112"/>
                  <a:pt x="41" y="3103"/>
                </a:cubicBezTo>
                <a:cubicBezTo>
                  <a:pt x="34" y="3095"/>
                  <a:pt x="29" y="3085"/>
                  <a:pt x="24" y="3075"/>
                </a:cubicBezTo>
                <a:cubicBezTo>
                  <a:pt x="19" y="3065"/>
                  <a:pt x="14" y="3054"/>
                  <a:pt x="11" y="3043"/>
                </a:cubicBezTo>
                <a:cubicBezTo>
                  <a:pt x="7" y="3032"/>
                  <a:pt x="5" y="3020"/>
                  <a:pt x="3" y="3008"/>
                </a:cubicBezTo>
                <a:cubicBezTo>
                  <a:pt x="1" y="2996"/>
                  <a:pt x="0" y="2984"/>
                  <a:pt x="0" y="2972"/>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72" name="フリーフォーム: 図形 771"/>
          <p:cNvSpPr/>
          <p:nvPr/>
        </p:nvSpPr>
        <p:spPr>
          <a:xfrm>
            <a:off x="401040" y="4479120"/>
            <a:ext cx="66960" cy="1136880"/>
          </a:xfrm>
          <a:custGeom>
            <a:avLst/>
            <a:gdLst/>
            <a:ahLst/>
            <a:cxnLst/>
            <a:rect l="0" t="0" r="r" b="b"/>
            <a:pathLst>
              <a:path w="186" h="3158">
                <a:moveTo>
                  <a:pt x="151" y="14"/>
                </a:moveTo>
                <a:cubicBezTo>
                  <a:pt x="140" y="23"/>
                  <a:pt x="129" y="37"/>
                  <a:pt x="121" y="54"/>
                </a:cubicBezTo>
                <a:cubicBezTo>
                  <a:pt x="112" y="72"/>
                  <a:pt x="105" y="92"/>
                  <a:pt x="101" y="114"/>
                </a:cubicBezTo>
                <a:cubicBezTo>
                  <a:pt x="96" y="137"/>
                  <a:pt x="94" y="161"/>
                  <a:pt x="94" y="185"/>
                </a:cubicBezTo>
                <a:lnTo>
                  <a:pt x="94" y="2972"/>
                </a:lnTo>
                <a:cubicBezTo>
                  <a:pt x="94" y="2997"/>
                  <a:pt x="96" y="3020"/>
                  <a:pt x="101" y="3043"/>
                </a:cubicBezTo>
                <a:cubicBezTo>
                  <a:pt x="105" y="3066"/>
                  <a:pt x="112" y="3086"/>
                  <a:pt x="121" y="3103"/>
                </a:cubicBezTo>
                <a:cubicBezTo>
                  <a:pt x="129" y="3121"/>
                  <a:pt x="140" y="3134"/>
                  <a:pt x="151" y="3144"/>
                </a:cubicBezTo>
                <a:cubicBezTo>
                  <a:pt x="162" y="3153"/>
                  <a:pt x="174" y="3158"/>
                  <a:pt x="186" y="3158"/>
                </a:cubicBezTo>
                <a:cubicBezTo>
                  <a:pt x="162" y="3158"/>
                  <a:pt x="138" y="3153"/>
                  <a:pt x="115" y="3144"/>
                </a:cubicBezTo>
                <a:cubicBezTo>
                  <a:pt x="93" y="3134"/>
                  <a:pt x="72" y="3121"/>
                  <a:pt x="54" y="3103"/>
                </a:cubicBezTo>
                <a:cubicBezTo>
                  <a:pt x="37" y="3086"/>
                  <a:pt x="23" y="3066"/>
                  <a:pt x="14" y="3043"/>
                </a:cubicBezTo>
                <a:cubicBezTo>
                  <a:pt x="4" y="3020"/>
                  <a:pt x="0" y="2997"/>
                  <a:pt x="0" y="2972"/>
                </a:cubicBezTo>
                <a:lnTo>
                  <a:pt x="0" y="185"/>
                </a:lnTo>
                <a:cubicBezTo>
                  <a:pt x="0" y="161"/>
                  <a:pt x="4" y="137"/>
                  <a:pt x="14" y="114"/>
                </a:cubicBezTo>
                <a:cubicBezTo>
                  <a:pt x="23" y="92"/>
                  <a:pt x="37" y="72"/>
                  <a:pt x="54" y="54"/>
                </a:cubicBezTo>
                <a:cubicBezTo>
                  <a:pt x="72" y="37"/>
                  <a:pt x="93" y="23"/>
                  <a:pt x="115" y="14"/>
                </a:cubicBezTo>
                <a:cubicBezTo>
                  <a:pt x="138" y="4"/>
                  <a:pt x="162" y="0"/>
                  <a:pt x="186" y="0"/>
                </a:cubicBezTo>
                <a:cubicBezTo>
                  <a:pt x="174" y="0"/>
                  <a:pt x="162" y="4"/>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73" name="図 772"/>
          <p:cNvPicPr/>
          <p:nvPr/>
        </p:nvPicPr>
        <p:blipFill>
          <a:blip r:embed="rId5"/>
          <a:stretch/>
        </p:blipFill>
        <p:spPr>
          <a:xfrm>
            <a:off x="635040" y="4713120"/>
            <a:ext cx="124920" cy="166680"/>
          </a:xfrm>
          <a:prstGeom prst="rect">
            <a:avLst/>
          </a:prstGeom>
          <a:noFill/>
          <a:ln w="0">
            <a:noFill/>
          </a:ln>
        </p:spPr>
      </p:pic>
      <p:sp>
        <p:nvSpPr>
          <p:cNvPr id="774" name="テキスト ボックス 773"/>
          <p:cNvSpPr txBox="1"/>
          <p:nvPr/>
        </p:nvSpPr>
        <p:spPr>
          <a:xfrm>
            <a:off x="835560" y="3151800"/>
            <a:ext cx="25488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信号機システムとの連携による交差点制御</a:t>
            </a:r>
            <a:endParaRPr lang="en-US" sz="1050" b="0" u="none" strike="noStrike">
              <a:solidFill>
                <a:srgbClr val="000000"/>
              </a:solidFill>
              <a:effectLst/>
              <a:uFillTx/>
              <a:latin typeface="Times New Roman"/>
            </a:endParaRPr>
          </a:p>
        </p:txBody>
      </p:sp>
      <p:sp>
        <p:nvSpPr>
          <p:cNvPr id="775" name="テキスト ボックス 774"/>
          <p:cNvSpPr txBox="1"/>
          <p:nvPr/>
        </p:nvSpPr>
        <p:spPr>
          <a:xfrm>
            <a:off x="860760" y="4708440"/>
            <a:ext cx="134172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パラダイムシフト</a:t>
            </a:r>
            <a:endParaRPr lang="en-US" sz="1320" b="0" u="none" strike="noStrike">
              <a:solidFill>
                <a:srgbClr val="000000"/>
              </a:solidFill>
              <a:effectLst/>
              <a:uFillTx/>
              <a:latin typeface="Times New Roman"/>
            </a:endParaRPr>
          </a:p>
        </p:txBody>
      </p:sp>
      <p:sp>
        <p:nvSpPr>
          <p:cNvPr id="776" name="テキスト ボックス 775"/>
          <p:cNvSpPr txBox="1"/>
          <p:nvPr/>
        </p:nvSpPr>
        <p:spPr>
          <a:xfrm>
            <a:off x="635040" y="5048640"/>
            <a:ext cx="34876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個々の車両の安全性を高める「</a:t>
            </a:r>
            <a:r>
              <a:rPr lang="zh-CN" sz="1050" b="0" u="none" strike="noStrike">
                <a:solidFill>
                  <a:srgbClr val="FF0000"/>
                </a:solidFill>
                <a:effectLst/>
                <a:uFillTx/>
                <a:latin typeface="NotoSansJP"/>
                <a:ea typeface="NotoSansJP"/>
              </a:rPr>
              <a:t>点</a:t>
            </a:r>
            <a:r>
              <a:rPr lang="zh-CN" sz="1050" b="0" u="none" strike="noStrike">
                <a:solidFill>
                  <a:srgbClr val="D1D5DC"/>
                </a:solidFill>
                <a:effectLst/>
                <a:uFillTx/>
                <a:latin typeface="NotoSansJP"/>
                <a:ea typeface="NotoSansJP"/>
              </a:rPr>
              <a:t>」のアプローチから、交</a:t>
            </a:r>
            <a:endParaRPr lang="en-US" sz="1050" b="0" u="none" strike="noStrike">
              <a:solidFill>
                <a:srgbClr val="000000"/>
              </a:solidFill>
              <a:effectLst/>
              <a:uFillTx/>
              <a:latin typeface="Times New Roman"/>
            </a:endParaRPr>
          </a:p>
        </p:txBody>
      </p:sp>
      <p:sp>
        <p:nvSpPr>
          <p:cNvPr id="777" name="フリーフォーム: 図形 776"/>
          <p:cNvSpPr/>
          <p:nvPr/>
        </p:nvSpPr>
        <p:spPr>
          <a:xfrm>
            <a:off x="5474160" y="3359880"/>
            <a:ext cx="585360" cy="585360"/>
          </a:xfrm>
          <a:custGeom>
            <a:avLst/>
            <a:gdLst/>
            <a:ahLst/>
            <a:cxnLst/>
            <a:rect l="0" t="0" r="r" b="b"/>
            <a:pathLst>
              <a:path w="1626" h="1626">
                <a:moveTo>
                  <a:pt x="0" y="813"/>
                </a:moveTo>
                <a:cubicBezTo>
                  <a:pt x="0" y="759"/>
                  <a:pt x="5" y="707"/>
                  <a:pt x="16" y="654"/>
                </a:cubicBezTo>
                <a:cubicBezTo>
                  <a:pt x="26" y="602"/>
                  <a:pt x="42" y="551"/>
                  <a:pt x="62" y="502"/>
                </a:cubicBezTo>
                <a:cubicBezTo>
                  <a:pt x="82" y="452"/>
                  <a:pt x="107" y="406"/>
                  <a:pt x="137" y="361"/>
                </a:cubicBezTo>
                <a:cubicBezTo>
                  <a:pt x="167" y="317"/>
                  <a:pt x="200" y="276"/>
                  <a:pt x="239" y="238"/>
                </a:cubicBezTo>
                <a:cubicBezTo>
                  <a:pt x="277" y="200"/>
                  <a:pt x="318" y="167"/>
                  <a:pt x="362" y="137"/>
                </a:cubicBezTo>
                <a:cubicBezTo>
                  <a:pt x="407" y="108"/>
                  <a:pt x="453" y="82"/>
                  <a:pt x="503" y="62"/>
                </a:cubicBezTo>
                <a:cubicBezTo>
                  <a:pt x="552" y="42"/>
                  <a:pt x="603" y="26"/>
                  <a:pt x="655" y="16"/>
                </a:cubicBezTo>
                <a:cubicBezTo>
                  <a:pt x="707" y="5"/>
                  <a:pt x="760" y="0"/>
                  <a:pt x="814" y="0"/>
                </a:cubicBezTo>
                <a:cubicBezTo>
                  <a:pt x="867" y="0"/>
                  <a:pt x="920" y="5"/>
                  <a:pt x="972" y="16"/>
                </a:cubicBezTo>
                <a:cubicBezTo>
                  <a:pt x="1024" y="26"/>
                  <a:pt x="1075" y="42"/>
                  <a:pt x="1124" y="62"/>
                </a:cubicBezTo>
                <a:cubicBezTo>
                  <a:pt x="1174" y="82"/>
                  <a:pt x="1221" y="108"/>
                  <a:pt x="1265" y="137"/>
                </a:cubicBezTo>
                <a:cubicBezTo>
                  <a:pt x="1309" y="167"/>
                  <a:pt x="1350" y="200"/>
                  <a:pt x="1388" y="238"/>
                </a:cubicBezTo>
                <a:cubicBezTo>
                  <a:pt x="1426" y="276"/>
                  <a:pt x="1459" y="317"/>
                  <a:pt x="1489" y="361"/>
                </a:cubicBezTo>
                <a:cubicBezTo>
                  <a:pt x="1519" y="406"/>
                  <a:pt x="1544" y="452"/>
                  <a:pt x="1564" y="502"/>
                </a:cubicBezTo>
                <a:cubicBezTo>
                  <a:pt x="1585" y="551"/>
                  <a:pt x="1600" y="602"/>
                  <a:pt x="1610" y="654"/>
                </a:cubicBezTo>
                <a:cubicBezTo>
                  <a:pt x="1621" y="707"/>
                  <a:pt x="1626" y="759"/>
                  <a:pt x="1626" y="813"/>
                </a:cubicBezTo>
                <a:cubicBezTo>
                  <a:pt x="1626" y="866"/>
                  <a:pt x="1621" y="919"/>
                  <a:pt x="1610" y="971"/>
                </a:cubicBezTo>
                <a:cubicBezTo>
                  <a:pt x="1600" y="1024"/>
                  <a:pt x="1585" y="1074"/>
                  <a:pt x="1564" y="1124"/>
                </a:cubicBezTo>
                <a:cubicBezTo>
                  <a:pt x="1544" y="1173"/>
                  <a:pt x="1519" y="1220"/>
                  <a:pt x="1489" y="1265"/>
                </a:cubicBezTo>
                <a:cubicBezTo>
                  <a:pt x="1459" y="1309"/>
                  <a:pt x="1426" y="1350"/>
                  <a:pt x="1388" y="1388"/>
                </a:cubicBezTo>
                <a:cubicBezTo>
                  <a:pt x="1350" y="1426"/>
                  <a:pt x="1309" y="1460"/>
                  <a:pt x="1265" y="1489"/>
                </a:cubicBezTo>
                <a:cubicBezTo>
                  <a:pt x="1221" y="1519"/>
                  <a:pt x="1174" y="1544"/>
                  <a:pt x="1124" y="1564"/>
                </a:cubicBezTo>
                <a:cubicBezTo>
                  <a:pt x="1075" y="1585"/>
                  <a:pt x="1024" y="1600"/>
                  <a:pt x="972" y="1611"/>
                </a:cubicBezTo>
                <a:cubicBezTo>
                  <a:pt x="920" y="1621"/>
                  <a:pt x="867" y="1626"/>
                  <a:pt x="814" y="1626"/>
                </a:cubicBezTo>
                <a:cubicBezTo>
                  <a:pt x="760" y="1626"/>
                  <a:pt x="707" y="1621"/>
                  <a:pt x="655" y="1611"/>
                </a:cubicBezTo>
                <a:cubicBezTo>
                  <a:pt x="603" y="1600"/>
                  <a:pt x="552" y="1585"/>
                  <a:pt x="503" y="1564"/>
                </a:cubicBezTo>
                <a:cubicBezTo>
                  <a:pt x="453" y="1544"/>
                  <a:pt x="407" y="1519"/>
                  <a:pt x="362" y="1489"/>
                </a:cubicBezTo>
                <a:cubicBezTo>
                  <a:pt x="318" y="1460"/>
                  <a:pt x="277" y="1426"/>
                  <a:pt x="239" y="1388"/>
                </a:cubicBezTo>
                <a:cubicBezTo>
                  <a:pt x="200" y="1350"/>
                  <a:pt x="167" y="1309"/>
                  <a:pt x="137" y="1265"/>
                </a:cubicBezTo>
                <a:cubicBezTo>
                  <a:pt x="107" y="1220"/>
                  <a:pt x="82" y="1173"/>
                  <a:pt x="62" y="1124"/>
                </a:cubicBezTo>
                <a:cubicBezTo>
                  <a:pt x="42" y="1074"/>
                  <a:pt x="26" y="1024"/>
                  <a:pt x="16" y="971"/>
                </a:cubicBezTo>
                <a:cubicBezTo>
                  <a:pt x="5" y="919"/>
                  <a:pt x="0" y="866"/>
                  <a:pt x="0" y="813"/>
                </a:cubicBezTo>
                <a:close/>
              </a:path>
            </a:pathLst>
          </a:custGeom>
          <a:solidFill>
            <a:srgbClr val="C0C0C0">
              <a:alpha val="2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78" name="フリーフォーム: 図形 777"/>
          <p:cNvSpPr/>
          <p:nvPr/>
        </p:nvSpPr>
        <p:spPr>
          <a:xfrm>
            <a:off x="5474160" y="3359880"/>
            <a:ext cx="585360" cy="585360"/>
          </a:xfrm>
          <a:custGeom>
            <a:avLst/>
            <a:gdLst/>
            <a:ahLst/>
            <a:cxnLst/>
            <a:rect l="0" t="0" r="r" b="b"/>
            <a:pathLst>
              <a:path w="1626" h="1626">
                <a:moveTo>
                  <a:pt x="0" y="813"/>
                </a:moveTo>
                <a:cubicBezTo>
                  <a:pt x="0" y="759"/>
                  <a:pt x="5" y="707"/>
                  <a:pt x="16" y="654"/>
                </a:cubicBezTo>
                <a:cubicBezTo>
                  <a:pt x="26" y="602"/>
                  <a:pt x="42" y="551"/>
                  <a:pt x="62" y="502"/>
                </a:cubicBezTo>
                <a:cubicBezTo>
                  <a:pt x="82" y="452"/>
                  <a:pt x="107" y="406"/>
                  <a:pt x="137" y="361"/>
                </a:cubicBezTo>
                <a:cubicBezTo>
                  <a:pt x="167" y="317"/>
                  <a:pt x="200" y="276"/>
                  <a:pt x="239" y="238"/>
                </a:cubicBezTo>
                <a:cubicBezTo>
                  <a:pt x="277" y="200"/>
                  <a:pt x="318" y="167"/>
                  <a:pt x="362" y="137"/>
                </a:cubicBezTo>
                <a:cubicBezTo>
                  <a:pt x="407" y="108"/>
                  <a:pt x="453" y="82"/>
                  <a:pt x="503" y="62"/>
                </a:cubicBezTo>
                <a:cubicBezTo>
                  <a:pt x="552" y="42"/>
                  <a:pt x="603" y="26"/>
                  <a:pt x="655" y="16"/>
                </a:cubicBezTo>
                <a:cubicBezTo>
                  <a:pt x="707" y="5"/>
                  <a:pt x="760" y="0"/>
                  <a:pt x="814" y="0"/>
                </a:cubicBezTo>
                <a:cubicBezTo>
                  <a:pt x="867" y="0"/>
                  <a:pt x="920" y="5"/>
                  <a:pt x="972" y="16"/>
                </a:cubicBezTo>
                <a:cubicBezTo>
                  <a:pt x="1024" y="26"/>
                  <a:pt x="1075" y="42"/>
                  <a:pt x="1124" y="62"/>
                </a:cubicBezTo>
                <a:cubicBezTo>
                  <a:pt x="1174" y="82"/>
                  <a:pt x="1221" y="108"/>
                  <a:pt x="1265" y="137"/>
                </a:cubicBezTo>
                <a:cubicBezTo>
                  <a:pt x="1309" y="167"/>
                  <a:pt x="1350" y="200"/>
                  <a:pt x="1388" y="238"/>
                </a:cubicBezTo>
                <a:cubicBezTo>
                  <a:pt x="1426" y="276"/>
                  <a:pt x="1459" y="317"/>
                  <a:pt x="1489" y="361"/>
                </a:cubicBezTo>
                <a:cubicBezTo>
                  <a:pt x="1519" y="406"/>
                  <a:pt x="1544" y="452"/>
                  <a:pt x="1564" y="502"/>
                </a:cubicBezTo>
                <a:cubicBezTo>
                  <a:pt x="1585" y="551"/>
                  <a:pt x="1600" y="602"/>
                  <a:pt x="1610" y="654"/>
                </a:cubicBezTo>
                <a:cubicBezTo>
                  <a:pt x="1621" y="707"/>
                  <a:pt x="1626" y="759"/>
                  <a:pt x="1626" y="813"/>
                </a:cubicBezTo>
                <a:cubicBezTo>
                  <a:pt x="1626" y="866"/>
                  <a:pt x="1621" y="919"/>
                  <a:pt x="1610" y="971"/>
                </a:cubicBezTo>
                <a:cubicBezTo>
                  <a:pt x="1600" y="1024"/>
                  <a:pt x="1585" y="1074"/>
                  <a:pt x="1564" y="1124"/>
                </a:cubicBezTo>
                <a:cubicBezTo>
                  <a:pt x="1544" y="1173"/>
                  <a:pt x="1519" y="1220"/>
                  <a:pt x="1489" y="1265"/>
                </a:cubicBezTo>
                <a:cubicBezTo>
                  <a:pt x="1459" y="1309"/>
                  <a:pt x="1426" y="1350"/>
                  <a:pt x="1388" y="1388"/>
                </a:cubicBezTo>
                <a:cubicBezTo>
                  <a:pt x="1350" y="1426"/>
                  <a:pt x="1309" y="1460"/>
                  <a:pt x="1265" y="1489"/>
                </a:cubicBezTo>
                <a:cubicBezTo>
                  <a:pt x="1221" y="1519"/>
                  <a:pt x="1174" y="1544"/>
                  <a:pt x="1124" y="1564"/>
                </a:cubicBezTo>
                <a:cubicBezTo>
                  <a:pt x="1075" y="1585"/>
                  <a:pt x="1024" y="1600"/>
                  <a:pt x="972" y="1611"/>
                </a:cubicBezTo>
                <a:cubicBezTo>
                  <a:pt x="920" y="1621"/>
                  <a:pt x="867" y="1626"/>
                  <a:pt x="814" y="1626"/>
                </a:cubicBezTo>
                <a:cubicBezTo>
                  <a:pt x="760" y="1626"/>
                  <a:pt x="707" y="1621"/>
                  <a:pt x="655" y="1611"/>
                </a:cubicBezTo>
                <a:cubicBezTo>
                  <a:pt x="603" y="1600"/>
                  <a:pt x="552" y="1585"/>
                  <a:pt x="503" y="1564"/>
                </a:cubicBezTo>
                <a:cubicBezTo>
                  <a:pt x="453" y="1544"/>
                  <a:pt x="407" y="1519"/>
                  <a:pt x="362" y="1489"/>
                </a:cubicBezTo>
                <a:cubicBezTo>
                  <a:pt x="318" y="1460"/>
                  <a:pt x="277" y="1426"/>
                  <a:pt x="239" y="1388"/>
                </a:cubicBezTo>
                <a:cubicBezTo>
                  <a:pt x="200" y="1350"/>
                  <a:pt x="167" y="1309"/>
                  <a:pt x="137" y="1265"/>
                </a:cubicBezTo>
                <a:cubicBezTo>
                  <a:pt x="107" y="1220"/>
                  <a:pt x="82" y="1173"/>
                  <a:pt x="62" y="1124"/>
                </a:cubicBezTo>
                <a:cubicBezTo>
                  <a:pt x="42" y="1074"/>
                  <a:pt x="26" y="1024"/>
                  <a:pt x="16" y="971"/>
                </a:cubicBezTo>
                <a:cubicBezTo>
                  <a:pt x="5" y="919"/>
                  <a:pt x="0" y="866"/>
                  <a:pt x="0" y="813"/>
                </a:cubicBezTo>
                <a:moveTo>
                  <a:pt x="814" y="47"/>
                </a:moveTo>
                <a:cubicBezTo>
                  <a:pt x="788" y="47"/>
                  <a:pt x="763" y="48"/>
                  <a:pt x="739" y="50"/>
                </a:cubicBezTo>
                <a:cubicBezTo>
                  <a:pt x="714" y="53"/>
                  <a:pt x="689" y="56"/>
                  <a:pt x="664" y="61"/>
                </a:cubicBezTo>
                <a:cubicBezTo>
                  <a:pt x="640" y="66"/>
                  <a:pt x="615" y="72"/>
                  <a:pt x="591" y="80"/>
                </a:cubicBezTo>
                <a:cubicBezTo>
                  <a:pt x="567" y="87"/>
                  <a:pt x="544" y="95"/>
                  <a:pt x="520" y="105"/>
                </a:cubicBezTo>
                <a:cubicBezTo>
                  <a:pt x="497" y="115"/>
                  <a:pt x="475" y="125"/>
                  <a:pt x="452" y="137"/>
                </a:cubicBezTo>
                <a:cubicBezTo>
                  <a:pt x="430" y="149"/>
                  <a:pt x="409" y="162"/>
                  <a:pt x="388" y="176"/>
                </a:cubicBezTo>
                <a:cubicBezTo>
                  <a:pt x="367" y="190"/>
                  <a:pt x="347" y="205"/>
                  <a:pt x="328" y="221"/>
                </a:cubicBezTo>
                <a:cubicBezTo>
                  <a:pt x="308" y="236"/>
                  <a:pt x="290" y="253"/>
                  <a:pt x="272" y="271"/>
                </a:cubicBezTo>
                <a:cubicBezTo>
                  <a:pt x="254" y="289"/>
                  <a:pt x="237" y="307"/>
                  <a:pt x="220" y="327"/>
                </a:cubicBezTo>
                <a:cubicBezTo>
                  <a:pt x="205" y="346"/>
                  <a:pt x="190" y="366"/>
                  <a:pt x="176" y="387"/>
                </a:cubicBezTo>
                <a:cubicBezTo>
                  <a:pt x="162" y="408"/>
                  <a:pt x="149" y="429"/>
                  <a:pt x="137" y="452"/>
                </a:cubicBezTo>
                <a:cubicBezTo>
                  <a:pt x="125" y="474"/>
                  <a:pt x="114" y="496"/>
                  <a:pt x="105" y="520"/>
                </a:cubicBezTo>
                <a:cubicBezTo>
                  <a:pt x="95" y="543"/>
                  <a:pt x="87" y="566"/>
                  <a:pt x="80" y="590"/>
                </a:cubicBezTo>
                <a:cubicBezTo>
                  <a:pt x="72" y="614"/>
                  <a:pt x="66" y="639"/>
                  <a:pt x="61" y="663"/>
                </a:cubicBezTo>
                <a:cubicBezTo>
                  <a:pt x="56" y="688"/>
                  <a:pt x="53" y="713"/>
                  <a:pt x="50" y="738"/>
                </a:cubicBezTo>
                <a:cubicBezTo>
                  <a:pt x="48" y="763"/>
                  <a:pt x="47" y="788"/>
                  <a:pt x="47" y="813"/>
                </a:cubicBezTo>
                <a:cubicBezTo>
                  <a:pt x="47" y="838"/>
                  <a:pt x="48" y="863"/>
                  <a:pt x="50" y="888"/>
                </a:cubicBezTo>
                <a:cubicBezTo>
                  <a:pt x="53" y="913"/>
                  <a:pt x="56" y="938"/>
                  <a:pt x="61" y="962"/>
                </a:cubicBezTo>
                <a:cubicBezTo>
                  <a:pt x="66" y="987"/>
                  <a:pt x="72" y="1011"/>
                  <a:pt x="80" y="1035"/>
                </a:cubicBezTo>
                <a:cubicBezTo>
                  <a:pt x="87" y="1059"/>
                  <a:pt x="95" y="1083"/>
                  <a:pt x="105" y="1106"/>
                </a:cubicBezTo>
                <a:cubicBezTo>
                  <a:pt x="114" y="1129"/>
                  <a:pt x="125" y="1152"/>
                  <a:pt x="137" y="1174"/>
                </a:cubicBezTo>
                <a:cubicBezTo>
                  <a:pt x="149" y="1196"/>
                  <a:pt x="162" y="1217"/>
                  <a:pt x="176" y="1239"/>
                </a:cubicBezTo>
                <a:cubicBezTo>
                  <a:pt x="190" y="1260"/>
                  <a:pt x="205" y="1280"/>
                  <a:pt x="220" y="1300"/>
                </a:cubicBezTo>
                <a:cubicBezTo>
                  <a:pt x="237" y="1319"/>
                  <a:pt x="254" y="1338"/>
                  <a:pt x="272" y="1355"/>
                </a:cubicBezTo>
                <a:cubicBezTo>
                  <a:pt x="290" y="1373"/>
                  <a:pt x="308" y="1390"/>
                  <a:pt x="328" y="1406"/>
                </a:cubicBezTo>
                <a:cubicBezTo>
                  <a:pt x="347" y="1422"/>
                  <a:pt x="367" y="1437"/>
                  <a:pt x="388" y="1451"/>
                </a:cubicBezTo>
                <a:cubicBezTo>
                  <a:pt x="409" y="1465"/>
                  <a:pt x="430" y="1477"/>
                  <a:pt x="452" y="1489"/>
                </a:cubicBezTo>
                <a:cubicBezTo>
                  <a:pt x="475" y="1501"/>
                  <a:pt x="497" y="1512"/>
                  <a:pt x="520" y="1521"/>
                </a:cubicBezTo>
                <a:cubicBezTo>
                  <a:pt x="544" y="1531"/>
                  <a:pt x="567" y="1539"/>
                  <a:pt x="591" y="1547"/>
                </a:cubicBezTo>
                <a:cubicBezTo>
                  <a:pt x="615" y="1554"/>
                  <a:pt x="640" y="1560"/>
                  <a:pt x="664" y="1565"/>
                </a:cubicBezTo>
                <a:cubicBezTo>
                  <a:pt x="689" y="1570"/>
                  <a:pt x="714" y="1574"/>
                  <a:pt x="739" y="1576"/>
                </a:cubicBezTo>
                <a:cubicBezTo>
                  <a:pt x="763" y="1578"/>
                  <a:pt x="788" y="1580"/>
                  <a:pt x="814" y="1580"/>
                </a:cubicBezTo>
                <a:cubicBezTo>
                  <a:pt x="839" y="1580"/>
                  <a:pt x="864" y="1578"/>
                  <a:pt x="889" y="1576"/>
                </a:cubicBezTo>
                <a:cubicBezTo>
                  <a:pt x="914" y="1574"/>
                  <a:pt x="938" y="1570"/>
                  <a:pt x="963" y="1565"/>
                </a:cubicBezTo>
                <a:cubicBezTo>
                  <a:pt x="988" y="1560"/>
                  <a:pt x="1012" y="1554"/>
                  <a:pt x="1036" y="1547"/>
                </a:cubicBezTo>
                <a:cubicBezTo>
                  <a:pt x="1060" y="1539"/>
                  <a:pt x="1084" y="1531"/>
                  <a:pt x="1107" y="1521"/>
                </a:cubicBezTo>
                <a:cubicBezTo>
                  <a:pt x="1130" y="1512"/>
                  <a:pt x="1153" y="1501"/>
                  <a:pt x="1175" y="1489"/>
                </a:cubicBezTo>
                <a:cubicBezTo>
                  <a:pt x="1197" y="1477"/>
                  <a:pt x="1218" y="1465"/>
                  <a:pt x="1239" y="1451"/>
                </a:cubicBezTo>
                <a:cubicBezTo>
                  <a:pt x="1260" y="1437"/>
                  <a:pt x="1280" y="1422"/>
                  <a:pt x="1300" y="1406"/>
                </a:cubicBezTo>
                <a:cubicBezTo>
                  <a:pt x="1319" y="1390"/>
                  <a:pt x="1338" y="1373"/>
                  <a:pt x="1355" y="1355"/>
                </a:cubicBezTo>
                <a:cubicBezTo>
                  <a:pt x="1373" y="1338"/>
                  <a:pt x="1390" y="1319"/>
                  <a:pt x="1406" y="1300"/>
                </a:cubicBezTo>
                <a:cubicBezTo>
                  <a:pt x="1422" y="1280"/>
                  <a:pt x="1437" y="1260"/>
                  <a:pt x="1451" y="1239"/>
                </a:cubicBezTo>
                <a:cubicBezTo>
                  <a:pt x="1464" y="1217"/>
                  <a:pt x="1477" y="1196"/>
                  <a:pt x="1489" y="1174"/>
                </a:cubicBezTo>
                <a:cubicBezTo>
                  <a:pt x="1501" y="1152"/>
                  <a:pt x="1512" y="1129"/>
                  <a:pt x="1521" y="1106"/>
                </a:cubicBezTo>
                <a:cubicBezTo>
                  <a:pt x="1531" y="1083"/>
                  <a:pt x="1539" y="1059"/>
                  <a:pt x="1547" y="1035"/>
                </a:cubicBezTo>
                <a:cubicBezTo>
                  <a:pt x="1554" y="1011"/>
                  <a:pt x="1560" y="987"/>
                  <a:pt x="1565" y="962"/>
                </a:cubicBezTo>
                <a:cubicBezTo>
                  <a:pt x="1570" y="938"/>
                  <a:pt x="1573" y="913"/>
                  <a:pt x="1576" y="888"/>
                </a:cubicBezTo>
                <a:cubicBezTo>
                  <a:pt x="1578" y="863"/>
                  <a:pt x="1580" y="838"/>
                  <a:pt x="1580" y="813"/>
                </a:cubicBezTo>
                <a:cubicBezTo>
                  <a:pt x="1580" y="788"/>
                  <a:pt x="1578" y="763"/>
                  <a:pt x="1576" y="738"/>
                </a:cubicBezTo>
                <a:cubicBezTo>
                  <a:pt x="1573" y="713"/>
                  <a:pt x="1570" y="688"/>
                  <a:pt x="1565" y="663"/>
                </a:cubicBezTo>
                <a:cubicBezTo>
                  <a:pt x="1560" y="639"/>
                  <a:pt x="1554" y="614"/>
                  <a:pt x="1547" y="590"/>
                </a:cubicBezTo>
                <a:cubicBezTo>
                  <a:pt x="1539" y="566"/>
                  <a:pt x="1531" y="543"/>
                  <a:pt x="1521" y="520"/>
                </a:cubicBezTo>
                <a:cubicBezTo>
                  <a:pt x="1512" y="496"/>
                  <a:pt x="1501" y="474"/>
                  <a:pt x="1489" y="452"/>
                </a:cubicBezTo>
                <a:cubicBezTo>
                  <a:pt x="1477" y="429"/>
                  <a:pt x="1464" y="408"/>
                  <a:pt x="1451" y="387"/>
                </a:cubicBezTo>
                <a:cubicBezTo>
                  <a:pt x="1437" y="366"/>
                  <a:pt x="1422" y="346"/>
                  <a:pt x="1406" y="327"/>
                </a:cubicBezTo>
                <a:cubicBezTo>
                  <a:pt x="1390" y="307"/>
                  <a:pt x="1373" y="289"/>
                  <a:pt x="1355" y="271"/>
                </a:cubicBezTo>
                <a:cubicBezTo>
                  <a:pt x="1338" y="253"/>
                  <a:pt x="1319" y="236"/>
                  <a:pt x="1300" y="221"/>
                </a:cubicBezTo>
                <a:cubicBezTo>
                  <a:pt x="1280" y="205"/>
                  <a:pt x="1260" y="190"/>
                  <a:pt x="1239" y="176"/>
                </a:cubicBezTo>
                <a:cubicBezTo>
                  <a:pt x="1218" y="162"/>
                  <a:pt x="1197" y="149"/>
                  <a:pt x="1175" y="137"/>
                </a:cubicBezTo>
                <a:cubicBezTo>
                  <a:pt x="1153" y="125"/>
                  <a:pt x="1130" y="115"/>
                  <a:pt x="1107" y="105"/>
                </a:cubicBezTo>
                <a:cubicBezTo>
                  <a:pt x="1084" y="95"/>
                  <a:pt x="1060" y="87"/>
                  <a:pt x="1036" y="80"/>
                </a:cubicBezTo>
                <a:cubicBezTo>
                  <a:pt x="1012" y="72"/>
                  <a:pt x="988" y="66"/>
                  <a:pt x="963" y="61"/>
                </a:cubicBezTo>
                <a:cubicBezTo>
                  <a:pt x="938" y="56"/>
                  <a:pt x="914" y="53"/>
                  <a:pt x="889" y="50"/>
                </a:cubicBezTo>
                <a:cubicBezTo>
                  <a:pt x="864" y="48"/>
                  <a:pt x="839" y="47"/>
                  <a:pt x="814" y="47"/>
                </a:cubicBezTo>
                <a:close/>
              </a:path>
            </a:pathLst>
          </a:custGeom>
          <a:solidFill>
            <a:srgbClr val="C0C0C0">
              <a:alpha val="5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79" name="図 778"/>
          <p:cNvPicPr/>
          <p:nvPr/>
        </p:nvPicPr>
        <p:blipFill>
          <a:blip r:embed="rId6"/>
          <a:stretch/>
        </p:blipFill>
        <p:spPr>
          <a:xfrm>
            <a:off x="5641560" y="3527280"/>
            <a:ext cx="250200" cy="250200"/>
          </a:xfrm>
          <a:prstGeom prst="rect">
            <a:avLst/>
          </a:prstGeom>
          <a:noFill/>
          <a:ln w="0">
            <a:noFill/>
          </a:ln>
        </p:spPr>
      </p:pic>
      <p:sp>
        <p:nvSpPr>
          <p:cNvPr id="780" name="フリーフォーム: 図形 779"/>
          <p:cNvSpPr/>
          <p:nvPr/>
        </p:nvSpPr>
        <p:spPr>
          <a:xfrm>
            <a:off x="5306040" y="2464920"/>
            <a:ext cx="418320" cy="417960"/>
          </a:xfrm>
          <a:custGeom>
            <a:avLst/>
            <a:gdLst/>
            <a:ahLst/>
            <a:cxnLst/>
            <a:rect l="0" t="0" r="r" b="b"/>
            <a:pathLst>
              <a:path w="1162" h="1161">
                <a:moveTo>
                  <a:pt x="11" y="467"/>
                </a:moveTo>
                <a:cubicBezTo>
                  <a:pt x="19" y="430"/>
                  <a:pt x="30" y="393"/>
                  <a:pt x="44" y="358"/>
                </a:cubicBezTo>
                <a:cubicBezTo>
                  <a:pt x="59" y="323"/>
                  <a:pt x="77" y="289"/>
                  <a:pt x="98" y="258"/>
                </a:cubicBezTo>
                <a:cubicBezTo>
                  <a:pt x="119" y="226"/>
                  <a:pt x="143" y="197"/>
                  <a:pt x="170" y="170"/>
                </a:cubicBezTo>
                <a:cubicBezTo>
                  <a:pt x="197" y="143"/>
                  <a:pt x="226" y="119"/>
                  <a:pt x="258" y="98"/>
                </a:cubicBezTo>
                <a:cubicBezTo>
                  <a:pt x="290" y="76"/>
                  <a:pt x="323" y="59"/>
                  <a:pt x="358" y="44"/>
                </a:cubicBezTo>
                <a:cubicBezTo>
                  <a:pt x="394" y="29"/>
                  <a:pt x="430" y="18"/>
                  <a:pt x="467" y="11"/>
                </a:cubicBezTo>
                <a:cubicBezTo>
                  <a:pt x="505" y="3"/>
                  <a:pt x="542" y="0"/>
                  <a:pt x="581" y="0"/>
                </a:cubicBezTo>
                <a:cubicBezTo>
                  <a:pt x="619" y="0"/>
                  <a:pt x="656" y="3"/>
                  <a:pt x="694" y="11"/>
                </a:cubicBezTo>
                <a:cubicBezTo>
                  <a:pt x="731" y="18"/>
                  <a:pt x="767" y="29"/>
                  <a:pt x="803" y="44"/>
                </a:cubicBezTo>
                <a:cubicBezTo>
                  <a:pt x="838" y="59"/>
                  <a:pt x="871" y="76"/>
                  <a:pt x="903" y="98"/>
                </a:cubicBezTo>
                <a:cubicBezTo>
                  <a:pt x="936" y="119"/>
                  <a:pt x="965" y="143"/>
                  <a:pt x="992" y="170"/>
                </a:cubicBezTo>
                <a:cubicBezTo>
                  <a:pt x="1019" y="197"/>
                  <a:pt x="1043" y="226"/>
                  <a:pt x="1064" y="258"/>
                </a:cubicBezTo>
                <a:cubicBezTo>
                  <a:pt x="1085" y="289"/>
                  <a:pt x="1103" y="323"/>
                  <a:pt x="1118" y="358"/>
                </a:cubicBezTo>
                <a:cubicBezTo>
                  <a:pt x="1132" y="393"/>
                  <a:pt x="1143" y="430"/>
                  <a:pt x="1151" y="467"/>
                </a:cubicBezTo>
                <a:cubicBezTo>
                  <a:pt x="1158" y="504"/>
                  <a:pt x="1162" y="542"/>
                  <a:pt x="1162" y="580"/>
                </a:cubicBezTo>
                <a:cubicBezTo>
                  <a:pt x="1162" y="618"/>
                  <a:pt x="1158" y="656"/>
                  <a:pt x="1151" y="694"/>
                </a:cubicBezTo>
                <a:cubicBezTo>
                  <a:pt x="1143" y="732"/>
                  <a:pt x="1132" y="768"/>
                  <a:pt x="1118" y="803"/>
                </a:cubicBezTo>
                <a:cubicBezTo>
                  <a:pt x="1103" y="838"/>
                  <a:pt x="1085" y="872"/>
                  <a:pt x="1064" y="904"/>
                </a:cubicBezTo>
                <a:cubicBezTo>
                  <a:pt x="1043" y="935"/>
                  <a:pt x="1019" y="965"/>
                  <a:pt x="992" y="991"/>
                </a:cubicBezTo>
                <a:cubicBezTo>
                  <a:pt x="965" y="1018"/>
                  <a:pt x="936" y="1042"/>
                  <a:pt x="903" y="1064"/>
                </a:cubicBezTo>
                <a:cubicBezTo>
                  <a:pt x="871" y="1085"/>
                  <a:pt x="838" y="1103"/>
                  <a:pt x="803" y="1117"/>
                </a:cubicBezTo>
                <a:cubicBezTo>
                  <a:pt x="767" y="1132"/>
                  <a:pt x="731" y="1143"/>
                  <a:pt x="694" y="1150"/>
                </a:cubicBezTo>
                <a:cubicBezTo>
                  <a:pt x="656" y="1158"/>
                  <a:pt x="619" y="1161"/>
                  <a:pt x="581" y="1161"/>
                </a:cubicBezTo>
                <a:cubicBezTo>
                  <a:pt x="542" y="1161"/>
                  <a:pt x="505" y="1158"/>
                  <a:pt x="467" y="1150"/>
                </a:cubicBezTo>
                <a:cubicBezTo>
                  <a:pt x="430" y="1143"/>
                  <a:pt x="394" y="1132"/>
                  <a:pt x="358" y="1117"/>
                </a:cubicBezTo>
                <a:cubicBezTo>
                  <a:pt x="323" y="1103"/>
                  <a:pt x="290" y="1085"/>
                  <a:pt x="258" y="1064"/>
                </a:cubicBezTo>
                <a:cubicBezTo>
                  <a:pt x="226" y="1042"/>
                  <a:pt x="197" y="1018"/>
                  <a:pt x="170" y="991"/>
                </a:cubicBezTo>
                <a:cubicBezTo>
                  <a:pt x="143" y="965"/>
                  <a:pt x="119" y="935"/>
                  <a:pt x="98" y="904"/>
                </a:cubicBezTo>
                <a:cubicBezTo>
                  <a:pt x="77" y="872"/>
                  <a:pt x="59" y="838"/>
                  <a:pt x="44" y="803"/>
                </a:cubicBezTo>
                <a:cubicBezTo>
                  <a:pt x="30" y="768"/>
                  <a:pt x="19" y="732"/>
                  <a:pt x="11" y="694"/>
                </a:cubicBezTo>
                <a:cubicBezTo>
                  <a:pt x="4" y="656"/>
                  <a:pt x="0" y="618"/>
                  <a:pt x="0" y="580"/>
                </a:cubicBezTo>
                <a:cubicBezTo>
                  <a:pt x="0" y="542"/>
                  <a:pt x="4" y="504"/>
                  <a:pt x="11" y="467"/>
                </a:cubicBezTo>
                <a:close/>
              </a:path>
            </a:pathLst>
          </a:custGeom>
          <a:solidFill>
            <a:srgbClr val="C0C0C0">
              <a:alpha val="2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81" name="フリーフォーム: 図形 780"/>
          <p:cNvSpPr/>
          <p:nvPr/>
        </p:nvSpPr>
        <p:spPr>
          <a:xfrm>
            <a:off x="5306040" y="2464920"/>
            <a:ext cx="418320" cy="417960"/>
          </a:xfrm>
          <a:custGeom>
            <a:avLst/>
            <a:gdLst/>
            <a:ahLst/>
            <a:cxnLst/>
            <a:rect l="0" t="0" r="r" b="b"/>
            <a:pathLst>
              <a:path w="1162" h="1161">
                <a:moveTo>
                  <a:pt x="0" y="580"/>
                </a:moveTo>
                <a:cubicBezTo>
                  <a:pt x="0" y="542"/>
                  <a:pt x="4" y="504"/>
                  <a:pt x="11" y="467"/>
                </a:cubicBezTo>
                <a:cubicBezTo>
                  <a:pt x="19" y="430"/>
                  <a:pt x="30" y="393"/>
                  <a:pt x="44" y="358"/>
                </a:cubicBezTo>
                <a:cubicBezTo>
                  <a:pt x="59" y="323"/>
                  <a:pt x="77" y="289"/>
                  <a:pt x="98" y="258"/>
                </a:cubicBezTo>
                <a:cubicBezTo>
                  <a:pt x="119" y="226"/>
                  <a:pt x="143" y="197"/>
                  <a:pt x="170" y="170"/>
                </a:cubicBezTo>
                <a:cubicBezTo>
                  <a:pt x="197" y="143"/>
                  <a:pt x="226" y="119"/>
                  <a:pt x="258" y="98"/>
                </a:cubicBezTo>
                <a:cubicBezTo>
                  <a:pt x="290" y="76"/>
                  <a:pt x="323" y="59"/>
                  <a:pt x="358" y="44"/>
                </a:cubicBezTo>
                <a:cubicBezTo>
                  <a:pt x="394" y="29"/>
                  <a:pt x="430" y="18"/>
                  <a:pt x="467" y="11"/>
                </a:cubicBezTo>
                <a:cubicBezTo>
                  <a:pt x="505" y="3"/>
                  <a:pt x="542" y="0"/>
                  <a:pt x="581" y="0"/>
                </a:cubicBezTo>
                <a:cubicBezTo>
                  <a:pt x="619" y="0"/>
                  <a:pt x="656" y="3"/>
                  <a:pt x="694" y="11"/>
                </a:cubicBezTo>
                <a:cubicBezTo>
                  <a:pt x="731" y="18"/>
                  <a:pt x="767" y="29"/>
                  <a:pt x="803" y="44"/>
                </a:cubicBezTo>
                <a:cubicBezTo>
                  <a:pt x="838" y="59"/>
                  <a:pt x="871" y="76"/>
                  <a:pt x="903" y="98"/>
                </a:cubicBezTo>
                <a:cubicBezTo>
                  <a:pt x="936" y="119"/>
                  <a:pt x="965" y="143"/>
                  <a:pt x="992" y="170"/>
                </a:cubicBezTo>
                <a:cubicBezTo>
                  <a:pt x="1019" y="197"/>
                  <a:pt x="1043" y="226"/>
                  <a:pt x="1064" y="258"/>
                </a:cubicBezTo>
                <a:cubicBezTo>
                  <a:pt x="1085" y="289"/>
                  <a:pt x="1103" y="323"/>
                  <a:pt x="1118" y="358"/>
                </a:cubicBezTo>
                <a:cubicBezTo>
                  <a:pt x="1132" y="393"/>
                  <a:pt x="1143" y="430"/>
                  <a:pt x="1151" y="467"/>
                </a:cubicBezTo>
                <a:cubicBezTo>
                  <a:pt x="1158" y="504"/>
                  <a:pt x="1162" y="542"/>
                  <a:pt x="1162" y="580"/>
                </a:cubicBezTo>
                <a:cubicBezTo>
                  <a:pt x="1162" y="618"/>
                  <a:pt x="1158" y="656"/>
                  <a:pt x="1151" y="694"/>
                </a:cubicBezTo>
                <a:cubicBezTo>
                  <a:pt x="1143" y="732"/>
                  <a:pt x="1132" y="768"/>
                  <a:pt x="1118" y="803"/>
                </a:cubicBezTo>
                <a:cubicBezTo>
                  <a:pt x="1103" y="838"/>
                  <a:pt x="1085" y="872"/>
                  <a:pt x="1064" y="904"/>
                </a:cubicBezTo>
                <a:cubicBezTo>
                  <a:pt x="1043" y="935"/>
                  <a:pt x="1019" y="965"/>
                  <a:pt x="992" y="991"/>
                </a:cubicBezTo>
                <a:cubicBezTo>
                  <a:pt x="965" y="1018"/>
                  <a:pt x="936" y="1042"/>
                  <a:pt x="903" y="1064"/>
                </a:cubicBezTo>
                <a:cubicBezTo>
                  <a:pt x="871" y="1085"/>
                  <a:pt x="838" y="1103"/>
                  <a:pt x="803" y="1117"/>
                </a:cubicBezTo>
                <a:cubicBezTo>
                  <a:pt x="767" y="1132"/>
                  <a:pt x="731" y="1143"/>
                  <a:pt x="694" y="1150"/>
                </a:cubicBezTo>
                <a:cubicBezTo>
                  <a:pt x="656" y="1158"/>
                  <a:pt x="619" y="1161"/>
                  <a:pt x="581" y="1161"/>
                </a:cubicBezTo>
                <a:cubicBezTo>
                  <a:pt x="542" y="1161"/>
                  <a:pt x="505" y="1158"/>
                  <a:pt x="467" y="1150"/>
                </a:cubicBezTo>
                <a:cubicBezTo>
                  <a:pt x="430" y="1143"/>
                  <a:pt x="394" y="1132"/>
                  <a:pt x="358" y="1117"/>
                </a:cubicBezTo>
                <a:cubicBezTo>
                  <a:pt x="323" y="1103"/>
                  <a:pt x="290" y="1085"/>
                  <a:pt x="258" y="1064"/>
                </a:cubicBezTo>
                <a:cubicBezTo>
                  <a:pt x="226" y="1042"/>
                  <a:pt x="197" y="1018"/>
                  <a:pt x="170" y="991"/>
                </a:cubicBezTo>
                <a:cubicBezTo>
                  <a:pt x="143" y="965"/>
                  <a:pt x="119" y="935"/>
                  <a:pt x="98" y="904"/>
                </a:cubicBezTo>
                <a:cubicBezTo>
                  <a:pt x="77" y="872"/>
                  <a:pt x="59" y="838"/>
                  <a:pt x="44" y="803"/>
                </a:cubicBezTo>
                <a:cubicBezTo>
                  <a:pt x="30" y="768"/>
                  <a:pt x="19" y="732"/>
                  <a:pt x="11" y="694"/>
                </a:cubicBezTo>
                <a:cubicBezTo>
                  <a:pt x="4" y="656"/>
                  <a:pt x="0" y="618"/>
                  <a:pt x="0" y="580"/>
                </a:cubicBezTo>
                <a:moveTo>
                  <a:pt x="581" y="46"/>
                </a:moveTo>
                <a:cubicBezTo>
                  <a:pt x="545" y="46"/>
                  <a:pt x="511" y="50"/>
                  <a:pt x="476" y="56"/>
                </a:cubicBezTo>
                <a:cubicBezTo>
                  <a:pt x="442" y="63"/>
                  <a:pt x="409" y="73"/>
                  <a:pt x="376" y="87"/>
                </a:cubicBezTo>
                <a:cubicBezTo>
                  <a:pt x="344" y="100"/>
                  <a:pt x="313" y="117"/>
                  <a:pt x="284" y="136"/>
                </a:cubicBezTo>
                <a:cubicBezTo>
                  <a:pt x="255" y="156"/>
                  <a:pt x="228" y="178"/>
                  <a:pt x="203" y="203"/>
                </a:cubicBezTo>
                <a:cubicBezTo>
                  <a:pt x="178" y="227"/>
                  <a:pt x="156" y="254"/>
                  <a:pt x="137" y="283"/>
                </a:cubicBezTo>
                <a:cubicBezTo>
                  <a:pt x="117" y="313"/>
                  <a:pt x="101" y="343"/>
                  <a:pt x="87" y="376"/>
                </a:cubicBezTo>
                <a:cubicBezTo>
                  <a:pt x="74" y="408"/>
                  <a:pt x="64" y="442"/>
                  <a:pt x="57" y="476"/>
                </a:cubicBezTo>
                <a:cubicBezTo>
                  <a:pt x="50" y="510"/>
                  <a:pt x="47" y="545"/>
                  <a:pt x="47" y="580"/>
                </a:cubicBezTo>
                <a:cubicBezTo>
                  <a:pt x="47" y="615"/>
                  <a:pt x="50" y="650"/>
                  <a:pt x="57" y="684"/>
                </a:cubicBezTo>
                <a:cubicBezTo>
                  <a:pt x="64" y="720"/>
                  <a:pt x="74" y="753"/>
                  <a:pt x="87" y="785"/>
                </a:cubicBezTo>
                <a:cubicBezTo>
                  <a:pt x="101" y="818"/>
                  <a:pt x="117" y="849"/>
                  <a:pt x="137" y="878"/>
                </a:cubicBezTo>
                <a:cubicBezTo>
                  <a:pt x="156" y="907"/>
                  <a:pt x="178" y="934"/>
                  <a:pt x="203" y="959"/>
                </a:cubicBezTo>
                <a:cubicBezTo>
                  <a:pt x="228" y="983"/>
                  <a:pt x="255" y="1006"/>
                  <a:pt x="284" y="1025"/>
                </a:cubicBezTo>
                <a:cubicBezTo>
                  <a:pt x="313" y="1044"/>
                  <a:pt x="344" y="1061"/>
                  <a:pt x="376" y="1074"/>
                </a:cubicBezTo>
                <a:cubicBezTo>
                  <a:pt x="409" y="1088"/>
                  <a:pt x="442" y="1098"/>
                  <a:pt x="476" y="1105"/>
                </a:cubicBezTo>
                <a:cubicBezTo>
                  <a:pt x="511" y="1112"/>
                  <a:pt x="545" y="1115"/>
                  <a:pt x="581" y="1115"/>
                </a:cubicBezTo>
                <a:cubicBezTo>
                  <a:pt x="616" y="1115"/>
                  <a:pt x="650" y="1112"/>
                  <a:pt x="685" y="1105"/>
                </a:cubicBezTo>
                <a:cubicBezTo>
                  <a:pt x="719" y="1098"/>
                  <a:pt x="752" y="1088"/>
                  <a:pt x="785" y="1074"/>
                </a:cubicBezTo>
                <a:cubicBezTo>
                  <a:pt x="817" y="1061"/>
                  <a:pt x="848" y="1044"/>
                  <a:pt x="877" y="1025"/>
                </a:cubicBezTo>
                <a:cubicBezTo>
                  <a:pt x="906" y="1006"/>
                  <a:pt x="934" y="983"/>
                  <a:pt x="959" y="959"/>
                </a:cubicBezTo>
                <a:cubicBezTo>
                  <a:pt x="984" y="934"/>
                  <a:pt x="1006" y="907"/>
                  <a:pt x="1025" y="878"/>
                </a:cubicBezTo>
                <a:cubicBezTo>
                  <a:pt x="1045" y="849"/>
                  <a:pt x="1061" y="818"/>
                  <a:pt x="1075" y="785"/>
                </a:cubicBezTo>
                <a:cubicBezTo>
                  <a:pt x="1088" y="753"/>
                  <a:pt x="1098" y="720"/>
                  <a:pt x="1105" y="684"/>
                </a:cubicBezTo>
                <a:cubicBezTo>
                  <a:pt x="1112" y="650"/>
                  <a:pt x="1115" y="615"/>
                  <a:pt x="1115" y="580"/>
                </a:cubicBezTo>
                <a:cubicBezTo>
                  <a:pt x="1115" y="545"/>
                  <a:pt x="1112" y="510"/>
                  <a:pt x="1105" y="476"/>
                </a:cubicBezTo>
                <a:cubicBezTo>
                  <a:pt x="1098" y="442"/>
                  <a:pt x="1088" y="408"/>
                  <a:pt x="1075" y="376"/>
                </a:cubicBezTo>
                <a:cubicBezTo>
                  <a:pt x="1061" y="343"/>
                  <a:pt x="1045" y="313"/>
                  <a:pt x="1025" y="283"/>
                </a:cubicBezTo>
                <a:cubicBezTo>
                  <a:pt x="1006" y="254"/>
                  <a:pt x="984" y="227"/>
                  <a:pt x="959" y="203"/>
                </a:cubicBezTo>
                <a:cubicBezTo>
                  <a:pt x="934" y="178"/>
                  <a:pt x="906" y="156"/>
                  <a:pt x="877" y="136"/>
                </a:cubicBezTo>
                <a:cubicBezTo>
                  <a:pt x="848" y="117"/>
                  <a:pt x="817" y="100"/>
                  <a:pt x="785" y="87"/>
                </a:cubicBezTo>
                <a:cubicBezTo>
                  <a:pt x="752" y="73"/>
                  <a:pt x="719" y="63"/>
                  <a:pt x="685" y="56"/>
                </a:cubicBezTo>
                <a:cubicBezTo>
                  <a:pt x="650" y="50"/>
                  <a:pt x="616" y="46"/>
                  <a:pt x="581" y="46"/>
                </a:cubicBezTo>
                <a:close/>
              </a:path>
            </a:pathLst>
          </a:custGeom>
          <a:solidFill>
            <a:srgbClr val="C0C0C0">
              <a:alpha val="5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82" name="図 781"/>
          <p:cNvPicPr/>
          <p:nvPr/>
        </p:nvPicPr>
        <p:blipFill>
          <a:blip r:embed="rId7"/>
          <a:stretch/>
        </p:blipFill>
        <p:spPr>
          <a:xfrm>
            <a:off x="5431680" y="2590200"/>
            <a:ext cx="166680" cy="166680"/>
          </a:xfrm>
          <a:prstGeom prst="rect">
            <a:avLst/>
          </a:prstGeom>
          <a:noFill/>
          <a:ln w="0">
            <a:noFill/>
          </a:ln>
        </p:spPr>
      </p:pic>
      <p:sp>
        <p:nvSpPr>
          <p:cNvPr id="783" name="フリーフォーム: 図形 782"/>
          <p:cNvSpPr/>
          <p:nvPr/>
        </p:nvSpPr>
        <p:spPr>
          <a:xfrm>
            <a:off x="6239520" y="2863440"/>
            <a:ext cx="418320" cy="418320"/>
          </a:xfrm>
          <a:custGeom>
            <a:avLst/>
            <a:gdLst/>
            <a:ahLst/>
            <a:cxnLst/>
            <a:rect l="0" t="0" r="r" b="b"/>
            <a:pathLst>
              <a:path w="1162" h="1162">
                <a:moveTo>
                  <a:pt x="12" y="467"/>
                </a:moveTo>
                <a:cubicBezTo>
                  <a:pt x="19" y="430"/>
                  <a:pt x="30" y="394"/>
                  <a:pt x="45" y="359"/>
                </a:cubicBezTo>
                <a:cubicBezTo>
                  <a:pt x="59" y="323"/>
                  <a:pt x="77" y="290"/>
                  <a:pt x="98" y="258"/>
                </a:cubicBezTo>
                <a:cubicBezTo>
                  <a:pt x="119" y="227"/>
                  <a:pt x="143" y="197"/>
                  <a:pt x="170" y="170"/>
                </a:cubicBezTo>
                <a:cubicBezTo>
                  <a:pt x="197" y="143"/>
                  <a:pt x="227" y="119"/>
                  <a:pt x="258" y="98"/>
                </a:cubicBezTo>
                <a:cubicBezTo>
                  <a:pt x="290" y="77"/>
                  <a:pt x="323" y="59"/>
                  <a:pt x="359" y="45"/>
                </a:cubicBezTo>
                <a:cubicBezTo>
                  <a:pt x="394" y="30"/>
                  <a:pt x="430" y="19"/>
                  <a:pt x="468" y="12"/>
                </a:cubicBezTo>
                <a:cubicBezTo>
                  <a:pt x="505" y="4"/>
                  <a:pt x="543" y="0"/>
                  <a:pt x="581" y="0"/>
                </a:cubicBezTo>
                <a:cubicBezTo>
                  <a:pt x="619" y="0"/>
                  <a:pt x="658" y="4"/>
                  <a:pt x="695" y="12"/>
                </a:cubicBezTo>
                <a:cubicBezTo>
                  <a:pt x="732" y="19"/>
                  <a:pt x="769" y="30"/>
                  <a:pt x="804" y="45"/>
                </a:cubicBezTo>
                <a:cubicBezTo>
                  <a:pt x="839" y="59"/>
                  <a:pt x="872" y="77"/>
                  <a:pt x="904" y="98"/>
                </a:cubicBezTo>
                <a:cubicBezTo>
                  <a:pt x="936" y="119"/>
                  <a:pt x="965" y="143"/>
                  <a:pt x="992" y="170"/>
                </a:cubicBezTo>
                <a:cubicBezTo>
                  <a:pt x="1019" y="197"/>
                  <a:pt x="1043" y="227"/>
                  <a:pt x="1064" y="258"/>
                </a:cubicBezTo>
                <a:cubicBezTo>
                  <a:pt x="1085" y="290"/>
                  <a:pt x="1103" y="323"/>
                  <a:pt x="1118" y="359"/>
                </a:cubicBezTo>
                <a:cubicBezTo>
                  <a:pt x="1132" y="394"/>
                  <a:pt x="1144" y="430"/>
                  <a:pt x="1151" y="467"/>
                </a:cubicBezTo>
                <a:cubicBezTo>
                  <a:pt x="1158" y="505"/>
                  <a:pt x="1162" y="542"/>
                  <a:pt x="1162" y="580"/>
                </a:cubicBezTo>
                <a:lnTo>
                  <a:pt x="1162" y="581"/>
                </a:lnTo>
                <a:cubicBezTo>
                  <a:pt x="1162" y="619"/>
                  <a:pt x="1158" y="657"/>
                  <a:pt x="1151" y="694"/>
                </a:cubicBezTo>
                <a:cubicBezTo>
                  <a:pt x="1144" y="731"/>
                  <a:pt x="1132" y="769"/>
                  <a:pt x="1118" y="804"/>
                </a:cubicBezTo>
                <a:cubicBezTo>
                  <a:pt x="1103" y="839"/>
                  <a:pt x="1085" y="872"/>
                  <a:pt x="1064" y="904"/>
                </a:cubicBezTo>
                <a:cubicBezTo>
                  <a:pt x="1043" y="936"/>
                  <a:pt x="1019" y="965"/>
                  <a:pt x="992" y="992"/>
                </a:cubicBezTo>
                <a:cubicBezTo>
                  <a:pt x="965" y="1019"/>
                  <a:pt x="936" y="1043"/>
                  <a:pt x="904" y="1064"/>
                </a:cubicBezTo>
                <a:cubicBezTo>
                  <a:pt x="872" y="1085"/>
                  <a:pt x="839" y="1103"/>
                  <a:pt x="804" y="1118"/>
                </a:cubicBezTo>
                <a:cubicBezTo>
                  <a:pt x="769" y="1132"/>
                  <a:pt x="732" y="1143"/>
                  <a:pt x="695" y="1151"/>
                </a:cubicBezTo>
                <a:cubicBezTo>
                  <a:pt x="658" y="1158"/>
                  <a:pt x="619" y="1162"/>
                  <a:pt x="581" y="1162"/>
                </a:cubicBezTo>
                <a:cubicBezTo>
                  <a:pt x="543" y="1162"/>
                  <a:pt x="505" y="1158"/>
                  <a:pt x="468" y="1151"/>
                </a:cubicBezTo>
                <a:cubicBezTo>
                  <a:pt x="430" y="1143"/>
                  <a:pt x="394" y="1132"/>
                  <a:pt x="359" y="1118"/>
                </a:cubicBezTo>
                <a:cubicBezTo>
                  <a:pt x="323" y="1103"/>
                  <a:pt x="290" y="1085"/>
                  <a:pt x="258" y="1064"/>
                </a:cubicBezTo>
                <a:cubicBezTo>
                  <a:pt x="227" y="1043"/>
                  <a:pt x="197" y="1019"/>
                  <a:pt x="170" y="992"/>
                </a:cubicBezTo>
                <a:cubicBezTo>
                  <a:pt x="143" y="965"/>
                  <a:pt x="119" y="936"/>
                  <a:pt x="98" y="904"/>
                </a:cubicBezTo>
                <a:cubicBezTo>
                  <a:pt x="77" y="872"/>
                  <a:pt x="59" y="839"/>
                  <a:pt x="45" y="804"/>
                </a:cubicBezTo>
                <a:cubicBezTo>
                  <a:pt x="30" y="769"/>
                  <a:pt x="19" y="731"/>
                  <a:pt x="12" y="694"/>
                </a:cubicBezTo>
                <a:cubicBezTo>
                  <a:pt x="4" y="657"/>
                  <a:pt x="0" y="619"/>
                  <a:pt x="0" y="581"/>
                </a:cubicBezTo>
                <a:lnTo>
                  <a:pt x="0" y="580"/>
                </a:lnTo>
                <a:cubicBezTo>
                  <a:pt x="0" y="542"/>
                  <a:pt x="4" y="505"/>
                  <a:pt x="12" y="467"/>
                </a:cubicBezTo>
                <a:close/>
              </a:path>
            </a:pathLst>
          </a:custGeom>
          <a:solidFill>
            <a:srgbClr val="C0C0C0">
              <a:alpha val="2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84" name="フリーフォーム: 図形 783"/>
          <p:cNvSpPr/>
          <p:nvPr/>
        </p:nvSpPr>
        <p:spPr>
          <a:xfrm>
            <a:off x="6239520" y="2863440"/>
            <a:ext cx="418320" cy="418320"/>
          </a:xfrm>
          <a:custGeom>
            <a:avLst/>
            <a:gdLst/>
            <a:ahLst/>
            <a:cxnLst/>
            <a:rect l="0" t="0" r="r" b="b"/>
            <a:pathLst>
              <a:path w="1162" h="1162">
                <a:moveTo>
                  <a:pt x="0" y="581"/>
                </a:moveTo>
                <a:cubicBezTo>
                  <a:pt x="0" y="543"/>
                  <a:pt x="4" y="505"/>
                  <a:pt x="12" y="467"/>
                </a:cubicBezTo>
                <a:cubicBezTo>
                  <a:pt x="19" y="430"/>
                  <a:pt x="30" y="394"/>
                  <a:pt x="45" y="359"/>
                </a:cubicBezTo>
                <a:cubicBezTo>
                  <a:pt x="59" y="323"/>
                  <a:pt x="77" y="290"/>
                  <a:pt x="98" y="258"/>
                </a:cubicBezTo>
                <a:cubicBezTo>
                  <a:pt x="119" y="227"/>
                  <a:pt x="143" y="197"/>
                  <a:pt x="170" y="170"/>
                </a:cubicBezTo>
                <a:cubicBezTo>
                  <a:pt x="197" y="143"/>
                  <a:pt x="227" y="119"/>
                  <a:pt x="258" y="98"/>
                </a:cubicBezTo>
                <a:cubicBezTo>
                  <a:pt x="290" y="77"/>
                  <a:pt x="323" y="59"/>
                  <a:pt x="359" y="45"/>
                </a:cubicBezTo>
                <a:cubicBezTo>
                  <a:pt x="394" y="30"/>
                  <a:pt x="430" y="19"/>
                  <a:pt x="468" y="12"/>
                </a:cubicBezTo>
                <a:cubicBezTo>
                  <a:pt x="505" y="4"/>
                  <a:pt x="543" y="0"/>
                  <a:pt x="581" y="0"/>
                </a:cubicBezTo>
                <a:cubicBezTo>
                  <a:pt x="619" y="0"/>
                  <a:pt x="658" y="4"/>
                  <a:pt x="695" y="12"/>
                </a:cubicBezTo>
                <a:cubicBezTo>
                  <a:pt x="732" y="19"/>
                  <a:pt x="769" y="30"/>
                  <a:pt x="804" y="45"/>
                </a:cubicBezTo>
                <a:cubicBezTo>
                  <a:pt x="839" y="59"/>
                  <a:pt x="872" y="77"/>
                  <a:pt x="904" y="98"/>
                </a:cubicBezTo>
                <a:cubicBezTo>
                  <a:pt x="936" y="119"/>
                  <a:pt x="965" y="143"/>
                  <a:pt x="992" y="170"/>
                </a:cubicBezTo>
                <a:cubicBezTo>
                  <a:pt x="1019" y="197"/>
                  <a:pt x="1043" y="227"/>
                  <a:pt x="1064" y="258"/>
                </a:cubicBezTo>
                <a:cubicBezTo>
                  <a:pt x="1085" y="290"/>
                  <a:pt x="1103" y="323"/>
                  <a:pt x="1118" y="359"/>
                </a:cubicBezTo>
                <a:cubicBezTo>
                  <a:pt x="1132" y="394"/>
                  <a:pt x="1144" y="430"/>
                  <a:pt x="1151" y="467"/>
                </a:cubicBezTo>
                <a:cubicBezTo>
                  <a:pt x="1158" y="505"/>
                  <a:pt x="1162" y="543"/>
                  <a:pt x="1162" y="581"/>
                </a:cubicBezTo>
                <a:cubicBezTo>
                  <a:pt x="1162" y="619"/>
                  <a:pt x="1158" y="657"/>
                  <a:pt x="1151" y="694"/>
                </a:cubicBezTo>
                <a:cubicBezTo>
                  <a:pt x="1144" y="731"/>
                  <a:pt x="1132" y="769"/>
                  <a:pt x="1118" y="804"/>
                </a:cubicBezTo>
                <a:cubicBezTo>
                  <a:pt x="1103" y="839"/>
                  <a:pt x="1085" y="872"/>
                  <a:pt x="1064" y="904"/>
                </a:cubicBezTo>
                <a:cubicBezTo>
                  <a:pt x="1043" y="936"/>
                  <a:pt x="1019" y="965"/>
                  <a:pt x="992" y="992"/>
                </a:cubicBezTo>
                <a:cubicBezTo>
                  <a:pt x="965" y="1019"/>
                  <a:pt x="936" y="1043"/>
                  <a:pt x="904" y="1064"/>
                </a:cubicBezTo>
                <a:cubicBezTo>
                  <a:pt x="872" y="1085"/>
                  <a:pt x="839" y="1103"/>
                  <a:pt x="804" y="1118"/>
                </a:cubicBezTo>
                <a:cubicBezTo>
                  <a:pt x="769" y="1132"/>
                  <a:pt x="732" y="1143"/>
                  <a:pt x="695" y="1151"/>
                </a:cubicBezTo>
                <a:cubicBezTo>
                  <a:pt x="658" y="1158"/>
                  <a:pt x="619" y="1162"/>
                  <a:pt x="581" y="1162"/>
                </a:cubicBezTo>
                <a:cubicBezTo>
                  <a:pt x="543" y="1162"/>
                  <a:pt x="505" y="1158"/>
                  <a:pt x="468" y="1151"/>
                </a:cubicBezTo>
                <a:cubicBezTo>
                  <a:pt x="430" y="1143"/>
                  <a:pt x="394" y="1132"/>
                  <a:pt x="359" y="1118"/>
                </a:cubicBezTo>
                <a:cubicBezTo>
                  <a:pt x="323" y="1103"/>
                  <a:pt x="290" y="1085"/>
                  <a:pt x="258" y="1064"/>
                </a:cubicBezTo>
                <a:cubicBezTo>
                  <a:pt x="227" y="1043"/>
                  <a:pt x="197" y="1019"/>
                  <a:pt x="170" y="992"/>
                </a:cubicBezTo>
                <a:cubicBezTo>
                  <a:pt x="143" y="965"/>
                  <a:pt x="119" y="936"/>
                  <a:pt x="98" y="904"/>
                </a:cubicBezTo>
                <a:cubicBezTo>
                  <a:pt x="77" y="872"/>
                  <a:pt x="59" y="839"/>
                  <a:pt x="45" y="804"/>
                </a:cubicBezTo>
                <a:cubicBezTo>
                  <a:pt x="30" y="769"/>
                  <a:pt x="19" y="731"/>
                  <a:pt x="12" y="694"/>
                </a:cubicBezTo>
                <a:cubicBezTo>
                  <a:pt x="4" y="657"/>
                  <a:pt x="0" y="619"/>
                  <a:pt x="0" y="581"/>
                </a:cubicBezTo>
                <a:moveTo>
                  <a:pt x="581" y="47"/>
                </a:moveTo>
                <a:cubicBezTo>
                  <a:pt x="546" y="47"/>
                  <a:pt x="511" y="50"/>
                  <a:pt x="477" y="57"/>
                </a:cubicBezTo>
                <a:cubicBezTo>
                  <a:pt x="442" y="64"/>
                  <a:pt x="409" y="74"/>
                  <a:pt x="376" y="87"/>
                </a:cubicBezTo>
                <a:cubicBezTo>
                  <a:pt x="344" y="101"/>
                  <a:pt x="313" y="117"/>
                  <a:pt x="284" y="137"/>
                </a:cubicBezTo>
                <a:cubicBezTo>
                  <a:pt x="255" y="156"/>
                  <a:pt x="228" y="178"/>
                  <a:pt x="203" y="203"/>
                </a:cubicBezTo>
                <a:cubicBezTo>
                  <a:pt x="178" y="228"/>
                  <a:pt x="156" y="255"/>
                  <a:pt x="137" y="284"/>
                </a:cubicBezTo>
                <a:cubicBezTo>
                  <a:pt x="117" y="313"/>
                  <a:pt x="101" y="344"/>
                  <a:pt x="88" y="376"/>
                </a:cubicBezTo>
                <a:cubicBezTo>
                  <a:pt x="74" y="409"/>
                  <a:pt x="64" y="442"/>
                  <a:pt x="57" y="477"/>
                </a:cubicBezTo>
                <a:cubicBezTo>
                  <a:pt x="50" y="511"/>
                  <a:pt x="47" y="546"/>
                  <a:pt x="47" y="581"/>
                </a:cubicBezTo>
                <a:cubicBezTo>
                  <a:pt x="47" y="616"/>
                  <a:pt x="50" y="650"/>
                  <a:pt x="57" y="685"/>
                </a:cubicBezTo>
                <a:cubicBezTo>
                  <a:pt x="64" y="719"/>
                  <a:pt x="74" y="754"/>
                  <a:pt x="88" y="786"/>
                </a:cubicBezTo>
                <a:cubicBezTo>
                  <a:pt x="101" y="818"/>
                  <a:pt x="117" y="849"/>
                  <a:pt x="137" y="878"/>
                </a:cubicBezTo>
                <a:cubicBezTo>
                  <a:pt x="156" y="907"/>
                  <a:pt x="178" y="934"/>
                  <a:pt x="203" y="959"/>
                </a:cubicBezTo>
                <a:cubicBezTo>
                  <a:pt x="228" y="984"/>
                  <a:pt x="255" y="1006"/>
                  <a:pt x="284" y="1026"/>
                </a:cubicBezTo>
                <a:cubicBezTo>
                  <a:pt x="313" y="1045"/>
                  <a:pt x="344" y="1062"/>
                  <a:pt x="376" y="1075"/>
                </a:cubicBezTo>
                <a:cubicBezTo>
                  <a:pt x="409" y="1088"/>
                  <a:pt x="442" y="1098"/>
                  <a:pt x="477" y="1105"/>
                </a:cubicBezTo>
                <a:cubicBezTo>
                  <a:pt x="511" y="1112"/>
                  <a:pt x="546" y="1116"/>
                  <a:pt x="581" y="1116"/>
                </a:cubicBezTo>
                <a:cubicBezTo>
                  <a:pt x="616" y="1116"/>
                  <a:pt x="652" y="1112"/>
                  <a:pt x="686" y="1105"/>
                </a:cubicBezTo>
                <a:cubicBezTo>
                  <a:pt x="720" y="1098"/>
                  <a:pt x="754" y="1088"/>
                  <a:pt x="786" y="1075"/>
                </a:cubicBezTo>
                <a:cubicBezTo>
                  <a:pt x="818" y="1062"/>
                  <a:pt x="849" y="1045"/>
                  <a:pt x="878" y="1026"/>
                </a:cubicBezTo>
                <a:cubicBezTo>
                  <a:pt x="908" y="1006"/>
                  <a:pt x="934" y="984"/>
                  <a:pt x="959" y="959"/>
                </a:cubicBezTo>
                <a:cubicBezTo>
                  <a:pt x="984" y="934"/>
                  <a:pt x="1006" y="907"/>
                  <a:pt x="1026" y="878"/>
                </a:cubicBezTo>
                <a:cubicBezTo>
                  <a:pt x="1045" y="849"/>
                  <a:pt x="1062" y="818"/>
                  <a:pt x="1075" y="786"/>
                </a:cubicBezTo>
                <a:cubicBezTo>
                  <a:pt x="1088" y="754"/>
                  <a:pt x="1099" y="719"/>
                  <a:pt x="1105" y="685"/>
                </a:cubicBezTo>
                <a:cubicBezTo>
                  <a:pt x="1112" y="650"/>
                  <a:pt x="1116" y="616"/>
                  <a:pt x="1116" y="581"/>
                </a:cubicBezTo>
                <a:cubicBezTo>
                  <a:pt x="1116" y="546"/>
                  <a:pt x="1112" y="511"/>
                  <a:pt x="1105" y="477"/>
                </a:cubicBezTo>
                <a:cubicBezTo>
                  <a:pt x="1099" y="442"/>
                  <a:pt x="1088" y="409"/>
                  <a:pt x="1075" y="376"/>
                </a:cubicBezTo>
                <a:cubicBezTo>
                  <a:pt x="1062" y="344"/>
                  <a:pt x="1045" y="313"/>
                  <a:pt x="1026" y="284"/>
                </a:cubicBezTo>
                <a:cubicBezTo>
                  <a:pt x="1006" y="255"/>
                  <a:pt x="984" y="228"/>
                  <a:pt x="959" y="203"/>
                </a:cubicBezTo>
                <a:cubicBezTo>
                  <a:pt x="934" y="178"/>
                  <a:pt x="908" y="156"/>
                  <a:pt x="878" y="137"/>
                </a:cubicBezTo>
                <a:cubicBezTo>
                  <a:pt x="849" y="117"/>
                  <a:pt x="818" y="101"/>
                  <a:pt x="786" y="87"/>
                </a:cubicBezTo>
                <a:cubicBezTo>
                  <a:pt x="754" y="74"/>
                  <a:pt x="720" y="64"/>
                  <a:pt x="686" y="57"/>
                </a:cubicBezTo>
                <a:cubicBezTo>
                  <a:pt x="652" y="50"/>
                  <a:pt x="616" y="47"/>
                  <a:pt x="581" y="47"/>
                </a:cubicBezTo>
                <a:close/>
              </a:path>
            </a:pathLst>
          </a:custGeom>
          <a:solidFill>
            <a:srgbClr val="C0C0C0">
              <a:alpha val="5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85" name="図 784"/>
          <p:cNvPicPr/>
          <p:nvPr/>
        </p:nvPicPr>
        <p:blipFill>
          <a:blip r:embed="rId8"/>
          <a:stretch/>
        </p:blipFill>
        <p:spPr>
          <a:xfrm>
            <a:off x="6390360" y="2989080"/>
            <a:ext cx="108360" cy="166680"/>
          </a:xfrm>
          <a:prstGeom prst="rect">
            <a:avLst/>
          </a:prstGeom>
          <a:noFill/>
          <a:ln w="0">
            <a:noFill/>
          </a:ln>
        </p:spPr>
      </p:pic>
      <p:sp>
        <p:nvSpPr>
          <p:cNvPr id="786" name="フリーフォーム: 図形 785"/>
          <p:cNvSpPr/>
          <p:nvPr/>
        </p:nvSpPr>
        <p:spPr>
          <a:xfrm>
            <a:off x="5301000" y="4431960"/>
            <a:ext cx="418320" cy="417960"/>
          </a:xfrm>
          <a:custGeom>
            <a:avLst/>
            <a:gdLst/>
            <a:ahLst/>
            <a:cxnLst/>
            <a:rect l="0" t="0" r="r" b="b"/>
            <a:pathLst>
              <a:path w="1162" h="1161">
                <a:moveTo>
                  <a:pt x="11" y="467"/>
                </a:moveTo>
                <a:cubicBezTo>
                  <a:pt x="19" y="430"/>
                  <a:pt x="30" y="393"/>
                  <a:pt x="44" y="358"/>
                </a:cubicBezTo>
                <a:cubicBezTo>
                  <a:pt x="59" y="323"/>
                  <a:pt x="77" y="289"/>
                  <a:pt x="98" y="258"/>
                </a:cubicBezTo>
                <a:cubicBezTo>
                  <a:pt x="119" y="226"/>
                  <a:pt x="143" y="197"/>
                  <a:pt x="170" y="170"/>
                </a:cubicBezTo>
                <a:cubicBezTo>
                  <a:pt x="197" y="143"/>
                  <a:pt x="226" y="119"/>
                  <a:pt x="258" y="98"/>
                </a:cubicBezTo>
                <a:cubicBezTo>
                  <a:pt x="290" y="76"/>
                  <a:pt x="323" y="59"/>
                  <a:pt x="358" y="44"/>
                </a:cubicBezTo>
                <a:cubicBezTo>
                  <a:pt x="393" y="29"/>
                  <a:pt x="430" y="18"/>
                  <a:pt x="467" y="11"/>
                </a:cubicBezTo>
                <a:cubicBezTo>
                  <a:pt x="504" y="3"/>
                  <a:pt x="542" y="0"/>
                  <a:pt x="580" y="0"/>
                </a:cubicBezTo>
                <a:cubicBezTo>
                  <a:pt x="618" y="0"/>
                  <a:pt x="656" y="3"/>
                  <a:pt x="693" y="11"/>
                </a:cubicBezTo>
                <a:cubicBezTo>
                  <a:pt x="731" y="18"/>
                  <a:pt x="767" y="29"/>
                  <a:pt x="802" y="44"/>
                </a:cubicBezTo>
                <a:cubicBezTo>
                  <a:pt x="838" y="59"/>
                  <a:pt x="871" y="76"/>
                  <a:pt x="903" y="98"/>
                </a:cubicBezTo>
                <a:cubicBezTo>
                  <a:pt x="934" y="119"/>
                  <a:pt x="965" y="143"/>
                  <a:pt x="992" y="170"/>
                </a:cubicBezTo>
                <a:cubicBezTo>
                  <a:pt x="1019" y="197"/>
                  <a:pt x="1043" y="226"/>
                  <a:pt x="1064" y="258"/>
                </a:cubicBezTo>
                <a:cubicBezTo>
                  <a:pt x="1085" y="289"/>
                  <a:pt x="1103" y="323"/>
                  <a:pt x="1117" y="358"/>
                </a:cubicBezTo>
                <a:cubicBezTo>
                  <a:pt x="1132" y="393"/>
                  <a:pt x="1143" y="430"/>
                  <a:pt x="1150" y="467"/>
                </a:cubicBezTo>
                <a:cubicBezTo>
                  <a:pt x="1158" y="504"/>
                  <a:pt x="1162" y="542"/>
                  <a:pt x="1162" y="580"/>
                </a:cubicBezTo>
                <a:cubicBezTo>
                  <a:pt x="1162" y="618"/>
                  <a:pt x="1158" y="656"/>
                  <a:pt x="1150" y="693"/>
                </a:cubicBezTo>
                <a:cubicBezTo>
                  <a:pt x="1143" y="731"/>
                  <a:pt x="1132" y="767"/>
                  <a:pt x="1117" y="802"/>
                </a:cubicBezTo>
                <a:cubicBezTo>
                  <a:pt x="1103" y="837"/>
                  <a:pt x="1085" y="871"/>
                  <a:pt x="1064" y="903"/>
                </a:cubicBezTo>
                <a:cubicBezTo>
                  <a:pt x="1043" y="934"/>
                  <a:pt x="1019" y="964"/>
                  <a:pt x="992" y="990"/>
                </a:cubicBezTo>
                <a:cubicBezTo>
                  <a:pt x="965" y="1017"/>
                  <a:pt x="934" y="1042"/>
                  <a:pt x="903" y="1064"/>
                </a:cubicBezTo>
                <a:cubicBezTo>
                  <a:pt x="871" y="1085"/>
                  <a:pt x="838" y="1103"/>
                  <a:pt x="802" y="1117"/>
                </a:cubicBezTo>
                <a:cubicBezTo>
                  <a:pt x="767" y="1132"/>
                  <a:pt x="731" y="1143"/>
                  <a:pt x="693" y="1150"/>
                </a:cubicBezTo>
                <a:cubicBezTo>
                  <a:pt x="656" y="1158"/>
                  <a:pt x="618" y="1161"/>
                  <a:pt x="580" y="1161"/>
                </a:cubicBezTo>
                <a:cubicBezTo>
                  <a:pt x="542" y="1161"/>
                  <a:pt x="504" y="1158"/>
                  <a:pt x="467" y="1150"/>
                </a:cubicBezTo>
                <a:cubicBezTo>
                  <a:pt x="430" y="1143"/>
                  <a:pt x="393" y="1132"/>
                  <a:pt x="358" y="1117"/>
                </a:cubicBezTo>
                <a:cubicBezTo>
                  <a:pt x="323" y="1103"/>
                  <a:pt x="290" y="1085"/>
                  <a:pt x="258" y="1064"/>
                </a:cubicBezTo>
                <a:cubicBezTo>
                  <a:pt x="226" y="1042"/>
                  <a:pt x="197" y="1017"/>
                  <a:pt x="170" y="990"/>
                </a:cubicBezTo>
                <a:cubicBezTo>
                  <a:pt x="143" y="964"/>
                  <a:pt x="119" y="934"/>
                  <a:pt x="98" y="903"/>
                </a:cubicBezTo>
                <a:cubicBezTo>
                  <a:pt x="77" y="871"/>
                  <a:pt x="59" y="837"/>
                  <a:pt x="44" y="802"/>
                </a:cubicBezTo>
                <a:cubicBezTo>
                  <a:pt x="30" y="767"/>
                  <a:pt x="19" y="731"/>
                  <a:pt x="11" y="693"/>
                </a:cubicBezTo>
                <a:cubicBezTo>
                  <a:pt x="4" y="656"/>
                  <a:pt x="0" y="618"/>
                  <a:pt x="0" y="580"/>
                </a:cubicBezTo>
                <a:cubicBezTo>
                  <a:pt x="0" y="542"/>
                  <a:pt x="4" y="504"/>
                  <a:pt x="11" y="467"/>
                </a:cubicBezTo>
                <a:close/>
              </a:path>
            </a:pathLst>
          </a:custGeom>
          <a:solidFill>
            <a:srgbClr val="C0C0C0">
              <a:alpha val="2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87" name="フリーフォーム: 図形 786"/>
          <p:cNvSpPr/>
          <p:nvPr/>
        </p:nvSpPr>
        <p:spPr>
          <a:xfrm>
            <a:off x="5301000" y="4431960"/>
            <a:ext cx="418320" cy="417960"/>
          </a:xfrm>
          <a:custGeom>
            <a:avLst/>
            <a:gdLst/>
            <a:ahLst/>
            <a:cxnLst/>
            <a:rect l="0" t="0" r="r" b="b"/>
            <a:pathLst>
              <a:path w="1162" h="1161">
                <a:moveTo>
                  <a:pt x="0" y="580"/>
                </a:moveTo>
                <a:cubicBezTo>
                  <a:pt x="0" y="542"/>
                  <a:pt x="4" y="504"/>
                  <a:pt x="11" y="467"/>
                </a:cubicBezTo>
                <a:cubicBezTo>
                  <a:pt x="19" y="430"/>
                  <a:pt x="30" y="393"/>
                  <a:pt x="44" y="358"/>
                </a:cubicBezTo>
                <a:cubicBezTo>
                  <a:pt x="59" y="323"/>
                  <a:pt x="77" y="289"/>
                  <a:pt x="98" y="258"/>
                </a:cubicBezTo>
                <a:cubicBezTo>
                  <a:pt x="119" y="226"/>
                  <a:pt x="143" y="197"/>
                  <a:pt x="170" y="170"/>
                </a:cubicBezTo>
                <a:cubicBezTo>
                  <a:pt x="197" y="143"/>
                  <a:pt x="226" y="119"/>
                  <a:pt x="258" y="98"/>
                </a:cubicBezTo>
                <a:cubicBezTo>
                  <a:pt x="290" y="76"/>
                  <a:pt x="323" y="59"/>
                  <a:pt x="358" y="44"/>
                </a:cubicBezTo>
                <a:cubicBezTo>
                  <a:pt x="393" y="29"/>
                  <a:pt x="430" y="18"/>
                  <a:pt x="467" y="11"/>
                </a:cubicBezTo>
                <a:cubicBezTo>
                  <a:pt x="504" y="3"/>
                  <a:pt x="542" y="0"/>
                  <a:pt x="580" y="0"/>
                </a:cubicBezTo>
                <a:cubicBezTo>
                  <a:pt x="618" y="0"/>
                  <a:pt x="656" y="3"/>
                  <a:pt x="693" y="11"/>
                </a:cubicBezTo>
                <a:cubicBezTo>
                  <a:pt x="731" y="18"/>
                  <a:pt x="767" y="29"/>
                  <a:pt x="802" y="44"/>
                </a:cubicBezTo>
                <a:cubicBezTo>
                  <a:pt x="838" y="59"/>
                  <a:pt x="871" y="76"/>
                  <a:pt x="903" y="98"/>
                </a:cubicBezTo>
                <a:cubicBezTo>
                  <a:pt x="934" y="119"/>
                  <a:pt x="965" y="143"/>
                  <a:pt x="992" y="170"/>
                </a:cubicBezTo>
                <a:cubicBezTo>
                  <a:pt x="1019" y="197"/>
                  <a:pt x="1043" y="226"/>
                  <a:pt x="1064" y="258"/>
                </a:cubicBezTo>
                <a:cubicBezTo>
                  <a:pt x="1085" y="289"/>
                  <a:pt x="1103" y="323"/>
                  <a:pt x="1117" y="358"/>
                </a:cubicBezTo>
                <a:cubicBezTo>
                  <a:pt x="1132" y="393"/>
                  <a:pt x="1143" y="430"/>
                  <a:pt x="1150" y="467"/>
                </a:cubicBezTo>
                <a:cubicBezTo>
                  <a:pt x="1158" y="504"/>
                  <a:pt x="1162" y="542"/>
                  <a:pt x="1162" y="580"/>
                </a:cubicBezTo>
                <a:cubicBezTo>
                  <a:pt x="1162" y="618"/>
                  <a:pt x="1158" y="656"/>
                  <a:pt x="1150" y="693"/>
                </a:cubicBezTo>
                <a:cubicBezTo>
                  <a:pt x="1143" y="731"/>
                  <a:pt x="1132" y="767"/>
                  <a:pt x="1117" y="802"/>
                </a:cubicBezTo>
                <a:cubicBezTo>
                  <a:pt x="1103" y="837"/>
                  <a:pt x="1085" y="871"/>
                  <a:pt x="1064" y="903"/>
                </a:cubicBezTo>
                <a:cubicBezTo>
                  <a:pt x="1043" y="934"/>
                  <a:pt x="1019" y="964"/>
                  <a:pt x="992" y="990"/>
                </a:cubicBezTo>
                <a:cubicBezTo>
                  <a:pt x="965" y="1017"/>
                  <a:pt x="934" y="1042"/>
                  <a:pt x="903" y="1064"/>
                </a:cubicBezTo>
                <a:cubicBezTo>
                  <a:pt x="871" y="1085"/>
                  <a:pt x="838" y="1103"/>
                  <a:pt x="802" y="1117"/>
                </a:cubicBezTo>
                <a:cubicBezTo>
                  <a:pt x="767" y="1132"/>
                  <a:pt x="731" y="1143"/>
                  <a:pt x="693" y="1150"/>
                </a:cubicBezTo>
                <a:cubicBezTo>
                  <a:pt x="656" y="1158"/>
                  <a:pt x="618" y="1161"/>
                  <a:pt x="580" y="1161"/>
                </a:cubicBezTo>
                <a:cubicBezTo>
                  <a:pt x="542" y="1161"/>
                  <a:pt x="504" y="1158"/>
                  <a:pt x="467" y="1150"/>
                </a:cubicBezTo>
                <a:cubicBezTo>
                  <a:pt x="430" y="1143"/>
                  <a:pt x="393" y="1132"/>
                  <a:pt x="358" y="1117"/>
                </a:cubicBezTo>
                <a:cubicBezTo>
                  <a:pt x="323" y="1103"/>
                  <a:pt x="290" y="1085"/>
                  <a:pt x="258" y="1064"/>
                </a:cubicBezTo>
                <a:cubicBezTo>
                  <a:pt x="226" y="1042"/>
                  <a:pt x="197" y="1017"/>
                  <a:pt x="170" y="990"/>
                </a:cubicBezTo>
                <a:cubicBezTo>
                  <a:pt x="143" y="964"/>
                  <a:pt x="119" y="934"/>
                  <a:pt x="98" y="903"/>
                </a:cubicBezTo>
                <a:cubicBezTo>
                  <a:pt x="77" y="871"/>
                  <a:pt x="59" y="837"/>
                  <a:pt x="44" y="802"/>
                </a:cubicBezTo>
                <a:cubicBezTo>
                  <a:pt x="30" y="767"/>
                  <a:pt x="19" y="731"/>
                  <a:pt x="11" y="693"/>
                </a:cubicBezTo>
                <a:cubicBezTo>
                  <a:pt x="4" y="656"/>
                  <a:pt x="0" y="618"/>
                  <a:pt x="0" y="580"/>
                </a:cubicBezTo>
                <a:moveTo>
                  <a:pt x="580" y="46"/>
                </a:moveTo>
                <a:cubicBezTo>
                  <a:pt x="545" y="46"/>
                  <a:pt x="510" y="50"/>
                  <a:pt x="476" y="56"/>
                </a:cubicBezTo>
                <a:cubicBezTo>
                  <a:pt x="442" y="63"/>
                  <a:pt x="408" y="73"/>
                  <a:pt x="376" y="87"/>
                </a:cubicBezTo>
                <a:cubicBezTo>
                  <a:pt x="344" y="100"/>
                  <a:pt x="313" y="117"/>
                  <a:pt x="284" y="136"/>
                </a:cubicBezTo>
                <a:cubicBezTo>
                  <a:pt x="254" y="156"/>
                  <a:pt x="228" y="178"/>
                  <a:pt x="203" y="203"/>
                </a:cubicBezTo>
                <a:cubicBezTo>
                  <a:pt x="178" y="227"/>
                  <a:pt x="156" y="254"/>
                  <a:pt x="136" y="283"/>
                </a:cubicBezTo>
                <a:cubicBezTo>
                  <a:pt x="117" y="313"/>
                  <a:pt x="100" y="343"/>
                  <a:pt x="87" y="376"/>
                </a:cubicBezTo>
                <a:cubicBezTo>
                  <a:pt x="74" y="408"/>
                  <a:pt x="63" y="442"/>
                  <a:pt x="57" y="476"/>
                </a:cubicBezTo>
                <a:cubicBezTo>
                  <a:pt x="50" y="510"/>
                  <a:pt x="46" y="545"/>
                  <a:pt x="46" y="580"/>
                </a:cubicBezTo>
                <a:cubicBezTo>
                  <a:pt x="46" y="615"/>
                  <a:pt x="50" y="650"/>
                  <a:pt x="57" y="684"/>
                </a:cubicBezTo>
                <a:cubicBezTo>
                  <a:pt x="63" y="719"/>
                  <a:pt x="74" y="752"/>
                  <a:pt x="87" y="784"/>
                </a:cubicBezTo>
                <a:cubicBezTo>
                  <a:pt x="100" y="817"/>
                  <a:pt x="117" y="848"/>
                  <a:pt x="136" y="877"/>
                </a:cubicBezTo>
                <a:cubicBezTo>
                  <a:pt x="156" y="906"/>
                  <a:pt x="178" y="933"/>
                  <a:pt x="203" y="958"/>
                </a:cubicBezTo>
                <a:cubicBezTo>
                  <a:pt x="228" y="982"/>
                  <a:pt x="254" y="1005"/>
                  <a:pt x="284" y="1024"/>
                </a:cubicBezTo>
                <a:cubicBezTo>
                  <a:pt x="313" y="1044"/>
                  <a:pt x="344" y="1061"/>
                  <a:pt x="376" y="1074"/>
                </a:cubicBezTo>
                <a:cubicBezTo>
                  <a:pt x="408" y="1088"/>
                  <a:pt x="442" y="1098"/>
                  <a:pt x="476" y="1105"/>
                </a:cubicBezTo>
                <a:cubicBezTo>
                  <a:pt x="510" y="1112"/>
                  <a:pt x="545" y="1115"/>
                  <a:pt x="580" y="1115"/>
                </a:cubicBezTo>
                <a:cubicBezTo>
                  <a:pt x="615" y="1115"/>
                  <a:pt x="650" y="1112"/>
                  <a:pt x="684" y="1105"/>
                </a:cubicBezTo>
                <a:cubicBezTo>
                  <a:pt x="719" y="1098"/>
                  <a:pt x="752" y="1088"/>
                  <a:pt x="785" y="1074"/>
                </a:cubicBezTo>
                <a:cubicBezTo>
                  <a:pt x="817" y="1061"/>
                  <a:pt x="848" y="1044"/>
                  <a:pt x="877" y="1024"/>
                </a:cubicBezTo>
                <a:cubicBezTo>
                  <a:pt x="906" y="1005"/>
                  <a:pt x="933" y="982"/>
                  <a:pt x="959" y="958"/>
                </a:cubicBezTo>
                <a:cubicBezTo>
                  <a:pt x="984" y="933"/>
                  <a:pt x="1006" y="906"/>
                  <a:pt x="1025" y="877"/>
                </a:cubicBezTo>
                <a:cubicBezTo>
                  <a:pt x="1045" y="848"/>
                  <a:pt x="1061" y="817"/>
                  <a:pt x="1075" y="784"/>
                </a:cubicBezTo>
                <a:cubicBezTo>
                  <a:pt x="1088" y="752"/>
                  <a:pt x="1098" y="719"/>
                  <a:pt x="1105" y="684"/>
                </a:cubicBezTo>
                <a:cubicBezTo>
                  <a:pt x="1112" y="650"/>
                  <a:pt x="1115" y="615"/>
                  <a:pt x="1115" y="580"/>
                </a:cubicBezTo>
                <a:cubicBezTo>
                  <a:pt x="1115" y="545"/>
                  <a:pt x="1112" y="510"/>
                  <a:pt x="1105" y="476"/>
                </a:cubicBezTo>
                <a:cubicBezTo>
                  <a:pt x="1098" y="442"/>
                  <a:pt x="1088" y="408"/>
                  <a:pt x="1075" y="376"/>
                </a:cubicBezTo>
                <a:cubicBezTo>
                  <a:pt x="1061" y="343"/>
                  <a:pt x="1045" y="313"/>
                  <a:pt x="1025" y="283"/>
                </a:cubicBezTo>
                <a:cubicBezTo>
                  <a:pt x="1006" y="254"/>
                  <a:pt x="984" y="227"/>
                  <a:pt x="959" y="203"/>
                </a:cubicBezTo>
                <a:cubicBezTo>
                  <a:pt x="933" y="178"/>
                  <a:pt x="906" y="156"/>
                  <a:pt x="877" y="136"/>
                </a:cubicBezTo>
                <a:cubicBezTo>
                  <a:pt x="848" y="117"/>
                  <a:pt x="817" y="100"/>
                  <a:pt x="785" y="87"/>
                </a:cubicBezTo>
                <a:cubicBezTo>
                  <a:pt x="752" y="73"/>
                  <a:pt x="719" y="63"/>
                  <a:pt x="684" y="56"/>
                </a:cubicBezTo>
                <a:cubicBezTo>
                  <a:pt x="650" y="50"/>
                  <a:pt x="615" y="46"/>
                  <a:pt x="580" y="46"/>
                </a:cubicBezTo>
                <a:close/>
              </a:path>
            </a:pathLst>
          </a:custGeom>
          <a:solidFill>
            <a:srgbClr val="C0C0C0">
              <a:alpha val="5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88" name="図 787"/>
          <p:cNvPicPr/>
          <p:nvPr/>
        </p:nvPicPr>
        <p:blipFill>
          <a:blip r:embed="rId9"/>
          <a:stretch/>
        </p:blipFill>
        <p:spPr>
          <a:xfrm>
            <a:off x="5409720" y="4557240"/>
            <a:ext cx="191880" cy="166680"/>
          </a:xfrm>
          <a:prstGeom prst="rect">
            <a:avLst/>
          </a:prstGeom>
          <a:noFill/>
          <a:ln w="0">
            <a:noFill/>
          </a:ln>
        </p:spPr>
      </p:pic>
      <p:sp>
        <p:nvSpPr>
          <p:cNvPr id="789" name="フリーフォーム: 図形 788"/>
          <p:cNvSpPr/>
          <p:nvPr/>
        </p:nvSpPr>
        <p:spPr>
          <a:xfrm>
            <a:off x="6236640" y="4832640"/>
            <a:ext cx="417960" cy="417960"/>
          </a:xfrm>
          <a:custGeom>
            <a:avLst/>
            <a:gdLst/>
            <a:ahLst/>
            <a:cxnLst/>
            <a:rect l="0" t="0" r="r" b="b"/>
            <a:pathLst>
              <a:path w="1161" h="1161">
                <a:moveTo>
                  <a:pt x="11" y="467"/>
                </a:moveTo>
                <a:cubicBezTo>
                  <a:pt x="18" y="430"/>
                  <a:pt x="29" y="393"/>
                  <a:pt x="44" y="358"/>
                </a:cubicBezTo>
                <a:cubicBezTo>
                  <a:pt x="58" y="323"/>
                  <a:pt x="76" y="289"/>
                  <a:pt x="97" y="258"/>
                </a:cubicBezTo>
                <a:cubicBezTo>
                  <a:pt x="119" y="226"/>
                  <a:pt x="143" y="197"/>
                  <a:pt x="170" y="170"/>
                </a:cubicBezTo>
                <a:cubicBezTo>
                  <a:pt x="197" y="143"/>
                  <a:pt x="226" y="119"/>
                  <a:pt x="258" y="98"/>
                </a:cubicBezTo>
                <a:cubicBezTo>
                  <a:pt x="289" y="76"/>
                  <a:pt x="323" y="59"/>
                  <a:pt x="358" y="44"/>
                </a:cubicBezTo>
                <a:cubicBezTo>
                  <a:pt x="393" y="29"/>
                  <a:pt x="429" y="18"/>
                  <a:pt x="467" y="11"/>
                </a:cubicBezTo>
                <a:cubicBezTo>
                  <a:pt x="504" y="4"/>
                  <a:pt x="542" y="0"/>
                  <a:pt x="580" y="0"/>
                </a:cubicBezTo>
                <a:cubicBezTo>
                  <a:pt x="618" y="0"/>
                  <a:pt x="657" y="4"/>
                  <a:pt x="694" y="11"/>
                </a:cubicBezTo>
                <a:cubicBezTo>
                  <a:pt x="732" y="18"/>
                  <a:pt x="768" y="29"/>
                  <a:pt x="803" y="44"/>
                </a:cubicBezTo>
                <a:cubicBezTo>
                  <a:pt x="838" y="59"/>
                  <a:pt x="872" y="76"/>
                  <a:pt x="903" y="98"/>
                </a:cubicBezTo>
                <a:cubicBezTo>
                  <a:pt x="935" y="119"/>
                  <a:pt x="964" y="143"/>
                  <a:pt x="991" y="170"/>
                </a:cubicBezTo>
                <a:cubicBezTo>
                  <a:pt x="1018" y="197"/>
                  <a:pt x="1042" y="226"/>
                  <a:pt x="1063" y="258"/>
                </a:cubicBezTo>
                <a:cubicBezTo>
                  <a:pt x="1085" y="289"/>
                  <a:pt x="1102" y="323"/>
                  <a:pt x="1117" y="358"/>
                </a:cubicBezTo>
                <a:cubicBezTo>
                  <a:pt x="1132" y="393"/>
                  <a:pt x="1143" y="430"/>
                  <a:pt x="1150" y="467"/>
                </a:cubicBezTo>
                <a:cubicBezTo>
                  <a:pt x="1158" y="504"/>
                  <a:pt x="1161" y="542"/>
                  <a:pt x="1161" y="580"/>
                </a:cubicBezTo>
                <a:cubicBezTo>
                  <a:pt x="1161" y="618"/>
                  <a:pt x="1158" y="656"/>
                  <a:pt x="1150" y="693"/>
                </a:cubicBezTo>
                <a:cubicBezTo>
                  <a:pt x="1143" y="731"/>
                  <a:pt x="1132" y="767"/>
                  <a:pt x="1117" y="802"/>
                </a:cubicBezTo>
                <a:cubicBezTo>
                  <a:pt x="1102" y="837"/>
                  <a:pt x="1085" y="871"/>
                  <a:pt x="1063" y="903"/>
                </a:cubicBezTo>
                <a:cubicBezTo>
                  <a:pt x="1042" y="934"/>
                  <a:pt x="1018" y="964"/>
                  <a:pt x="991" y="990"/>
                </a:cubicBezTo>
                <a:cubicBezTo>
                  <a:pt x="964" y="1017"/>
                  <a:pt x="935" y="1041"/>
                  <a:pt x="903" y="1063"/>
                </a:cubicBezTo>
                <a:cubicBezTo>
                  <a:pt x="872" y="1085"/>
                  <a:pt x="838" y="1103"/>
                  <a:pt x="803" y="1117"/>
                </a:cubicBezTo>
                <a:cubicBezTo>
                  <a:pt x="768" y="1132"/>
                  <a:pt x="732" y="1143"/>
                  <a:pt x="694" y="1150"/>
                </a:cubicBezTo>
                <a:cubicBezTo>
                  <a:pt x="657" y="1158"/>
                  <a:pt x="618" y="1161"/>
                  <a:pt x="580" y="1161"/>
                </a:cubicBezTo>
                <a:cubicBezTo>
                  <a:pt x="542" y="1161"/>
                  <a:pt x="504" y="1158"/>
                  <a:pt x="467" y="1150"/>
                </a:cubicBezTo>
                <a:cubicBezTo>
                  <a:pt x="429" y="1143"/>
                  <a:pt x="393" y="1132"/>
                  <a:pt x="358" y="1117"/>
                </a:cubicBezTo>
                <a:cubicBezTo>
                  <a:pt x="323" y="1103"/>
                  <a:pt x="289" y="1085"/>
                  <a:pt x="258" y="1063"/>
                </a:cubicBezTo>
                <a:cubicBezTo>
                  <a:pt x="226" y="1041"/>
                  <a:pt x="197" y="1017"/>
                  <a:pt x="170" y="990"/>
                </a:cubicBezTo>
                <a:cubicBezTo>
                  <a:pt x="143" y="964"/>
                  <a:pt x="119" y="934"/>
                  <a:pt x="97" y="903"/>
                </a:cubicBezTo>
                <a:cubicBezTo>
                  <a:pt x="76" y="871"/>
                  <a:pt x="58" y="837"/>
                  <a:pt x="44" y="802"/>
                </a:cubicBezTo>
                <a:cubicBezTo>
                  <a:pt x="29" y="767"/>
                  <a:pt x="18" y="731"/>
                  <a:pt x="11" y="693"/>
                </a:cubicBezTo>
                <a:cubicBezTo>
                  <a:pt x="3" y="656"/>
                  <a:pt x="0" y="618"/>
                  <a:pt x="0" y="580"/>
                </a:cubicBezTo>
                <a:cubicBezTo>
                  <a:pt x="0" y="542"/>
                  <a:pt x="3" y="504"/>
                  <a:pt x="11" y="467"/>
                </a:cubicBezTo>
                <a:close/>
              </a:path>
            </a:pathLst>
          </a:custGeom>
          <a:solidFill>
            <a:srgbClr val="C0C0C0">
              <a:alpha val="2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90" name="フリーフォーム: 図形 789"/>
          <p:cNvSpPr/>
          <p:nvPr/>
        </p:nvSpPr>
        <p:spPr>
          <a:xfrm>
            <a:off x="6236640" y="4832640"/>
            <a:ext cx="417960" cy="417960"/>
          </a:xfrm>
          <a:custGeom>
            <a:avLst/>
            <a:gdLst/>
            <a:ahLst/>
            <a:cxnLst/>
            <a:rect l="0" t="0" r="r" b="b"/>
            <a:pathLst>
              <a:path w="1161" h="1161">
                <a:moveTo>
                  <a:pt x="0" y="580"/>
                </a:moveTo>
                <a:cubicBezTo>
                  <a:pt x="0" y="542"/>
                  <a:pt x="3" y="504"/>
                  <a:pt x="11" y="467"/>
                </a:cubicBezTo>
                <a:cubicBezTo>
                  <a:pt x="18" y="430"/>
                  <a:pt x="29" y="393"/>
                  <a:pt x="44" y="358"/>
                </a:cubicBezTo>
                <a:cubicBezTo>
                  <a:pt x="58" y="323"/>
                  <a:pt x="76" y="289"/>
                  <a:pt x="97" y="258"/>
                </a:cubicBezTo>
                <a:cubicBezTo>
                  <a:pt x="119" y="226"/>
                  <a:pt x="143" y="197"/>
                  <a:pt x="170" y="170"/>
                </a:cubicBezTo>
                <a:cubicBezTo>
                  <a:pt x="197" y="143"/>
                  <a:pt x="226" y="119"/>
                  <a:pt x="258" y="98"/>
                </a:cubicBezTo>
                <a:cubicBezTo>
                  <a:pt x="289" y="76"/>
                  <a:pt x="323" y="59"/>
                  <a:pt x="358" y="44"/>
                </a:cubicBezTo>
                <a:cubicBezTo>
                  <a:pt x="393" y="29"/>
                  <a:pt x="429" y="18"/>
                  <a:pt x="467" y="11"/>
                </a:cubicBezTo>
                <a:cubicBezTo>
                  <a:pt x="504" y="4"/>
                  <a:pt x="542" y="0"/>
                  <a:pt x="580" y="0"/>
                </a:cubicBezTo>
                <a:cubicBezTo>
                  <a:pt x="618" y="0"/>
                  <a:pt x="657" y="4"/>
                  <a:pt x="694" y="11"/>
                </a:cubicBezTo>
                <a:cubicBezTo>
                  <a:pt x="732" y="18"/>
                  <a:pt x="768" y="29"/>
                  <a:pt x="803" y="44"/>
                </a:cubicBezTo>
                <a:cubicBezTo>
                  <a:pt x="838" y="59"/>
                  <a:pt x="872" y="76"/>
                  <a:pt x="903" y="98"/>
                </a:cubicBezTo>
                <a:cubicBezTo>
                  <a:pt x="935" y="119"/>
                  <a:pt x="964" y="143"/>
                  <a:pt x="991" y="170"/>
                </a:cubicBezTo>
                <a:cubicBezTo>
                  <a:pt x="1018" y="197"/>
                  <a:pt x="1042" y="226"/>
                  <a:pt x="1063" y="258"/>
                </a:cubicBezTo>
                <a:cubicBezTo>
                  <a:pt x="1085" y="289"/>
                  <a:pt x="1102" y="323"/>
                  <a:pt x="1117" y="358"/>
                </a:cubicBezTo>
                <a:cubicBezTo>
                  <a:pt x="1132" y="393"/>
                  <a:pt x="1143" y="430"/>
                  <a:pt x="1150" y="467"/>
                </a:cubicBezTo>
                <a:cubicBezTo>
                  <a:pt x="1158" y="504"/>
                  <a:pt x="1161" y="542"/>
                  <a:pt x="1161" y="580"/>
                </a:cubicBezTo>
                <a:cubicBezTo>
                  <a:pt x="1161" y="618"/>
                  <a:pt x="1158" y="656"/>
                  <a:pt x="1150" y="693"/>
                </a:cubicBezTo>
                <a:cubicBezTo>
                  <a:pt x="1143" y="731"/>
                  <a:pt x="1132" y="767"/>
                  <a:pt x="1117" y="802"/>
                </a:cubicBezTo>
                <a:cubicBezTo>
                  <a:pt x="1102" y="837"/>
                  <a:pt x="1085" y="871"/>
                  <a:pt x="1063" y="903"/>
                </a:cubicBezTo>
                <a:cubicBezTo>
                  <a:pt x="1042" y="934"/>
                  <a:pt x="1018" y="964"/>
                  <a:pt x="991" y="990"/>
                </a:cubicBezTo>
                <a:cubicBezTo>
                  <a:pt x="964" y="1017"/>
                  <a:pt x="935" y="1041"/>
                  <a:pt x="903" y="1063"/>
                </a:cubicBezTo>
                <a:cubicBezTo>
                  <a:pt x="872" y="1085"/>
                  <a:pt x="838" y="1103"/>
                  <a:pt x="803" y="1117"/>
                </a:cubicBezTo>
                <a:cubicBezTo>
                  <a:pt x="768" y="1132"/>
                  <a:pt x="732" y="1143"/>
                  <a:pt x="694" y="1150"/>
                </a:cubicBezTo>
                <a:cubicBezTo>
                  <a:pt x="657" y="1158"/>
                  <a:pt x="618" y="1161"/>
                  <a:pt x="580" y="1161"/>
                </a:cubicBezTo>
                <a:cubicBezTo>
                  <a:pt x="542" y="1161"/>
                  <a:pt x="504" y="1158"/>
                  <a:pt x="467" y="1150"/>
                </a:cubicBezTo>
                <a:cubicBezTo>
                  <a:pt x="429" y="1143"/>
                  <a:pt x="393" y="1132"/>
                  <a:pt x="358" y="1117"/>
                </a:cubicBezTo>
                <a:cubicBezTo>
                  <a:pt x="323" y="1103"/>
                  <a:pt x="289" y="1085"/>
                  <a:pt x="258" y="1063"/>
                </a:cubicBezTo>
                <a:cubicBezTo>
                  <a:pt x="226" y="1041"/>
                  <a:pt x="197" y="1017"/>
                  <a:pt x="170" y="990"/>
                </a:cubicBezTo>
                <a:cubicBezTo>
                  <a:pt x="143" y="964"/>
                  <a:pt x="119" y="934"/>
                  <a:pt x="97" y="903"/>
                </a:cubicBezTo>
                <a:cubicBezTo>
                  <a:pt x="76" y="871"/>
                  <a:pt x="58" y="837"/>
                  <a:pt x="44" y="802"/>
                </a:cubicBezTo>
                <a:cubicBezTo>
                  <a:pt x="29" y="767"/>
                  <a:pt x="18" y="731"/>
                  <a:pt x="11" y="693"/>
                </a:cubicBezTo>
                <a:cubicBezTo>
                  <a:pt x="3" y="656"/>
                  <a:pt x="0" y="618"/>
                  <a:pt x="0" y="580"/>
                </a:cubicBezTo>
                <a:moveTo>
                  <a:pt x="580" y="46"/>
                </a:moveTo>
                <a:cubicBezTo>
                  <a:pt x="545" y="46"/>
                  <a:pt x="510" y="50"/>
                  <a:pt x="476" y="57"/>
                </a:cubicBezTo>
                <a:cubicBezTo>
                  <a:pt x="441" y="63"/>
                  <a:pt x="408" y="73"/>
                  <a:pt x="376" y="87"/>
                </a:cubicBezTo>
                <a:cubicBezTo>
                  <a:pt x="343" y="100"/>
                  <a:pt x="312" y="117"/>
                  <a:pt x="283" y="136"/>
                </a:cubicBezTo>
                <a:cubicBezTo>
                  <a:pt x="254" y="156"/>
                  <a:pt x="227" y="178"/>
                  <a:pt x="202" y="203"/>
                </a:cubicBezTo>
                <a:cubicBezTo>
                  <a:pt x="178" y="227"/>
                  <a:pt x="155" y="254"/>
                  <a:pt x="136" y="284"/>
                </a:cubicBezTo>
                <a:cubicBezTo>
                  <a:pt x="117" y="313"/>
                  <a:pt x="100" y="343"/>
                  <a:pt x="87" y="376"/>
                </a:cubicBezTo>
                <a:cubicBezTo>
                  <a:pt x="73" y="408"/>
                  <a:pt x="63" y="442"/>
                  <a:pt x="56" y="476"/>
                </a:cubicBezTo>
                <a:cubicBezTo>
                  <a:pt x="49" y="510"/>
                  <a:pt x="46" y="545"/>
                  <a:pt x="46" y="580"/>
                </a:cubicBezTo>
                <a:cubicBezTo>
                  <a:pt x="46" y="615"/>
                  <a:pt x="49" y="650"/>
                  <a:pt x="56" y="684"/>
                </a:cubicBezTo>
                <a:cubicBezTo>
                  <a:pt x="63" y="719"/>
                  <a:pt x="73" y="752"/>
                  <a:pt x="87" y="784"/>
                </a:cubicBezTo>
                <a:cubicBezTo>
                  <a:pt x="100" y="817"/>
                  <a:pt x="117" y="848"/>
                  <a:pt x="136" y="877"/>
                </a:cubicBezTo>
                <a:cubicBezTo>
                  <a:pt x="155" y="906"/>
                  <a:pt x="178" y="933"/>
                  <a:pt x="202" y="958"/>
                </a:cubicBezTo>
                <a:cubicBezTo>
                  <a:pt x="227" y="982"/>
                  <a:pt x="254" y="1005"/>
                  <a:pt x="283" y="1024"/>
                </a:cubicBezTo>
                <a:cubicBezTo>
                  <a:pt x="312" y="1044"/>
                  <a:pt x="343" y="1060"/>
                  <a:pt x="376" y="1073"/>
                </a:cubicBezTo>
                <a:cubicBezTo>
                  <a:pt x="408" y="1088"/>
                  <a:pt x="441" y="1098"/>
                  <a:pt x="476" y="1105"/>
                </a:cubicBezTo>
                <a:cubicBezTo>
                  <a:pt x="510" y="1112"/>
                  <a:pt x="545" y="1115"/>
                  <a:pt x="580" y="1115"/>
                </a:cubicBezTo>
                <a:cubicBezTo>
                  <a:pt x="615" y="1115"/>
                  <a:pt x="650" y="1112"/>
                  <a:pt x="685" y="1105"/>
                </a:cubicBezTo>
                <a:cubicBezTo>
                  <a:pt x="719" y="1098"/>
                  <a:pt x="753" y="1088"/>
                  <a:pt x="785" y="1073"/>
                </a:cubicBezTo>
                <a:cubicBezTo>
                  <a:pt x="818" y="1060"/>
                  <a:pt x="848" y="1044"/>
                  <a:pt x="878" y="1024"/>
                </a:cubicBezTo>
                <a:cubicBezTo>
                  <a:pt x="907" y="1005"/>
                  <a:pt x="934" y="982"/>
                  <a:pt x="958" y="958"/>
                </a:cubicBezTo>
                <a:cubicBezTo>
                  <a:pt x="983" y="933"/>
                  <a:pt x="1005" y="906"/>
                  <a:pt x="1025" y="877"/>
                </a:cubicBezTo>
                <a:cubicBezTo>
                  <a:pt x="1044" y="848"/>
                  <a:pt x="1061" y="817"/>
                  <a:pt x="1074" y="784"/>
                </a:cubicBezTo>
                <a:cubicBezTo>
                  <a:pt x="1088" y="752"/>
                  <a:pt x="1098" y="719"/>
                  <a:pt x="1105" y="684"/>
                </a:cubicBezTo>
                <a:cubicBezTo>
                  <a:pt x="1111" y="650"/>
                  <a:pt x="1115" y="615"/>
                  <a:pt x="1115" y="580"/>
                </a:cubicBezTo>
                <a:cubicBezTo>
                  <a:pt x="1115" y="545"/>
                  <a:pt x="1111" y="510"/>
                  <a:pt x="1105" y="476"/>
                </a:cubicBezTo>
                <a:cubicBezTo>
                  <a:pt x="1098" y="442"/>
                  <a:pt x="1088" y="408"/>
                  <a:pt x="1074" y="376"/>
                </a:cubicBezTo>
                <a:cubicBezTo>
                  <a:pt x="1061" y="343"/>
                  <a:pt x="1044" y="313"/>
                  <a:pt x="1025" y="284"/>
                </a:cubicBezTo>
                <a:cubicBezTo>
                  <a:pt x="1005" y="254"/>
                  <a:pt x="983" y="227"/>
                  <a:pt x="958" y="203"/>
                </a:cubicBezTo>
                <a:cubicBezTo>
                  <a:pt x="934" y="178"/>
                  <a:pt x="907" y="156"/>
                  <a:pt x="878" y="136"/>
                </a:cubicBezTo>
                <a:cubicBezTo>
                  <a:pt x="848" y="117"/>
                  <a:pt x="818" y="100"/>
                  <a:pt x="785" y="87"/>
                </a:cubicBezTo>
                <a:cubicBezTo>
                  <a:pt x="753" y="73"/>
                  <a:pt x="719" y="63"/>
                  <a:pt x="685" y="57"/>
                </a:cubicBezTo>
                <a:cubicBezTo>
                  <a:pt x="650" y="50"/>
                  <a:pt x="615" y="46"/>
                  <a:pt x="580" y="46"/>
                </a:cubicBezTo>
                <a:close/>
              </a:path>
            </a:pathLst>
          </a:custGeom>
          <a:solidFill>
            <a:srgbClr val="C0C0C0">
              <a:alpha val="5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91" name="図 790"/>
          <p:cNvPicPr/>
          <p:nvPr/>
        </p:nvPicPr>
        <p:blipFill>
          <a:blip r:embed="rId10"/>
          <a:stretch/>
        </p:blipFill>
        <p:spPr>
          <a:xfrm>
            <a:off x="6378840" y="4958280"/>
            <a:ext cx="124920" cy="166680"/>
          </a:xfrm>
          <a:prstGeom prst="rect">
            <a:avLst/>
          </a:prstGeom>
          <a:noFill/>
          <a:ln w="0">
            <a:noFill/>
          </a:ln>
        </p:spPr>
      </p:pic>
      <p:pic>
        <p:nvPicPr>
          <p:cNvPr id="792" name="図 791"/>
          <p:cNvPicPr/>
          <p:nvPr/>
        </p:nvPicPr>
        <p:blipFill>
          <a:blip r:embed="rId11"/>
          <a:stretch/>
        </p:blipFill>
        <p:spPr>
          <a:xfrm>
            <a:off x="5465160" y="2824560"/>
            <a:ext cx="668160" cy="16200"/>
          </a:xfrm>
          <a:prstGeom prst="rect">
            <a:avLst/>
          </a:prstGeom>
          <a:noFill/>
          <a:ln w="0">
            <a:noFill/>
          </a:ln>
        </p:spPr>
      </p:pic>
      <p:pic>
        <p:nvPicPr>
          <p:cNvPr id="793" name="図 792"/>
          <p:cNvPicPr/>
          <p:nvPr/>
        </p:nvPicPr>
        <p:blipFill>
          <a:blip r:embed="rId12"/>
          <a:stretch/>
        </p:blipFill>
        <p:spPr>
          <a:xfrm>
            <a:off x="6167160" y="3175560"/>
            <a:ext cx="668160" cy="16200"/>
          </a:xfrm>
          <a:prstGeom prst="rect">
            <a:avLst/>
          </a:prstGeom>
          <a:noFill/>
          <a:ln w="0">
            <a:noFill/>
          </a:ln>
        </p:spPr>
      </p:pic>
      <p:pic>
        <p:nvPicPr>
          <p:cNvPr id="794" name="図 793"/>
          <p:cNvPicPr/>
          <p:nvPr/>
        </p:nvPicPr>
        <p:blipFill>
          <a:blip r:embed="rId13"/>
          <a:stretch/>
        </p:blipFill>
        <p:spPr>
          <a:xfrm>
            <a:off x="5465160" y="4119840"/>
            <a:ext cx="668160" cy="16200"/>
          </a:xfrm>
          <a:prstGeom prst="rect">
            <a:avLst/>
          </a:prstGeom>
          <a:noFill/>
          <a:ln w="0">
            <a:noFill/>
          </a:ln>
        </p:spPr>
      </p:pic>
      <p:pic>
        <p:nvPicPr>
          <p:cNvPr id="795" name="図 794"/>
          <p:cNvPicPr/>
          <p:nvPr/>
        </p:nvPicPr>
        <p:blipFill>
          <a:blip r:embed="rId14"/>
          <a:stretch/>
        </p:blipFill>
        <p:spPr>
          <a:xfrm>
            <a:off x="6167160" y="4470840"/>
            <a:ext cx="668160" cy="16200"/>
          </a:xfrm>
          <a:prstGeom prst="rect">
            <a:avLst/>
          </a:prstGeom>
          <a:noFill/>
          <a:ln w="0">
            <a:noFill/>
          </a:ln>
        </p:spPr>
      </p:pic>
      <p:sp>
        <p:nvSpPr>
          <p:cNvPr id="796" name="フリーフォーム: 図形 795"/>
          <p:cNvSpPr/>
          <p:nvPr/>
        </p:nvSpPr>
        <p:spPr>
          <a:xfrm>
            <a:off x="7144920" y="1679400"/>
            <a:ext cx="3150720" cy="3936600"/>
          </a:xfrm>
          <a:custGeom>
            <a:avLst/>
            <a:gdLst/>
            <a:ahLst/>
            <a:cxnLst/>
            <a:rect l="0" t="0" r="r" b="b"/>
            <a:pathLst>
              <a:path w="8752" h="10935">
                <a:moveTo>
                  <a:pt x="0" y="10749"/>
                </a:moveTo>
                <a:lnTo>
                  <a:pt x="0" y="186"/>
                </a:lnTo>
                <a:cubicBezTo>
                  <a:pt x="0" y="174"/>
                  <a:pt x="1" y="162"/>
                  <a:pt x="2" y="150"/>
                </a:cubicBezTo>
                <a:cubicBezTo>
                  <a:pt x="4" y="138"/>
                  <a:pt x="7" y="126"/>
                  <a:pt x="10" y="115"/>
                </a:cubicBezTo>
                <a:cubicBezTo>
                  <a:pt x="14" y="104"/>
                  <a:pt x="18" y="93"/>
                  <a:pt x="23" y="83"/>
                </a:cubicBezTo>
                <a:cubicBezTo>
                  <a:pt x="28" y="73"/>
                  <a:pt x="34" y="63"/>
                  <a:pt x="40" y="55"/>
                </a:cubicBezTo>
                <a:cubicBezTo>
                  <a:pt x="47" y="46"/>
                  <a:pt x="54" y="38"/>
                  <a:pt x="62" y="32"/>
                </a:cubicBezTo>
                <a:cubicBezTo>
                  <a:pt x="69" y="25"/>
                  <a:pt x="77" y="19"/>
                  <a:pt x="86" y="14"/>
                </a:cubicBezTo>
                <a:cubicBezTo>
                  <a:pt x="94" y="10"/>
                  <a:pt x="103" y="6"/>
                  <a:pt x="112" y="4"/>
                </a:cubicBezTo>
                <a:cubicBezTo>
                  <a:pt x="121" y="2"/>
                  <a:pt x="130" y="0"/>
                  <a:pt x="139" y="0"/>
                </a:cubicBezTo>
                <a:lnTo>
                  <a:pt x="8566" y="0"/>
                </a:lnTo>
                <a:cubicBezTo>
                  <a:pt x="8578" y="0"/>
                  <a:pt x="8591" y="2"/>
                  <a:pt x="8603" y="4"/>
                </a:cubicBezTo>
                <a:cubicBezTo>
                  <a:pt x="8614" y="6"/>
                  <a:pt x="8626" y="10"/>
                  <a:pt x="8637" y="14"/>
                </a:cubicBezTo>
                <a:cubicBezTo>
                  <a:pt x="8649" y="19"/>
                  <a:pt x="8659" y="25"/>
                  <a:pt x="8669" y="32"/>
                </a:cubicBezTo>
                <a:cubicBezTo>
                  <a:pt x="8680" y="38"/>
                  <a:pt x="8689" y="46"/>
                  <a:pt x="8698" y="55"/>
                </a:cubicBezTo>
                <a:cubicBezTo>
                  <a:pt x="8706" y="63"/>
                  <a:pt x="8714" y="73"/>
                  <a:pt x="8721" y="83"/>
                </a:cubicBezTo>
                <a:cubicBezTo>
                  <a:pt x="8727" y="93"/>
                  <a:pt x="8733" y="104"/>
                  <a:pt x="8738" y="115"/>
                </a:cubicBezTo>
                <a:cubicBezTo>
                  <a:pt x="8743" y="126"/>
                  <a:pt x="8746" y="138"/>
                  <a:pt x="8748" y="150"/>
                </a:cubicBezTo>
                <a:cubicBezTo>
                  <a:pt x="8751" y="162"/>
                  <a:pt x="8752" y="174"/>
                  <a:pt x="8752" y="186"/>
                </a:cubicBezTo>
                <a:lnTo>
                  <a:pt x="8752" y="10749"/>
                </a:lnTo>
                <a:cubicBezTo>
                  <a:pt x="8752" y="10761"/>
                  <a:pt x="8751" y="10773"/>
                  <a:pt x="8748" y="10785"/>
                </a:cubicBezTo>
                <a:cubicBezTo>
                  <a:pt x="8746" y="10797"/>
                  <a:pt x="8743" y="10809"/>
                  <a:pt x="8738" y="10820"/>
                </a:cubicBezTo>
                <a:cubicBezTo>
                  <a:pt x="8733" y="10831"/>
                  <a:pt x="8727" y="10842"/>
                  <a:pt x="8721" y="10852"/>
                </a:cubicBezTo>
                <a:cubicBezTo>
                  <a:pt x="8714" y="10862"/>
                  <a:pt x="8706" y="10872"/>
                  <a:pt x="8698" y="10880"/>
                </a:cubicBezTo>
                <a:cubicBezTo>
                  <a:pt x="8689" y="10889"/>
                  <a:pt x="8680" y="10897"/>
                  <a:pt x="8669" y="10903"/>
                </a:cubicBezTo>
                <a:cubicBezTo>
                  <a:pt x="8659" y="10910"/>
                  <a:pt x="8649" y="10916"/>
                  <a:pt x="8637" y="10921"/>
                </a:cubicBezTo>
                <a:cubicBezTo>
                  <a:pt x="8626" y="10925"/>
                  <a:pt x="8614" y="10929"/>
                  <a:pt x="8603" y="10931"/>
                </a:cubicBezTo>
                <a:cubicBezTo>
                  <a:pt x="8591" y="10933"/>
                  <a:pt x="8578" y="10935"/>
                  <a:pt x="8566" y="10935"/>
                </a:cubicBezTo>
                <a:lnTo>
                  <a:pt x="139" y="10935"/>
                </a:lnTo>
                <a:cubicBezTo>
                  <a:pt x="130" y="10935"/>
                  <a:pt x="121" y="10933"/>
                  <a:pt x="112" y="10931"/>
                </a:cubicBezTo>
                <a:cubicBezTo>
                  <a:pt x="103" y="10929"/>
                  <a:pt x="94" y="10925"/>
                  <a:pt x="86" y="10921"/>
                </a:cubicBezTo>
                <a:cubicBezTo>
                  <a:pt x="77" y="10916"/>
                  <a:pt x="69" y="10910"/>
                  <a:pt x="62" y="10903"/>
                </a:cubicBezTo>
                <a:cubicBezTo>
                  <a:pt x="54" y="10897"/>
                  <a:pt x="47" y="10889"/>
                  <a:pt x="40" y="10880"/>
                </a:cubicBezTo>
                <a:cubicBezTo>
                  <a:pt x="34" y="10872"/>
                  <a:pt x="28" y="10862"/>
                  <a:pt x="23" y="10852"/>
                </a:cubicBezTo>
                <a:cubicBezTo>
                  <a:pt x="18" y="10842"/>
                  <a:pt x="14" y="10831"/>
                  <a:pt x="10" y="10820"/>
                </a:cubicBezTo>
                <a:cubicBezTo>
                  <a:pt x="7" y="10809"/>
                  <a:pt x="4" y="10797"/>
                  <a:pt x="2" y="10785"/>
                </a:cubicBezTo>
                <a:cubicBezTo>
                  <a:pt x="1" y="10773"/>
                  <a:pt x="0" y="10761"/>
                  <a:pt x="0" y="10749"/>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97" name="フリーフォーム: 図形 796"/>
          <p:cNvSpPr/>
          <p:nvPr/>
        </p:nvSpPr>
        <p:spPr>
          <a:xfrm>
            <a:off x="7128000" y="1679400"/>
            <a:ext cx="67320" cy="3936600"/>
          </a:xfrm>
          <a:custGeom>
            <a:avLst/>
            <a:gdLst/>
            <a:ahLst/>
            <a:cxnLst/>
            <a:rect l="0" t="0" r="r" b="b"/>
            <a:pathLst>
              <a:path w="187" h="10935">
                <a:moveTo>
                  <a:pt x="151" y="14"/>
                </a:moveTo>
                <a:cubicBezTo>
                  <a:pt x="140" y="24"/>
                  <a:pt x="130" y="37"/>
                  <a:pt x="121" y="55"/>
                </a:cubicBezTo>
                <a:cubicBezTo>
                  <a:pt x="113" y="72"/>
                  <a:pt x="106" y="92"/>
                  <a:pt x="101" y="115"/>
                </a:cubicBezTo>
                <a:cubicBezTo>
                  <a:pt x="96" y="138"/>
                  <a:pt x="94" y="161"/>
                  <a:pt x="94" y="186"/>
                </a:cubicBezTo>
                <a:lnTo>
                  <a:pt x="94" y="10749"/>
                </a:lnTo>
                <a:cubicBezTo>
                  <a:pt x="94" y="10774"/>
                  <a:pt x="96" y="10797"/>
                  <a:pt x="101" y="10820"/>
                </a:cubicBezTo>
                <a:cubicBezTo>
                  <a:pt x="106" y="10843"/>
                  <a:pt x="113" y="10863"/>
                  <a:pt x="121" y="10880"/>
                </a:cubicBezTo>
                <a:cubicBezTo>
                  <a:pt x="130" y="10898"/>
                  <a:pt x="140" y="10911"/>
                  <a:pt x="151" y="10921"/>
                </a:cubicBezTo>
                <a:cubicBezTo>
                  <a:pt x="163" y="10930"/>
                  <a:pt x="175" y="10935"/>
                  <a:pt x="187" y="10935"/>
                </a:cubicBezTo>
                <a:cubicBezTo>
                  <a:pt x="162" y="10935"/>
                  <a:pt x="139" y="10930"/>
                  <a:pt x="116" y="10921"/>
                </a:cubicBezTo>
                <a:cubicBezTo>
                  <a:pt x="93" y="10911"/>
                  <a:pt x="72" y="10898"/>
                  <a:pt x="55" y="10880"/>
                </a:cubicBezTo>
                <a:cubicBezTo>
                  <a:pt x="37" y="10863"/>
                  <a:pt x="24" y="10843"/>
                  <a:pt x="14" y="10820"/>
                </a:cubicBezTo>
                <a:cubicBezTo>
                  <a:pt x="5" y="10797"/>
                  <a:pt x="0" y="10774"/>
                  <a:pt x="0" y="10749"/>
                </a:cubicBezTo>
                <a:lnTo>
                  <a:pt x="0" y="186"/>
                </a:lnTo>
                <a:cubicBezTo>
                  <a:pt x="0" y="161"/>
                  <a:pt x="5" y="138"/>
                  <a:pt x="14" y="115"/>
                </a:cubicBezTo>
                <a:cubicBezTo>
                  <a:pt x="24" y="92"/>
                  <a:pt x="37" y="72"/>
                  <a:pt x="55" y="55"/>
                </a:cubicBezTo>
                <a:cubicBezTo>
                  <a:pt x="72" y="37"/>
                  <a:pt x="93" y="24"/>
                  <a:pt x="116" y="14"/>
                </a:cubicBezTo>
                <a:cubicBezTo>
                  <a:pt x="139" y="5"/>
                  <a:pt x="162" y="0"/>
                  <a:pt x="187" y="0"/>
                </a:cubicBezTo>
                <a:cubicBezTo>
                  <a:pt x="175" y="0"/>
                  <a:pt x="163" y="5"/>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798" name="図 797"/>
          <p:cNvPicPr/>
          <p:nvPr/>
        </p:nvPicPr>
        <p:blipFill>
          <a:blip r:embed="rId15"/>
          <a:stretch/>
        </p:blipFill>
        <p:spPr>
          <a:xfrm>
            <a:off x="7362360" y="1913760"/>
            <a:ext cx="166680" cy="166680"/>
          </a:xfrm>
          <a:prstGeom prst="rect">
            <a:avLst/>
          </a:prstGeom>
          <a:noFill/>
          <a:ln w="0">
            <a:noFill/>
          </a:ln>
        </p:spPr>
      </p:pic>
      <p:sp>
        <p:nvSpPr>
          <p:cNvPr id="799" name="テキスト ボックス 798"/>
          <p:cNvSpPr txBox="1"/>
          <p:nvPr/>
        </p:nvSpPr>
        <p:spPr>
          <a:xfrm>
            <a:off x="635040" y="5249160"/>
            <a:ext cx="321948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通社会全体の安全性を担保する「</a:t>
            </a:r>
            <a:r>
              <a:rPr lang="zh-CN" sz="1050" b="0" u="none" strike="noStrike">
                <a:solidFill>
                  <a:srgbClr val="FF0000"/>
                </a:solidFill>
                <a:effectLst/>
                <a:uFillTx/>
                <a:latin typeface="NotoSansJP"/>
                <a:ea typeface="NotoSansJP"/>
              </a:rPr>
              <a:t>面</a:t>
            </a:r>
            <a:r>
              <a:rPr lang="zh-CN" sz="1050" b="0" u="none" strike="noStrike">
                <a:solidFill>
                  <a:srgbClr val="D1D5DC"/>
                </a:solidFill>
                <a:effectLst/>
                <a:uFillTx/>
                <a:latin typeface="NotoSansJP"/>
                <a:ea typeface="NotoSansJP"/>
              </a:rPr>
              <a:t>」のアプローチへ</a:t>
            </a:r>
            <a:endParaRPr lang="en-US" sz="1050" b="0" u="none" strike="noStrike">
              <a:solidFill>
                <a:srgbClr val="000000"/>
              </a:solidFill>
              <a:effectLst/>
              <a:uFillTx/>
              <a:latin typeface="Times New Roman"/>
            </a:endParaRPr>
          </a:p>
        </p:txBody>
      </p:sp>
      <p:sp>
        <p:nvSpPr>
          <p:cNvPr id="800" name="フリーフォーム: 図形 799"/>
          <p:cNvSpPr/>
          <p:nvPr/>
        </p:nvSpPr>
        <p:spPr>
          <a:xfrm>
            <a:off x="7362000" y="2214360"/>
            <a:ext cx="301320" cy="334440"/>
          </a:xfrm>
          <a:custGeom>
            <a:avLst/>
            <a:gdLst/>
            <a:ahLst/>
            <a:cxnLst/>
            <a:rect l="0" t="0" r="r" b="b"/>
            <a:pathLst>
              <a:path w="837" h="929">
                <a:moveTo>
                  <a:pt x="0" y="511"/>
                </a:moveTo>
                <a:lnTo>
                  <a:pt x="0" y="418"/>
                </a:lnTo>
                <a:cubicBezTo>
                  <a:pt x="0" y="390"/>
                  <a:pt x="3" y="363"/>
                  <a:pt x="9" y="336"/>
                </a:cubicBezTo>
                <a:cubicBezTo>
                  <a:pt x="15" y="309"/>
                  <a:pt x="23" y="283"/>
                  <a:pt x="33" y="258"/>
                </a:cubicBezTo>
                <a:cubicBezTo>
                  <a:pt x="44" y="233"/>
                  <a:pt x="56" y="208"/>
                  <a:pt x="72" y="186"/>
                </a:cubicBezTo>
                <a:cubicBezTo>
                  <a:pt x="87" y="163"/>
                  <a:pt x="104" y="142"/>
                  <a:pt x="124" y="122"/>
                </a:cubicBezTo>
                <a:cubicBezTo>
                  <a:pt x="143" y="103"/>
                  <a:pt x="164" y="86"/>
                  <a:pt x="187" y="70"/>
                </a:cubicBezTo>
                <a:cubicBezTo>
                  <a:pt x="210" y="55"/>
                  <a:pt x="234" y="42"/>
                  <a:pt x="259" y="32"/>
                </a:cubicBezTo>
                <a:cubicBezTo>
                  <a:pt x="284" y="21"/>
                  <a:pt x="311" y="13"/>
                  <a:pt x="338" y="8"/>
                </a:cubicBezTo>
                <a:cubicBezTo>
                  <a:pt x="364" y="3"/>
                  <a:pt x="392" y="0"/>
                  <a:pt x="419" y="0"/>
                </a:cubicBezTo>
                <a:cubicBezTo>
                  <a:pt x="446" y="0"/>
                  <a:pt x="474" y="3"/>
                  <a:pt x="501" y="8"/>
                </a:cubicBezTo>
                <a:cubicBezTo>
                  <a:pt x="527" y="13"/>
                  <a:pt x="554" y="21"/>
                  <a:pt x="579" y="32"/>
                </a:cubicBezTo>
                <a:cubicBezTo>
                  <a:pt x="604" y="42"/>
                  <a:pt x="628" y="55"/>
                  <a:pt x="651" y="70"/>
                </a:cubicBezTo>
                <a:cubicBezTo>
                  <a:pt x="674" y="86"/>
                  <a:pt x="695" y="103"/>
                  <a:pt x="714" y="122"/>
                </a:cubicBezTo>
                <a:cubicBezTo>
                  <a:pt x="734" y="142"/>
                  <a:pt x="751" y="163"/>
                  <a:pt x="766" y="186"/>
                </a:cubicBezTo>
                <a:cubicBezTo>
                  <a:pt x="782" y="208"/>
                  <a:pt x="795" y="233"/>
                  <a:pt x="805" y="258"/>
                </a:cubicBezTo>
                <a:cubicBezTo>
                  <a:pt x="816" y="283"/>
                  <a:pt x="823" y="309"/>
                  <a:pt x="829" y="336"/>
                </a:cubicBezTo>
                <a:cubicBezTo>
                  <a:pt x="834" y="363"/>
                  <a:pt x="837" y="390"/>
                  <a:pt x="837" y="418"/>
                </a:cubicBezTo>
                <a:lnTo>
                  <a:pt x="837" y="511"/>
                </a:lnTo>
                <a:cubicBezTo>
                  <a:pt x="837" y="538"/>
                  <a:pt x="834" y="565"/>
                  <a:pt x="829" y="592"/>
                </a:cubicBezTo>
                <a:cubicBezTo>
                  <a:pt x="823" y="619"/>
                  <a:pt x="816" y="645"/>
                  <a:pt x="805" y="671"/>
                </a:cubicBezTo>
                <a:cubicBezTo>
                  <a:pt x="795" y="696"/>
                  <a:pt x="782" y="720"/>
                  <a:pt x="766" y="743"/>
                </a:cubicBezTo>
                <a:cubicBezTo>
                  <a:pt x="751" y="766"/>
                  <a:pt x="734" y="787"/>
                  <a:pt x="714" y="806"/>
                </a:cubicBezTo>
                <a:cubicBezTo>
                  <a:pt x="695" y="826"/>
                  <a:pt x="674" y="844"/>
                  <a:pt x="651" y="859"/>
                </a:cubicBezTo>
                <a:cubicBezTo>
                  <a:pt x="628" y="874"/>
                  <a:pt x="604" y="887"/>
                  <a:pt x="579" y="898"/>
                </a:cubicBezTo>
                <a:cubicBezTo>
                  <a:pt x="554" y="908"/>
                  <a:pt x="527" y="916"/>
                  <a:pt x="501" y="921"/>
                </a:cubicBezTo>
                <a:cubicBezTo>
                  <a:pt x="474" y="927"/>
                  <a:pt x="446" y="929"/>
                  <a:pt x="419" y="929"/>
                </a:cubicBezTo>
                <a:cubicBezTo>
                  <a:pt x="392" y="929"/>
                  <a:pt x="364" y="927"/>
                  <a:pt x="338" y="921"/>
                </a:cubicBezTo>
                <a:cubicBezTo>
                  <a:pt x="311" y="916"/>
                  <a:pt x="284" y="908"/>
                  <a:pt x="259" y="898"/>
                </a:cubicBezTo>
                <a:cubicBezTo>
                  <a:pt x="234" y="887"/>
                  <a:pt x="210" y="874"/>
                  <a:pt x="187" y="859"/>
                </a:cubicBezTo>
                <a:cubicBezTo>
                  <a:pt x="164" y="844"/>
                  <a:pt x="143" y="826"/>
                  <a:pt x="124" y="806"/>
                </a:cubicBezTo>
                <a:cubicBezTo>
                  <a:pt x="104" y="787"/>
                  <a:pt x="87" y="766"/>
                  <a:pt x="72" y="743"/>
                </a:cubicBezTo>
                <a:cubicBezTo>
                  <a:pt x="56" y="720"/>
                  <a:pt x="44" y="696"/>
                  <a:pt x="33" y="671"/>
                </a:cubicBezTo>
                <a:cubicBezTo>
                  <a:pt x="23" y="645"/>
                  <a:pt x="15" y="619"/>
                  <a:pt x="9" y="592"/>
                </a:cubicBezTo>
                <a:cubicBezTo>
                  <a:pt x="3" y="565"/>
                  <a:pt x="0" y="538"/>
                  <a:pt x="0" y="511"/>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801" name="図 800"/>
          <p:cNvPicPr/>
          <p:nvPr/>
        </p:nvPicPr>
        <p:blipFill>
          <a:blip r:embed="rId16"/>
          <a:stretch/>
        </p:blipFill>
        <p:spPr>
          <a:xfrm>
            <a:off x="7428960" y="2323080"/>
            <a:ext cx="166680" cy="133200"/>
          </a:xfrm>
          <a:prstGeom prst="rect">
            <a:avLst/>
          </a:prstGeom>
          <a:noFill/>
          <a:ln w="0">
            <a:noFill/>
          </a:ln>
        </p:spPr>
      </p:pic>
      <p:sp>
        <p:nvSpPr>
          <p:cNvPr id="802" name="テキスト ボックス 801"/>
          <p:cNvSpPr txBox="1"/>
          <p:nvPr/>
        </p:nvSpPr>
        <p:spPr>
          <a:xfrm>
            <a:off x="7632360" y="1909080"/>
            <a:ext cx="117432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安全性への貢献</a:t>
            </a:r>
            <a:endParaRPr lang="en-US" sz="1320" b="0" u="none" strike="noStrike">
              <a:solidFill>
                <a:srgbClr val="000000"/>
              </a:solidFill>
              <a:effectLst/>
              <a:uFillTx/>
              <a:latin typeface="Times New Roman"/>
            </a:endParaRPr>
          </a:p>
        </p:txBody>
      </p:sp>
      <p:sp>
        <p:nvSpPr>
          <p:cNvPr id="803" name="テキスト ボックス 802"/>
          <p:cNvSpPr txBox="1"/>
          <p:nvPr/>
        </p:nvSpPr>
        <p:spPr>
          <a:xfrm>
            <a:off x="7766280" y="2249280"/>
            <a:ext cx="12078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事故リスクの最小化</a:t>
            </a:r>
            <a:endParaRPr lang="en-US" sz="1050" b="0" u="none" strike="noStrike">
              <a:solidFill>
                <a:srgbClr val="000000"/>
              </a:solidFill>
              <a:effectLst/>
              <a:uFillTx/>
              <a:latin typeface="Times New Roman"/>
            </a:endParaRPr>
          </a:p>
        </p:txBody>
      </p:sp>
      <p:sp>
        <p:nvSpPr>
          <p:cNvPr id="804" name="テキスト ボックス 803"/>
          <p:cNvSpPr txBox="1"/>
          <p:nvPr/>
        </p:nvSpPr>
        <p:spPr>
          <a:xfrm>
            <a:off x="7766280" y="2440080"/>
            <a:ext cx="223020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交差点での出会い頭衝突や高速道路での追</a:t>
            </a:r>
            <a:endParaRPr lang="en-US" sz="920" b="0" u="none" strike="noStrike">
              <a:solidFill>
                <a:srgbClr val="000000"/>
              </a:solidFill>
              <a:effectLst/>
              <a:uFillTx/>
              <a:latin typeface="Times New Roman"/>
            </a:endParaRPr>
          </a:p>
        </p:txBody>
      </p:sp>
      <p:sp>
        <p:nvSpPr>
          <p:cNvPr id="805" name="テキスト ボックス 804"/>
          <p:cNvSpPr txBox="1"/>
          <p:nvPr/>
        </p:nvSpPr>
        <p:spPr>
          <a:xfrm>
            <a:off x="7766280" y="2607480"/>
            <a:ext cx="223020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突など、車両間の相互作用に起因する事故</a:t>
            </a:r>
            <a:endParaRPr lang="en-US" sz="920" b="0" u="none" strike="noStrike">
              <a:solidFill>
                <a:srgbClr val="000000"/>
              </a:solidFill>
              <a:effectLst/>
              <a:uFillTx/>
              <a:latin typeface="Times New Roman"/>
            </a:endParaRPr>
          </a:p>
        </p:txBody>
      </p:sp>
      <p:sp>
        <p:nvSpPr>
          <p:cNvPr id="806" name="フリーフォーム: 図形 805"/>
          <p:cNvSpPr/>
          <p:nvPr/>
        </p:nvSpPr>
        <p:spPr>
          <a:xfrm>
            <a:off x="7362000" y="3049920"/>
            <a:ext cx="284400" cy="334800"/>
          </a:xfrm>
          <a:custGeom>
            <a:avLst/>
            <a:gdLst/>
            <a:ahLst/>
            <a:cxnLst/>
            <a:rect l="0" t="0" r="r" b="b"/>
            <a:pathLst>
              <a:path w="790" h="930">
                <a:moveTo>
                  <a:pt x="0" y="535"/>
                </a:moveTo>
                <a:lnTo>
                  <a:pt x="0" y="396"/>
                </a:lnTo>
                <a:cubicBezTo>
                  <a:pt x="0" y="370"/>
                  <a:pt x="3" y="343"/>
                  <a:pt x="8" y="318"/>
                </a:cubicBezTo>
                <a:cubicBezTo>
                  <a:pt x="13" y="292"/>
                  <a:pt x="20" y="268"/>
                  <a:pt x="30" y="244"/>
                </a:cubicBezTo>
                <a:cubicBezTo>
                  <a:pt x="40" y="220"/>
                  <a:pt x="52" y="197"/>
                  <a:pt x="67" y="176"/>
                </a:cubicBezTo>
                <a:cubicBezTo>
                  <a:pt x="81" y="154"/>
                  <a:pt x="97" y="134"/>
                  <a:pt x="116" y="116"/>
                </a:cubicBezTo>
                <a:cubicBezTo>
                  <a:pt x="134" y="98"/>
                  <a:pt x="154" y="81"/>
                  <a:pt x="176" y="67"/>
                </a:cubicBezTo>
                <a:cubicBezTo>
                  <a:pt x="197" y="52"/>
                  <a:pt x="220" y="40"/>
                  <a:pt x="244" y="30"/>
                </a:cubicBezTo>
                <a:cubicBezTo>
                  <a:pt x="268" y="20"/>
                  <a:pt x="292" y="13"/>
                  <a:pt x="318" y="8"/>
                </a:cubicBezTo>
                <a:cubicBezTo>
                  <a:pt x="343" y="3"/>
                  <a:pt x="369" y="0"/>
                  <a:pt x="395" y="0"/>
                </a:cubicBezTo>
                <a:cubicBezTo>
                  <a:pt x="421" y="0"/>
                  <a:pt x="446" y="3"/>
                  <a:pt x="473" y="8"/>
                </a:cubicBezTo>
                <a:cubicBezTo>
                  <a:pt x="498" y="13"/>
                  <a:pt x="523" y="20"/>
                  <a:pt x="547" y="30"/>
                </a:cubicBezTo>
                <a:cubicBezTo>
                  <a:pt x="571" y="40"/>
                  <a:pt x="594" y="52"/>
                  <a:pt x="615" y="67"/>
                </a:cubicBezTo>
                <a:cubicBezTo>
                  <a:pt x="637" y="81"/>
                  <a:pt x="657" y="98"/>
                  <a:pt x="675" y="116"/>
                </a:cubicBezTo>
                <a:cubicBezTo>
                  <a:pt x="693" y="134"/>
                  <a:pt x="710" y="154"/>
                  <a:pt x="724" y="176"/>
                </a:cubicBezTo>
                <a:cubicBezTo>
                  <a:pt x="738" y="197"/>
                  <a:pt x="750" y="220"/>
                  <a:pt x="760" y="244"/>
                </a:cubicBezTo>
                <a:cubicBezTo>
                  <a:pt x="770" y="268"/>
                  <a:pt x="778" y="292"/>
                  <a:pt x="783" y="318"/>
                </a:cubicBezTo>
                <a:cubicBezTo>
                  <a:pt x="788" y="343"/>
                  <a:pt x="790" y="370"/>
                  <a:pt x="790" y="396"/>
                </a:cubicBezTo>
                <a:lnTo>
                  <a:pt x="790" y="535"/>
                </a:lnTo>
                <a:cubicBezTo>
                  <a:pt x="790" y="561"/>
                  <a:pt x="788" y="587"/>
                  <a:pt x="783" y="612"/>
                </a:cubicBezTo>
                <a:cubicBezTo>
                  <a:pt x="778" y="638"/>
                  <a:pt x="770" y="662"/>
                  <a:pt x="760" y="686"/>
                </a:cubicBezTo>
                <a:cubicBezTo>
                  <a:pt x="750" y="710"/>
                  <a:pt x="738" y="733"/>
                  <a:pt x="724" y="754"/>
                </a:cubicBezTo>
                <a:cubicBezTo>
                  <a:pt x="710" y="776"/>
                  <a:pt x="693" y="796"/>
                  <a:pt x="675" y="814"/>
                </a:cubicBezTo>
                <a:cubicBezTo>
                  <a:pt x="657" y="833"/>
                  <a:pt x="637" y="849"/>
                  <a:pt x="615" y="863"/>
                </a:cubicBezTo>
                <a:cubicBezTo>
                  <a:pt x="594" y="878"/>
                  <a:pt x="571" y="890"/>
                  <a:pt x="547" y="900"/>
                </a:cubicBezTo>
                <a:cubicBezTo>
                  <a:pt x="523" y="910"/>
                  <a:pt x="498" y="917"/>
                  <a:pt x="473" y="922"/>
                </a:cubicBezTo>
                <a:cubicBezTo>
                  <a:pt x="446" y="927"/>
                  <a:pt x="421" y="930"/>
                  <a:pt x="395" y="930"/>
                </a:cubicBezTo>
                <a:cubicBezTo>
                  <a:pt x="369" y="930"/>
                  <a:pt x="343" y="927"/>
                  <a:pt x="318" y="922"/>
                </a:cubicBezTo>
                <a:cubicBezTo>
                  <a:pt x="292" y="917"/>
                  <a:pt x="268" y="910"/>
                  <a:pt x="244" y="900"/>
                </a:cubicBezTo>
                <a:cubicBezTo>
                  <a:pt x="220" y="890"/>
                  <a:pt x="197" y="878"/>
                  <a:pt x="176" y="863"/>
                </a:cubicBezTo>
                <a:cubicBezTo>
                  <a:pt x="154" y="849"/>
                  <a:pt x="134" y="833"/>
                  <a:pt x="116" y="814"/>
                </a:cubicBezTo>
                <a:cubicBezTo>
                  <a:pt x="97" y="796"/>
                  <a:pt x="81" y="776"/>
                  <a:pt x="67" y="754"/>
                </a:cubicBezTo>
                <a:cubicBezTo>
                  <a:pt x="52" y="733"/>
                  <a:pt x="40" y="710"/>
                  <a:pt x="30" y="686"/>
                </a:cubicBezTo>
                <a:cubicBezTo>
                  <a:pt x="20" y="662"/>
                  <a:pt x="13" y="638"/>
                  <a:pt x="8" y="612"/>
                </a:cubicBezTo>
                <a:cubicBezTo>
                  <a:pt x="3" y="587"/>
                  <a:pt x="0" y="561"/>
                  <a:pt x="0" y="535"/>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807" name="図 806"/>
          <p:cNvPicPr/>
          <p:nvPr/>
        </p:nvPicPr>
        <p:blipFill>
          <a:blip r:embed="rId17"/>
          <a:stretch/>
        </p:blipFill>
        <p:spPr>
          <a:xfrm>
            <a:off x="7428960" y="3159000"/>
            <a:ext cx="150120" cy="133200"/>
          </a:xfrm>
          <a:prstGeom prst="rect">
            <a:avLst/>
          </a:prstGeom>
          <a:noFill/>
          <a:ln w="0">
            <a:noFill/>
          </a:ln>
        </p:spPr>
      </p:pic>
      <p:sp>
        <p:nvSpPr>
          <p:cNvPr id="808" name="テキスト ボックス 807"/>
          <p:cNvSpPr txBox="1"/>
          <p:nvPr/>
        </p:nvSpPr>
        <p:spPr>
          <a:xfrm>
            <a:off x="7766280" y="2774520"/>
            <a:ext cx="129168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をシステムレベルで根絶</a:t>
            </a:r>
            <a:endParaRPr lang="en-US" sz="920" b="0" u="none" strike="noStrike">
              <a:solidFill>
                <a:srgbClr val="000000"/>
              </a:solidFill>
              <a:effectLst/>
              <a:uFillTx/>
              <a:latin typeface="Times New Roman"/>
            </a:endParaRPr>
          </a:p>
        </p:txBody>
      </p:sp>
      <p:sp>
        <p:nvSpPr>
          <p:cNvPr id="809" name="テキスト ボックス 808"/>
          <p:cNvSpPr txBox="1"/>
          <p:nvPr/>
        </p:nvSpPr>
        <p:spPr>
          <a:xfrm>
            <a:off x="7749360" y="3084840"/>
            <a:ext cx="14760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全体最適による渋滞解消</a:t>
            </a:r>
            <a:endParaRPr lang="en-US" sz="1050" b="0" u="none" strike="noStrike">
              <a:solidFill>
                <a:srgbClr val="000000"/>
              </a:solidFill>
              <a:effectLst/>
              <a:uFillTx/>
              <a:latin typeface="Times New Roman"/>
            </a:endParaRPr>
          </a:p>
        </p:txBody>
      </p:sp>
      <p:sp>
        <p:nvSpPr>
          <p:cNvPr id="810" name="テキスト ボックス 809"/>
          <p:cNvSpPr txBox="1"/>
          <p:nvPr/>
        </p:nvSpPr>
        <p:spPr>
          <a:xfrm>
            <a:off x="7749360" y="3276000"/>
            <a:ext cx="234756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交通渋滞を回避することで、事故の二次被害</a:t>
            </a:r>
            <a:endParaRPr lang="en-US" sz="920" b="0" u="none" strike="noStrike">
              <a:solidFill>
                <a:srgbClr val="000000"/>
              </a:solidFill>
              <a:effectLst/>
              <a:uFillTx/>
              <a:latin typeface="Times New Roman"/>
            </a:endParaRPr>
          </a:p>
        </p:txBody>
      </p:sp>
      <p:sp>
        <p:nvSpPr>
          <p:cNvPr id="811" name="フリーフォーム: 図形 810"/>
          <p:cNvSpPr/>
          <p:nvPr/>
        </p:nvSpPr>
        <p:spPr>
          <a:xfrm>
            <a:off x="7362000" y="3718440"/>
            <a:ext cx="267840" cy="334800"/>
          </a:xfrm>
          <a:custGeom>
            <a:avLst/>
            <a:gdLst/>
            <a:ahLst/>
            <a:cxnLst/>
            <a:rect l="0" t="0" r="r" b="b"/>
            <a:pathLst>
              <a:path w="744" h="930">
                <a:moveTo>
                  <a:pt x="0" y="558"/>
                </a:moveTo>
                <a:lnTo>
                  <a:pt x="0" y="373"/>
                </a:lnTo>
                <a:cubicBezTo>
                  <a:pt x="0" y="348"/>
                  <a:pt x="3" y="323"/>
                  <a:pt x="7" y="299"/>
                </a:cubicBezTo>
                <a:cubicBezTo>
                  <a:pt x="12" y="275"/>
                  <a:pt x="19" y="252"/>
                  <a:pt x="28" y="230"/>
                </a:cubicBezTo>
                <a:cubicBezTo>
                  <a:pt x="38" y="207"/>
                  <a:pt x="49" y="186"/>
                  <a:pt x="63" y="165"/>
                </a:cubicBezTo>
                <a:cubicBezTo>
                  <a:pt x="76" y="145"/>
                  <a:pt x="92" y="126"/>
                  <a:pt x="109" y="109"/>
                </a:cubicBezTo>
                <a:cubicBezTo>
                  <a:pt x="126" y="92"/>
                  <a:pt x="145" y="76"/>
                  <a:pt x="165" y="63"/>
                </a:cubicBezTo>
                <a:cubicBezTo>
                  <a:pt x="186" y="49"/>
                  <a:pt x="207" y="38"/>
                  <a:pt x="229" y="29"/>
                </a:cubicBezTo>
                <a:cubicBezTo>
                  <a:pt x="252" y="19"/>
                  <a:pt x="275" y="12"/>
                  <a:pt x="299" y="7"/>
                </a:cubicBezTo>
                <a:cubicBezTo>
                  <a:pt x="323" y="3"/>
                  <a:pt x="347" y="0"/>
                  <a:pt x="372" y="0"/>
                </a:cubicBezTo>
                <a:cubicBezTo>
                  <a:pt x="396" y="0"/>
                  <a:pt x="420" y="3"/>
                  <a:pt x="444" y="7"/>
                </a:cubicBezTo>
                <a:cubicBezTo>
                  <a:pt x="468" y="12"/>
                  <a:pt x="491" y="19"/>
                  <a:pt x="514" y="29"/>
                </a:cubicBezTo>
                <a:cubicBezTo>
                  <a:pt x="536" y="38"/>
                  <a:pt x="558" y="49"/>
                  <a:pt x="578" y="63"/>
                </a:cubicBezTo>
                <a:cubicBezTo>
                  <a:pt x="598" y="76"/>
                  <a:pt x="617" y="92"/>
                  <a:pt x="634" y="109"/>
                </a:cubicBezTo>
                <a:cubicBezTo>
                  <a:pt x="651" y="126"/>
                  <a:pt x="667" y="145"/>
                  <a:pt x="680" y="165"/>
                </a:cubicBezTo>
                <a:cubicBezTo>
                  <a:pt x="694" y="186"/>
                  <a:pt x="706" y="207"/>
                  <a:pt x="716" y="230"/>
                </a:cubicBezTo>
                <a:cubicBezTo>
                  <a:pt x="725" y="252"/>
                  <a:pt x="732" y="275"/>
                  <a:pt x="737" y="299"/>
                </a:cubicBezTo>
                <a:cubicBezTo>
                  <a:pt x="742" y="323"/>
                  <a:pt x="744" y="348"/>
                  <a:pt x="744" y="373"/>
                </a:cubicBezTo>
                <a:lnTo>
                  <a:pt x="744" y="558"/>
                </a:lnTo>
                <a:cubicBezTo>
                  <a:pt x="744" y="583"/>
                  <a:pt x="742" y="607"/>
                  <a:pt x="737" y="631"/>
                </a:cubicBezTo>
                <a:cubicBezTo>
                  <a:pt x="732" y="655"/>
                  <a:pt x="725" y="678"/>
                  <a:pt x="716" y="701"/>
                </a:cubicBezTo>
                <a:cubicBezTo>
                  <a:pt x="706" y="723"/>
                  <a:pt x="694" y="744"/>
                  <a:pt x="680" y="765"/>
                </a:cubicBezTo>
                <a:cubicBezTo>
                  <a:pt x="667" y="785"/>
                  <a:pt x="651" y="804"/>
                  <a:pt x="634" y="821"/>
                </a:cubicBezTo>
                <a:cubicBezTo>
                  <a:pt x="617" y="838"/>
                  <a:pt x="598" y="854"/>
                  <a:pt x="578" y="867"/>
                </a:cubicBezTo>
                <a:cubicBezTo>
                  <a:pt x="558" y="881"/>
                  <a:pt x="536" y="892"/>
                  <a:pt x="514" y="902"/>
                </a:cubicBezTo>
                <a:cubicBezTo>
                  <a:pt x="491" y="911"/>
                  <a:pt x="468" y="918"/>
                  <a:pt x="444" y="923"/>
                </a:cubicBezTo>
                <a:cubicBezTo>
                  <a:pt x="420" y="927"/>
                  <a:pt x="396" y="930"/>
                  <a:pt x="372" y="930"/>
                </a:cubicBezTo>
                <a:cubicBezTo>
                  <a:pt x="347" y="930"/>
                  <a:pt x="323" y="927"/>
                  <a:pt x="299" y="923"/>
                </a:cubicBezTo>
                <a:cubicBezTo>
                  <a:pt x="275" y="918"/>
                  <a:pt x="252" y="911"/>
                  <a:pt x="229" y="902"/>
                </a:cubicBezTo>
                <a:cubicBezTo>
                  <a:pt x="207" y="892"/>
                  <a:pt x="186" y="881"/>
                  <a:pt x="165" y="867"/>
                </a:cubicBezTo>
                <a:cubicBezTo>
                  <a:pt x="145" y="854"/>
                  <a:pt x="126" y="838"/>
                  <a:pt x="109" y="821"/>
                </a:cubicBezTo>
                <a:cubicBezTo>
                  <a:pt x="92" y="804"/>
                  <a:pt x="76" y="785"/>
                  <a:pt x="63" y="765"/>
                </a:cubicBezTo>
                <a:cubicBezTo>
                  <a:pt x="49" y="744"/>
                  <a:pt x="38" y="723"/>
                  <a:pt x="28" y="701"/>
                </a:cubicBezTo>
                <a:cubicBezTo>
                  <a:pt x="19" y="678"/>
                  <a:pt x="12" y="655"/>
                  <a:pt x="7" y="631"/>
                </a:cubicBezTo>
                <a:cubicBezTo>
                  <a:pt x="3" y="607"/>
                  <a:pt x="0" y="583"/>
                  <a:pt x="0" y="558"/>
                </a:cubicBezTo>
                <a:close/>
              </a:path>
            </a:pathLst>
          </a:custGeom>
          <a:solidFill>
            <a:srgbClr val="00336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812" name="図 811"/>
          <p:cNvPicPr/>
          <p:nvPr/>
        </p:nvPicPr>
        <p:blipFill>
          <a:blip r:embed="rId18"/>
          <a:stretch/>
        </p:blipFill>
        <p:spPr>
          <a:xfrm>
            <a:off x="7428960" y="3827520"/>
            <a:ext cx="133200" cy="133200"/>
          </a:xfrm>
          <a:prstGeom prst="rect">
            <a:avLst/>
          </a:prstGeom>
          <a:noFill/>
          <a:ln w="0">
            <a:noFill/>
          </a:ln>
        </p:spPr>
      </p:pic>
      <p:sp>
        <p:nvSpPr>
          <p:cNvPr id="813" name="テキスト ボックス 812"/>
          <p:cNvSpPr txBox="1"/>
          <p:nvPr/>
        </p:nvSpPr>
        <p:spPr>
          <a:xfrm>
            <a:off x="7749360" y="3443040"/>
            <a:ext cx="129168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や緊急車両の遅延を防止</a:t>
            </a:r>
            <a:endParaRPr lang="en-US" sz="920" b="0" u="none" strike="noStrike">
              <a:solidFill>
                <a:srgbClr val="000000"/>
              </a:solidFill>
              <a:effectLst/>
              <a:uFillTx/>
              <a:latin typeface="Times New Roman"/>
            </a:endParaRPr>
          </a:p>
        </p:txBody>
      </p:sp>
      <p:sp>
        <p:nvSpPr>
          <p:cNvPr id="814" name="テキスト ボックス 813"/>
          <p:cNvSpPr txBox="1"/>
          <p:nvPr/>
        </p:nvSpPr>
        <p:spPr>
          <a:xfrm>
            <a:off x="7732800" y="3753360"/>
            <a:ext cx="9396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動的な環境適応</a:t>
            </a:r>
            <a:endParaRPr lang="en-US" sz="1050" b="0" u="none" strike="noStrike">
              <a:solidFill>
                <a:srgbClr val="000000"/>
              </a:solidFill>
              <a:effectLst/>
              <a:uFillTx/>
              <a:latin typeface="Times New Roman"/>
            </a:endParaRPr>
          </a:p>
        </p:txBody>
      </p:sp>
      <p:sp>
        <p:nvSpPr>
          <p:cNvPr id="815" name="テキスト ボックス 814"/>
          <p:cNvSpPr txBox="1"/>
          <p:nvPr/>
        </p:nvSpPr>
        <p:spPr>
          <a:xfrm>
            <a:off x="7732800" y="3944520"/>
            <a:ext cx="234756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事故や災害発生時に即座に交通流を再最適化</a:t>
            </a:r>
            <a:endParaRPr lang="en-US" sz="920" b="0" u="none" strike="noStrike">
              <a:solidFill>
                <a:srgbClr val="000000"/>
              </a:solidFill>
              <a:effectLst/>
              <a:uFillTx/>
              <a:latin typeface="Times New Roman"/>
            </a:endParaRPr>
          </a:p>
        </p:txBody>
      </p:sp>
      <p:pic>
        <p:nvPicPr>
          <p:cNvPr id="816" name="図 815"/>
          <p:cNvPicPr/>
          <p:nvPr/>
        </p:nvPicPr>
        <p:blipFill>
          <a:blip r:embed="rId19"/>
          <a:stretch/>
        </p:blipFill>
        <p:spPr>
          <a:xfrm>
            <a:off x="0" y="5983560"/>
            <a:ext cx="7133400" cy="33120"/>
          </a:xfrm>
          <a:prstGeom prst="rect">
            <a:avLst/>
          </a:prstGeom>
          <a:noFill/>
          <a:ln w="0">
            <a:noFill/>
          </a:ln>
        </p:spPr>
      </p:pic>
      <p:pic>
        <p:nvPicPr>
          <p:cNvPr id="817" name="図 816"/>
          <p:cNvPicPr/>
          <p:nvPr/>
        </p:nvPicPr>
        <p:blipFill>
          <a:blip r:embed="rId20"/>
          <a:stretch/>
        </p:blipFill>
        <p:spPr>
          <a:xfrm>
            <a:off x="9493200" y="534960"/>
            <a:ext cx="400680" cy="400680"/>
          </a:xfrm>
          <a:prstGeom prst="rect">
            <a:avLst/>
          </a:prstGeom>
          <a:noFill/>
          <a:ln w="0">
            <a:noFill/>
          </a:ln>
        </p:spPr>
      </p:pic>
      <p:pic>
        <p:nvPicPr>
          <p:cNvPr id="818" name="図 817"/>
          <p:cNvPicPr/>
          <p:nvPr/>
        </p:nvPicPr>
        <p:blipFill>
          <a:blip r:embed="rId21"/>
          <a:stretch/>
        </p:blipFill>
        <p:spPr>
          <a:xfrm>
            <a:off x="2139480" y="4679640"/>
            <a:ext cx="267120" cy="267120"/>
          </a:xfrm>
          <a:prstGeom prst="rect">
            <a:avLst/>
          </a:prstGeom>
          <a:noFill/>
          <a:ln w="0">
            <a:noFill/>
          </a:ln>
        </p:spPr>
      </p:pic>
      <p:sp>
        <p:nvSpPr>
          <p:cNvPr id="819" name="テキスト ボックス 818"/>
          <p:cNvSpPr txBox="1"/>
          <p:nvPr/>
        </p:nvSpPr>
        <p:spPr>
          <a:xfrm>
            <a:off x="7732800" y="4111560"/>
            <a:ext cx="1056960" cy="169560"/>
          </a:xfrm>
          <a:prstGeom prst="rect">
            <a:avLst/>
          </a:prstGeom>
          <a:noFill/>
          <a:ln w="0">
            <a:noFill/>
          </a:ln>
        </p:spPr>
        <p:txBody>
          <a:bodyPr wrap="none" lIns="0" tIns="0" rIns="0" bIns="0" anchor="t">
            <a:spAutoFit/>
          </a:bodyPr>
          <a:lstStyle/>
          <a:p>
            <a:r>
              <a:rPr lang="zh-CN" sz="920" b="0" u="none" strike="noStrike">
                <a:solidFill>
                  <a:srgbClr val="D1D5DC"/>
                </a:solidFill>
                <a:effectLst/>
                <a:uFillTx/>
                <a:latin typeface="NotoSansJP"/>
                <a:ea typeface="NotoSansJP"/>
              </a:rPr>
              <a:t>し、二次災害を防止</a:t>
            </a:r>
            <a:endParaRPr lang="en-US" sz="920" b="0" u="none" strike="noStrike">
              <a:solidFill>
                <a:srgbClr val="000000"/>
              </a:solidFill>
              <a:effectLst/>
              <a:uFillTx/>
              <a:latin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0" name="図 819"/>
          <p:cNvPicPr/>
          <p:nvPr/>
        </p:nvPicPr>
        <p:blipFill>
          <a:blip r:embed="rId2"/>
          <a:stretch/>
        </p:blipFill>
        <p:spPr>
          <a:xfrm>
            <a:off x="0" y="0"/>
            <a:ext cx="10696320" cy="6643080"/>
          </a:xfrm>
          <a:prstGeom prst="rect">
            <a:avLst/>
          </a:prstGeom>
          <a:noFill/>
          <a:ln w="0">
            <a:noFill/>
          </a:ln>
        </p:spPr>
      </p:pic>
      <p:sp>
        <p:nvSpPr>
          <p:cNvPr id="821" name="テキスト ボックス 820"/>
          <p:cNvSpPr txBox="1"/>
          <p:nvPr/>
        </p:nvSpPr>
        <p:spPr>
          <a:xfrm>
            <a:off x="401040" y="389520"/>
            <a:ext cx="60120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結論</a:t>
            </a:r>
            <a:endParaRPr lang="en-US" sz="2370" b="0" u="none" strike="noStrike">
              <a:solidFill>
                <a:srgbClr val="000000"/>
              </a:solidFill>
              <a:effectLst/>
              <a:uFillTx/>
              <a:latin typeface="Times New Roman"/>
            </a:endParaRPr>
          </a:p>
        </p:txBody>
      </p:sp>
      <p:sp>
        <p:nvSpPr>
          <p:cNvPr id="822" name="テキスト ボックス 821"/>
          <p:cNvSpPr txBox="1"/>
          <p:nvPr/>
        </p:nvSpPr>
        <p:spPr>
          <a:xfrm>
            <a:off x="9936000" y="509760"/>
            <a:ext cx="413640" cy="13608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16 / 17</a:t>
            </a:r>
            <a:endParaRPr lang="en-US" sz="920" b="0" u="none" strike="noStrike">
              <a:solidFill>
                <a:srgbClr val="000000"/>
              </a:solidFill>
              <a:effectLst/>
              <a:uFillTx/>
              <a:latin typeface="Times New Roman"/>
            </a:endParaRPr>
          </a:p>
        </p:txBody>
      </p:sp>
      <p:sp>
        <p:nvSpPr>
          <p:cNvPr id="823" name="テキスト ボックス 822"/>
          <p:cNvSpPr txBox="1"/>
          <p:nvPr/>
        </p:nvSpPr>
        <p:spPr>
          <a:xfrm>
            <a:off x="401040" y="981360"/>
            <a:ext cx="9964800" cy="244080"/>
          </a:xfrm>
          <a:prstGeom prst="rect">
            <a:avLst/>
          </a:prstGeom>
          <a:noFill/>
          <a:ln w="0">
            <a:noFill/>
          </a:ln>
        </p:spPr>
        <p:txBody>
          <a:bodyPr wrap="none" lIns="0" tIns="0" rIns="0" bIns="0" anchor="t">
            <a:spAutoFit/>
          </a:bodyPr>
          <a:lstStyle/>
          <a:p>
            <a:r>
              <a:rPr lang="en-US" sz="1320" b="0" u="none" strike="noStrike">
                <a:solidFill>
                  <a:srgbClr val="D1D5DC"/>
                </a:solidFill>
                <a:effectLst/>
                <a:uFillTx/>
                <a:latin typeface="NotoSansJP"/>
                <a:ea typeface="NotoSansJP"/>
              </a:rPr>
              <a:t>AI</a:t>
            </a:r>
            <a:r>
              <a:rPr lang="zh-CN" sz="1320" b="0" u="none" strike="noStrike">
                <a:solidFill>
                  <a:srgbClr val="D1D5DC"/>
                </a:solidFill>
                <a:effectLst/>
                <a:uFillTx/>
                <a:latin typeface="NotoSansJP"/>
                <a:ea typeface="NotoSansJP"/>
              </a:rPr>
              <a:t>技術は、</a:t>
            </a:r>
            <a:r>
              <a:rPr lang="zh-CN" sz="1320" b="0" u="none" strike="noStrike">
                <a:solidFill>
                  <a:srgbClr val="FF0000"/>
                </a:solidFill>
                <a:effectLst/>
                <a:uFillTx/>
                <a:latin typeface="NotoSansJP"/>
                <a:ea typeface="NotoSansJP"/>
              </a:rPr>
              <a:t>人間の認識能力を超える環境把握</a:t>
            </a:r>
            <a:r>
              <a:rPr lang="zh-CN" sz="1320" b="0" u="none" strike="noStrike">
                <a:solidFill>
                  <a:srgbClr val="D1D5DC"/>
                </a:solidFill>
                <a:effectLst/>
                <a:uFillTx/>
                <a:latin typeface="NotoSansJP"/>
                <a:ea typeface="NotoSansJP"/>
              </a:rPr>
              <a:t>と</a:t>
            </a:r>
            <a:r>
              <a:rPr lang="zh-CN" sz="1320" b="0" u="none" strike="noStrike">
                <a:solidFill>
                  <a:srgbClr val="FF0000"/>
                </a:solidFill>
                <a:effectLst/>
                <a:uFillTx/>
                <a:latin typeface="NotoSansJP"/>
                <a:ea typeface="NotoSansJP"/>
              </a:rPr>
              <a:t>予測的安全対策</a:t>
            </a:r>
            <a:r>
              <a:rPr lang="zh-CN" sz="1320" b="0" u="none" strike="noStrike">
                <a:solidFill>
                  <a:srgbClr val="D1D5DC"/>
                </a:solidFill>
                <a:effectLst/>
                <a:uFillTx/>
                <a:latin typeface="NotoSansJP"/>
                <a:ea typeface="NotoSansJP"/>
              </a:rPr>
              <a:t>を可能にし、 自動車システムの安全性を飛躍的に向上させる可能性を</a:t>
            </a:r>
            <a:endParaRPr lang="en-US" sz="1320" b="0" u="none" strike="noStrike">
              <a:solidFill>
                <a:srgbClr val="000000"/>
              </a:solidFill>
              <a:effectLst/>
              <a:uFillTx/>
              <a:latin typeface="Times New Roman"/>
            </a:endParaRPr>
          </a:p>
        </p:txBody>
      </p:sp>
      <p:sp>
        <p:nvSpPr>
          <p:cNvPr id="824" name="フリーフォーム: 図形 823"/>
          <p:cNvSpPr/>
          <p:nvPr/>
        </p:nvSpPr>
        <p:spPr>
          <a:xfrm>
            <a:off x="417600" y="5088960"/>
            <a:ext cx="9878040" cy="735840"/>
          </a:xfrm>
          <a:custGeom>
            <a:avLst/>
            <a:gdLst/>
            <a:ahLst/>
            <a:cxnLst/>
            <a:rect l="0" t="0" r="r" b="b"/>
            <a:pathLst>
              <a:path w="27439" h="2044">
                <a:moveTo>
                  <a:pt x="0" y="1858"/>
                </a:moveTo>
                <a:lnTo>
                  <a:pt x="0" y="186"/>
                </a:lnTo>
                <a:cubicBezTo>
                  <a:pt x="0" y="174"/>
                  <a:pt x="1" y="162"/>
                  <a:pt x="3" y="150"/>
                </a:cubicBezTo>
                <a:cubicBezTo>
                  <a:pt x="5" y="138"/>
                  <a:pt x="7" y="126"/>
                  <a:pt x="11" y="115"/>
                </a:cubicBezTo>
                <a:cubicBezTo>
                  <a:pt x="14" y="104"/>
                  <a:pt x="19" y="93"/>
                  <a:pt x="24" y="83"/>
                </a:cubicBezTo>
                <a:cubicBezTo>
                  <a:pt x="29" y="73"/>
                  <a:pt x="34" y="63"/>
                  <a:pt x="41" y="55"/>
                </a:cubicBezTo>
                <a:cubicBezTo>
                  <a:pt x="47" y="46"/>
                  <a:pt x="54" y="38"/>
                  <a:pt x="62" y="32"/>
                </a:cubicBezTo>
                <a:cubicBezTo>
                  <a:pt x="70" y="25"/>
                  <a:pt x="78" y="19"/>
                  <a:pt x="86" y="14"/>
                </a:cubicBezTo>
                <a:cubicBezTo>
                  <a:pt x="95" y="10"/>
                  <a:pt x="103" y="6"/>
                  <a:pt x="112" y="4"/>
                </a:cubicBezTo>
                <a:cubicBezTo>
                  <a:pt x="121" y="1"/>
                  <a:pt x="130" y="0"/>
                  <a:pt x="139" y="0"/>
                </a:cubicBezTo>
                <a:lnTo>
                  <a:pt x="27253" y="0"/>
                </a:lnTo>
                <a:cubicBezTo>
                  <a:pt x="27265" y="0"/>
                  <a:pt x="27278" y="1"/>
                  <a:pt x="27290" y="4"/>
                </a:cubicBezTo>
                <a:cubicBezTo>
                  <a:pt x="27301" y="6"/>
                  <a:pt x="27313" y="10"/>
                  <a:pt x="27324" y="14"/>
                </a:cubicBezTo>
                <a:cubicBezTo>
                  <a:pt x="27336" y="19"/>
                  <a:pt x="27346" y="25"/>
                  <a:pt x="27356" y="32"/>
                </a:cubicBezTo>
                <a:cubicBezTo>
                  <a:pt x="27367" y="38"/>
                  <a:pt x="27376" y="46"/>
                  <a:pt x="27385" y="55"/>
                </a:cubicBezTo>
                <a:cubicBezTo>
                  <a:pt x="27393" y="63"/>
                  <a:pt x="27401" y="73"/>
                  <a:pt x="27408" y="83"/>
                </a:cubicBezTo>
                <a:cubicBezTo>
                  <a:pt x="27414" y="93"/>
                  <a:pt x="27420" y="104"/>
                  <a:pt x="27425" y="115"/>
                </a:cubicBezTo>
                <a:cubicBezTo>
                  <a:pt x="27430" y="126"/>
                  <a:pt x="27433" y="138"/>
                  <a:pt x="27435" y="150"/>
                </a:cubicBezTo>
                <a:cubicBezTo>
                  <a:pt x="27438" y="162"/>
                  <a:pt x="27439" y="174"/>
                  <a:pt x="27439" y="186"/>
                </a:cubicBezTo>
                <a:lnTo>
                  <a:pt x="27439" y="1858"/>
                </a:lnTo>
                <a:cubicBezTo>
                  <a:pt x="27439" y="1870"/>
                  <a:pt x="27438" y="1883"/>
                  <a:pt x="27435" y="1895"/>
                </a:cubicBezTo>
                <a:cubicBezTo>
                  <a:pt x="27433" y="1906"/>
                  <a:pt x="27430" y="1918"/>
                  <a:pt x="27425" y="1929"/>
                </a:cubicBezTo>
                <a:cubicBezTo>
                  <a:pt x="27420" y="1941"/>
                  <a:pt x="27414" y="1951"/>
                  <a:pt x="27408" y="1961"/>
                </a:cubicBezTo>
                <a:cubicBezTo>
                  <a:pt x="27401" y="1972"/>
                  <a:pt x="27393" y="1981"/>
                  <a:pt x="27385" y="1990"/>
                </a:cubicBezTo>
                <a:cubicBezTo>
                  <a:pt x="27376" y="1998"/>
                  <a:pt x="27367" y="2006"/>
                  <a:pt x="27356" y="2013"/>
                </a:cubicBezTo>
                <a:cubicBezTo>
                  <a:pt x="27346" y="2019"/>
                  <a:pt x="27336" y="2025"/>
                  <a:pt x="27324" y="2030"/>
                </a:cubicBezTo>
                <a:cubicBezTo>
                  <a:pt x="27313" y="2035"/>
                  <a:pt x="27301" y="2038"/>
                  <a:pt x="27290" y="2040"/>
                </a:cubicBezTo>
                <a:cubicBezTo>
                  <a:pt x="27278" y="2043"/>
                  <a:pt x="27265" y="2044"/>
                  <a:pt x="27253" y="2044"/>
                </a:cubicBezTo>
                <a:lnTo>
                  <a:pt x="139" y="2044"/>
                </a:lnTo>
                <a:cubicBezTo>
                  <a:pt x="130" y="2044"/>
                  <a:pt x="121" y="2043"/>
                  <a:pt x="112" y="2040"/>
                </a:cubicBezTo>
                <a:cubicBezTo>
                  <a:pt x="103" y="2038"/>
                  <a:pt x="95" y="2035"/>
                  <a:pt x="86" y="2030"/>
                </a:cubicBezTo>
                <a:cubicBezTo>
                  <a:pt x="78" y="2025"/>
                  <a:pt x="70" y="2019"/>
                  <a:pt x="62" y="2013"/>
                </a:cubicBezTo>
                <a:cubicBezTo>
                  <a:pt x="54" y="2006"/>
                  <a:pt x="47" y="1998"/>
                  <a:pt x="41" y="1990"/>
                </a:cubicBezTo>
                <a:cubicBezTo>
                  <a:pt x="34" y="1981"/>
                  <a:pt x="29" y="1972"/>
                  <a:pt x="24" y="1961"/>
                </a:cubicBezTo>
                <a:cubicBezTo>
                  <a:pt x="19" y="1951"/>
                  <a:pt x="14" y="1941"/>
                  <a:pt x="11" y="1929"/>
                </a:cubicBezTo>
                <a:cubicBezTo>
                  <a:pt x="7" y="1918"/>
                  <a:pt x="5" y="1906"/>
                  <a:pt x="3" y="1895"/>
                </a:cubicBezTo>
                <a:cubicBezTo>
                  <a:pt x="1" y="1883"/>
                  <a:pt x="0" y="1870"/>
                  <a:pt x="0" y="1858"/>
                </a:cubicBezTo>
                <a:close/>
              </a:path>
            </a:pathLst>
          </a:custGeom>
          <a:solidFill>
            <a:srgbClr val="364153"/>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825" name="フリーフォーム: 図形 824"/>
          <p:cNvSpPr/>
          <p:nvPr/>
        </p:nvSpPr>
        <p:spPr>
          <a:xfrm>
            <a:off x="401040" y="5088960"/>
            <a:ext cx="66960" cy="735840"/>
          </a:xfrm>
          <a:custGeom>
            <a:avLst/>
            <a:gdLst/>
            <a:ahLst/>
            <a:cxnLst/>
            <a:rect l="0" t="0" r="r" b="b"/>
            <a:pathLst>
              <a:path w="186" h="2044">
                <a:moveTo>
                  <a:pt x="0" y="0"/>
                </a:moveTo>
                <a:lnTo>
                  <a:pt x="186" y="0"/>
                </a:lnTo>
                <a:lnTo>
                  <a:pt x="186" y="2044"/>
                </a:lnTo>
                <a:lnTo>
                  <a:pt x="0" y="2044"/>
                </a:lnTo>
                <a:lnTo>
                  <a:pt x="0" y="0"/>
                </a:lnTo>
                <a:close/>
              </a:path>
            </a:pathLst>
          </a:custGeom>
          <a:solidFill>
            <a:srgbClr val="FF0000"/>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826" name="図 825"/>
          <p:cNvPicPr/>
          <p:nvPr/>
        </p:nvPicPr>
        <p:blipFill>
          <a:blip r:embed="rId3"/>
          <a:stretch/>
        </p:blipFill>
        <p:spPr>
          <a:xfrm>
            <a:off x="2097360" y="5306400"/>
            <a:ext cx="108360" cy="116640"/>
          </a:xfrm>
          <a:prstGeom prst="rect">
            <a:avLst/>
          </a:prstGeom>
          <a:noFill/>
          <a:ln w="0">
            <a:noFill/>
          </a:ln>
        </p:spPr>
      </p:pic>
      <p:sp>
        <p:nvSpPr>
          <p:cNvPr id="827" name="テキスト ボックス 826"/>
          <p:cNvSpPr txBox="1"/>
          <p:nvPr/>
        </p:nvSpPr>
        <p:spPr>
          <a:xfrm>
            <a:off x="401040" y="1257120"/>
            <a:ext cx="1174320" cy="244080"/>
          </a:xfrm>
          <a:prstGeom prst="rect">
            <a:avLst/>
          </a:prstGeom>
          <a:noFill/>
          <a:ln w="0">
            <a:noFill/>
          </a:ln>
        </p:spPr>
        <p:txBody>
          <a:bodyPr wrap="none" lIns="0" tIns="0" rIns="0" bIns="0" anchor="t">
            <a:spAutoFit/>
          </a:bodyPr>
          <a:lstStyle/>
          <a:p>
            <a:r>
              <a:rPr lang="zh-CN" sz="1320" b="0" u="none" strike="noStrike">
                <a:solidFill>
                  <a:srgbClr val="D1D5DC"/>
                </a:solidFill>
                <a:effectLst/>
                <a:uFillTx/>
                <a:latin typeface="NotoSansJP"/>
                <a:ea typeface="NotoSansJP"/>
              </a:rPr>
              <a:t>秘めています。</a:t>
            </a:r>
            <a:endParaRPr lang="en-US" sz="1320" b="0" u="none" strike="noStrike">
              <a:solidFill>
                <a:srgbClr val="000000"/>
              </a:solidFill>
              <a:effectLst/>
              <a:uFillTx/>
              <a:latin typeface="Times New Roman"/>
            </a:endParaRPr>
          </a:p>
        </p:txBody>
      </p:sp>
      <p:sp>
        <p:nvSpPr>
          <p:cNvPr id="828" name="テキスト ボックス 827"/>
          <p:cNvSpPr txBox="1"/>
          <p:nvPr/>
        </p:nvSpPr>
        <p:spPr>
          <a:xfrm>
            <a:off x="2273040" y="5251680"/>
            <a:ext cx="6492600" cy="244080"/>
          </a:xfrm>
          <a:prstGeom prst="rect">
            <a:avLst/>
          </a:prstGeom>
          <a:noFill/>
          <a:ln w="0">
            <a:noFill/>
          </a:ln>
        </p:spPr>
        <p:txBody>
          <a:bodyPr wrap="none" lIns="0" tIns="0" rIns="0" bIns="0" anchor="t">
            <a:spAutoFit/>
          </a:bodyPr>
          <a:lstStyle/>
          <a:p>
            <a:r>
              <a:rPr lang="en-US" sz="1320" b="0" u="none" strike="noStrike">
                <a:solidFill>
                  <a:srgbClr val="FFFFFF"/>
                </a:solidFill>
                <a:effectLst/>
                <a:uFillTx/>
                <a:latin typeface="NotoSansJP"/>
                <a:ea typeface="NotoSansJP"/>
              </a:rPr>
              <a:t> 継続的な研究開発と社会全体での議論を通じて、AI</a:t>
            </a:r>
            <a:r>
              <a:rPr lang="zh-CN" sz="1320" b="0" u="none" strike="noStrike">
                <a:solidFill>
                  <a:srgbClr val="FFFFFF"/>
                </a:solidFill>
                <a:effectLst/>
                <a:uFillTx/>
                <a:latin typeface="NotoSansJP"/>
                <a:ea typeface="NotoSansJP"/>
              </a:rPr>
              <a:t>技術の恩恵を最大限に引き出し、</a:t>
            </a:r>
            <a:endParaRPr lang="en-US" sz="1320" b="0" u="none" strike="noStrike">
              <a:solidFill>
                <a:srgbClr val="000000"/>
              </a:solidFill>
              <a:effectLst/>
              <a:uFillTx/>
              <a:latin typeface="Times New Roman"/>
            </a:endParaRPr>
          </a:p>
        </p:txBody>
      </p:sp>
      <p:pic>
        <p:nvPicPr>
          <p:cNvPr id="829" name="図 828"/>
          <p:cNvPicPr/>
          <p:nvPr/>
        </p:nvPicPr>
        <p:blipFill>
          <a:blip r:embed="rId4"/>
          <a:stretch/>
        </p:blipFill>
        <p:spPr>
          <a:xfrm>
            <a:off x="8197920" y="5540400"/>
            <a:ext cx="108360" cy="116640"/>
          </a:xfrm>
          <a:prstGeom prst="rect">
            <a:avLst/>
          </a:prstGeom>
          <a:noFill/>
          <a:ln w="0">
            <a:noFill/>
          </a:ln>
        </p:spPr>
      </p:pic>
      <p:sp>
        <p:nvSpPr>
          <p:cNvPr id="830" name="テキスト ボックス 829"/>
          <p:cNvSpPr txBox="1"/>
          <p:nvPr/>
        </p:nvSpPr>
        <p:spPr>
          <a:xfrm>
            <a:off x="2423520" y="5485680"/>
            <a:ext cx="573804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より</a:t>
            </a:r>
            <a:r>
              <a:rPr lang="zh-CN" sz="1320" b="0" u="none" strike="noStrike">
                <a:solidFill>
                  <a:srgbClr val="FF0000"/>
                </a:solidFill>
                <a:effectLst/>
                <a:uFillTx/>
                <a:latin typeface="NotoSansJP"/>
                <a:ea typeface="NotoSansJP"/>
              </a:rPr>
              <a:t>安全で信頼性の高い交通システム</a:t>
            </a:r>
            <a:r>
              <a:rPr lang="zh-CN" sz="1320" b="0" u="none" strike="noStrike">
                <a:solidFill>
                  <a:srgbClr val="FFFFFF"/>
                </a:solidFill>
                <a:effectLst/>
                <a:uFillTx/>
                <a:latin typeface="NotoSansJP"/>
                <a:ea typeface="NotoSansJP"/>
              </a:rPr>
              <a:t>の実現を目指すことが我々の使命です </a:t>
            </a:r>
            <a:endParaRPr lang="en-US" sz="1320" b="0" u="none" strike="noStrike">
              <a:solidFill>
                <a:srgbClr val="000000"/>
              </a:solidFill>
              <a:effectLst/>
              <a:uFillTx/>
              <a:latin typeface="Times New Roman"/>
            </a:endParaRPr>
          </a:p>
        </p:txBody>
      </p:sp>
      <p:pic>
        <p:nvPicPr>
          <p:cNvPr id="831" name="図 830"/>
          <p:cNvPicPr/>
          <p:nvPr/>
        </p:nvPicPr>
        <p:blipFill>
          <a:blip r:embed="rId5"/>
          <a:stretch/>
        </p:blipFill>
        <p:spPr>
          <a:xfrm>
            <a:off x="8156160" y="6025320"/>
            <a:ext cx="2139120" cy="49680"/>
          </a:xfrm>
          <a:prstGeom prst="rect">
            <a:avLst/>
          </a:prstGeom>
          <a:noFill/>
          <a:ln w="0">
            <a:noFill/>
          </a:ln>
        </p:spPr>
      </p:pic>
      <p:sp>
        <p:nvSpPr>
          <p:cNvPr id="832" name="テキスト ボックス 831"/>
          <p:cNvSpPr txBox="1"/>
          <p:nvPr/>
        </p:nvSpPr>
        <p:spPr>
          <a:xfrm>
            <a:off x="401040" y="6050160"/>
            <a:ext cx="949320" cy="16956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2025</a:t>
            </a:r>
            <a:r>
              <a:rPr lang="zh-CN" sz="920" b="0" u="none" strike="noStrike">
                <a:solidFill>
                  <a:srgbClr val="99A1AF"/>
                </a:solidFill>
                <a:effectLst/>
                <a:uFillTx/>
                <a:latin typeface="NotoSansJP"/>
                <a:ea typeface="NotoSansJP"/>
              </a:rPr>
              <a:t>年</a:t>
            </a:r>
            <a:r>
              <a:rPr lang="en-US" sz="920" b="0" u="none" strike="noStrike">
                <a:solidFill>
                  <a:srgbClr val="99A1AF"/>
                </a:solidFill>
                <a:effectLst/>
                <a:uFillTx/>
                <a:latin typeface="NotoSansJP"/>
                <a:ea typeface="NotoSansJP"/>
              </a:rPr>
              <a:t>7</a:t>
            </a:r>
            <a:r>
              <a:rPr lang="zh-CN" sz="920" b="0" u="none" strike="noStrike">
                <a:solidFill>
                  <a:srgbClr val="99A1AF"/>
                </a:solidFill>
                <a:effectLst/>
                <a:uFillTx/>
                <a:latin typeface="NotoSansJP"/>
                <a:ea typeface="NotoSansJP"/>
              </a:rPr>
              <a:t>月</a:t>
            </a:r>
            <a:r>
              <a:rPr lang="en-US" sz="920" b="0" u="none" strike="noStrike">
                <a:solidFill>
                  <a:srgbClr val="99A1AF"/>
                </a:solidFill>
                <a:effectLst/>
                <a:uFillTx/>
                <a:latin typeface="NotoSansJP"/>
                <a:ea typeface="NotoSansJP"/>
              </a:rPr>
              <a:t>1</a:t>
            </a:r>
            <a:r>
              <a:rPr lang="zh-CN" sz="920" b="0" u="none" strike="noStrike">
                <a:solidFill>
                  <a:srgbClr val="99A1AF"/>
                </a:solidFill>
                <a:effectLst/>
                <a:uFillTx/>
                <a:latin typeface="NotoSansJP"/>
                <a:ea typeface="NotoSansJP"/>
              </a:rPr>
              <a:t>日</a:t>
            </a:r>
            <a:endParaRPr lang="en-US" sz="920" b="0" u="none" strike="noStrike">
              <a:solidFill>
                <a:srgbClr val="000000"/>
              </a:solidFill>
              <a:effectLst/>
              <a:uFillTx/>
              <a:latin typeface="Times New Roman"/>
            </a:endParaRPr>
          </a:p>
        </p:txBody>
      </p:sp>
      <p:sp>
        <p:nvSpPr>
          <p:cNvPr id="833" name="フリーフォーム: 図形 832"/>
          <p:cNvSpPr/>
          <p:nvPr/>
        </p:nvSpPr>
        <p:spPr>
          <a:xfrm>
            <a:off x="417600" y="1679400"/>
            <a:ext cx="4830480" cy="1504800"/>
          </a:xfrm>
          <a:custGeom>
            <a:avLst/>
            <a:gdLst/>
            <a:ahLst/>
            <a:cxnLst/>
            <a:rect l="0" t="0" r="r" b="b"/>
            <a:pathLst>
              <a:path w="13418" h="4180">
                <a:moveTo>
                  <a:pt x="0" y="3994"/>
                </a:moveTo>
                <a:lnTo>
                  <a:pt x="0" y="186"/>
                </a:lnTo>
                <a:cubicBezTo>
                  <a:pt x="0" y="174"/>
                  <a:pt x="1" y="162"/>
                  <a:pt x="3" y="150"/>
                </a:cubicBezTo>
                <a:cubicBezTo>
                  <a:pt x="5" y="138"/>
                  <a:pt x="7" y="126"/>
                  <a:pt x="11" y="115"/>
                </a:cubicBezTo>
                <a:cubicBezTo>
                  <a:pt x="14" y="104"/>
                  <a:pt x="19" y="93"/>
                  <a:pt x="24" y="83"/>
                </a:cubicBezTo>
                <a:cubicBezTo>
                  <a:pt x="29" y="73"/>
                  <a:pt x="34" y="63"/>
                  <a:pt x="41" y="55"/>
                </a:cubicBezTo>
                <a:cubicBezTo>
                  <a:pt x="47" y="46"/>
                  <a:pt x="54" y="38"/>
                  <a:pt x="62" y="32"/>
                </a:cubicBezTo>
                <a:cubicBezTo>
                  <a:pt x="70" y="25"/>
                  <a:pt x="78" y="19"/>
                  <a:pt x="86" y="14"/>
                </a:cubicBezTo>
                <a:cubicBezTo>
                  <a:pt x="95" y="10"/>
                  <a:pt x="103" y="6"/>
                  <a:pt x="112" y="4"/>
                </a:cubicBezTo>
                <a:cubicBezTo>
                  <a:pt x="121" y="2"/>
                  <a:pt x="130" y="0"/>
                  <a:pt x="139" y="0"/>
                </a:cubicBezTo>
                <a:lnTo>
                  <a:pt x="13233" y="0"/>
                </a:lnTo>
                <a:cubicBezTo>
                  <a:pt x="13245" y="0"/>
                  <a:pt x="13257" y="2"/>
                  <a:pt x="13269" y="4"/>
                </a:cubicBezTo>
                <a:cubicBezTo>
                  <a:pt x="13281" y="6"/>
                  <a:pt x="13292" y="10"/>
                  <a:pt x="13304" y="14"/>
                </a:cubicBezTo>
                <a:cubicBezTo>
                  <a:pt x="13315" y="19"/>
                  <a:pt x="13326" y="25"/>
                  <a:pt x="13336" y="32"/>
                </a:cubicBezTo>
                <a:cubicBezTo>
                  <a:pt x="13346" y="38"/>
                  <a:pt x="13355" y="46"/>
                  <a:pt x="13364" y="55"/>
                </a:cubicBezTo>
                <a:cubicBezTo>
                  <a:pt x="13373" y="63"/>
                  <a:pt x="13380" y="73"/>
                  <a:pt x="13387" y="83"/>
                </a:cubicBezTo>
                <a:cubicBezTo>
                  <a:pt x="13394" y="93"/>
                  <a:pt x="13399" y="104"/>
                  <a:pt x="13404" y="115"/>
                </a:cubicBezTo>
                <a:cubicBezTo>
                  <a:pt x="13409" y="126"/>
                  <a:pt x="13412" y="138"/>
                  <a:pt x="13415" y="150"/>
                </a:cubicBezTo>
                <a:cubicBezTo>
                  <a:pt x="13417" y="162"/>
                  <a:pt x="13418" y="174"/>
                  <a:pt x="13418" y="186"/>
                </a:cubicBezTo>
                <a:lnTo>
                  <a:pt x="13418" y="3994"/>
                </a:lnTo>
                <a:cubicBezTo>
                  <a:pt x="13418" y="4006"/>
                  <a:pt x="13417" y="4018"/>
                  <a:pt x="13415" y="4030"/>
                </a:cubicBezTo>
                <a:cubicBezTo>
                  <a:pt x="13412" y="4042"/>
                  <a:pt x="13409" y="4054"/>
                  <a:pt x="13404" y="4065"/>
                </a:cubicBezTo>
                <a:cubicBezTo>
                  <a:pt x="13399" y="4076"/>
                  <a:pt x="13394" y="4087"/>
                  <a:pt x="13387" y="4097"/>
                </a:cubicBezTo>
                <a:cubicBezTo>
                  <a:pt x="13380" y="4107"/>
                  <a:pt x="13373" y="4117"/>
                  <a:pt x="13364" y="4125"/>
                </a:cubicBezTo>
                <a:cubicBezTo>
                  <a:pt x="13355" y="4134"/>
                  <a:pt x="13346" y="4142"/>
                  <a:pt x="13336" y="4148"/>
                </a:cubicBezTo>
                <a:cubicBezTo>
                  <a:pt x="13326" y="4155"/>
                  <a:pt x="13315" y="4161"/>
                  <a:pt x="13304" y="4166"/>
                </a:cubicBezTo>
                <a:cubicBezTo>
                  <a:pt x="13292" y="4170"/>
                  <a:pt x="13281" y="4174"/>
                  <a:pt x="13269" y="4176"/>
                </a:cubicBezTo>
                <a:cubicBezTo>
                  <a:pt x="13257" y="4178"/>
                  <a:pt x="13245" y="4180"/>
                  <a:pt x="13233" y="4180"/>
                </a:cubicBezTo>
                <a:lnTo>
                  <a:pt x="139" y="4180"/>
                </a:lnTo>
                <a:cubicBezTo>
                  <a:pt x="130" y="4180"/>
                  <a:pt x="121" y="4178"/>
                  <a:pt x="112" y="4176"/>
                </a:cubicBezTo>
                <a:cubicBezTo>
                  <a:pt x="103" y="4174"/>
                  <a:pt x="95" y="4170"/>
                  <a:pt x="86" y="4166"/>
                </a:cubicBezTo>
                <a:cubicBezTo>
                  <a:pt x="78" y="4161"/>
                  <a:pt x="70" y="4155"/>
                  <a:pt x="62" y="4148"/>
                </a:cubicBezTo>
                <a:cubicBezTo>
                  <a:pt x="54" y="4142"/>
                  <a:pt x="47" y="4134"/>
                  <a:pt x="41" y="4125"/>
                </a:cubicBezTo>
                <a:cubicBezTo>
                  <a:pt x="34" y="4117"/>
                  <a:pt x="29" y="4107"/>
                  <a:pt x="24" y="4097"/>
                </a:cubicBezTo>
                <a:cubicBezTo>
                  <a:pt x="19" y="4087"/>
                  <a:pt x="14" y="4076"/>
                  <a:pt x="11" y="4065"/>
                </a:cubicBezTo>
                <a:cubicBezTo>
                  <a:pt x="7" y="4054"/>
                  <a:pt x="5" y="4042"/>
                  <a:pt x="3" y="4030"/>
                </a:cubicBezTo>
                <a:cubicBezTo>
                  <a:pt x="1" y="4018"/>
                  <a:pt x="0" y="4006"/>
                  <a:pt x="0" y="3994"/>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34" name="フリーフォーム: 図形 833"/>
          <p:cNvSpPr/>
          <p:nvPr/>
        </p:nvSpPr>
        <p:spPr>
          <a:xfrm>
            <a:off x="401040" y="1679400"/>
            <a:ext cx="66960" cy="1504800"/>
          </a:xfrm>
          <a:custGeom>
            <a:avLst/>
            <a:gdLst/>
            <a:ahLst/>
            <a:cxnLst/>
            <a:rect l="0" t="0" r="r" b="b"/>
            <a:pathLst>
              <a:path w="186" h="4180">
                <a:moveTo>
                  <a:pt x="151" y="14"/>
                </a:moveTo>
                <a:cubicBezTo>
                  <a:pt x="140" y="24"/>
                  <a:pt x="129" y="37"/>
                  <a:pt x="121" y="55"/>
                </a:cubicBezTo>
                <a:cubicBezTo>
                  <a:pt x="112" y="72"/>
                  <a:pt x="105" y="92"/>
                  <a:pt x="101" y="115"/>
                </a:cubicBezTo>
                <a:cubicBezTo>
                  <a:pt x="96" y="138"/>
                  <a:pt x="94" y="161"/>
                  <a:pt x="94" y="186"/>
                </a:cubicBezTo>
                <a:lnTo>
                  <a:pt x="94" y="3994"/>
                </a:lnTo>
                <a:cubicBezTo>
                  <a:pt x="94" y="4019"/>
                  <a:pt x="96" y="4042"/>
                  <a:pt x="101" y="4065"/>
                </a:cubicBezTo>
                <a:cubicBezTo>
                  <a:pt x="105" y="4088"/>
                  <a:pt x="112" y="4108"/>
                  <a:pt x="121" y="4125"/>
                </a:cubicBezTo>
                <a:cubicBezTo>
                  <a:pt x="129" y="4143"/>
                  <a:pt x="140" y="4156"/>
                  <a:pt x="151" y="4166"/>
                </a:cubicBezTo>
                <a:cubicBezTo>
                  <a:pt x="162" y="4175"/>
                  <a:pt x="174" y="4180"/>
                  <a:pt x="186" y="4180"/>
                </a:cubicBezTo>
                <a:cubicBezTo>
                  <a:pt x="162" y="4180"/>
                  <a:pt x="138" y="4175"/>
                  <a:pt x="115" y="4166"/>
                </a:cubicBezTo>
                <a:cubicBezTo>
                  <a:pt x="93" y="4156"/>
                  <a:pt x="72" y="4143"/>
                  <a:pt x="54" y="4125"/>
                </a:cubicBezTo>
                <a:cubicBezTo>
                  <a:pt x="37" y="4108"/>
                  <a:pt x="23" y="4088"/>
                  <a:pt x="14" y="4065"/>
                </a:cubicBezTo>
                <a:cubicBezTo>
                  <a:pt x="4" y="4042"/>
                  <a:pt x="0" y="4019"/>
                  <a:pt x="0" y="3994"/>
                </a:cubicBezTo>
                <a:lnTo>
                  <a:pt x="0" y="186"/>
                </a:lnTo>
                <a:cubicBezTo>
                  <a:pt x="0" y="161"/>
                  <a:pt x="4" y="138"/>
                  <a:pt x="14" y="115"/>
                </a:cubicBezTo>
                <a:cubicBezTo>
                  <a:pt x="23" y="92"/>
                  <a:pt x="37" y="72"/>
                  <a:pt x="54" y="55"/>
                </a:cubicBezTo>
                <a:cubicBezTo>
                  <a:pt x="72" y="37"/>
                  <a:pt x="93" y="24"/>
                  <a:pt x="115" y="14"/>
                </a:cubicBezTo>
                <a:cubicBezTo>
                  <a:pt x="138" y="5"/>
                  <a:pt x="162" y="0"/>
                  <a:pt x="186" y="0"/>
                </a:cubicBezTo>
                <a:cubicBezTo>
                  <a:pt x="174" y="0"/>
                  <a:pt x="162" y="5"/>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35" name="フリーフォーム: 図形 834"/>
          <p:cNvSpPr/>
          <p:nvPr/>
        </p:nvSpPr>
        <p:spPr>
          <a:xfrm>
            <a:off x="635040" y="1879920"/>
            <a:ext cx="401400" cy="418320"/>
          </a:xfrm>
          <a:custGeom>
            <a:avLst/>
            <a:gdLst/>
            <a:ahLst/>
            <a:cxnLst/>
            <a:rect l="0" t="0" r="r" b="b"/>
            <a:pathLst>
              <a:path w="1115" h="1162">
                <a:moveTo>
                  <a:pt x="0" y="604"/>
                </a:moveTo>
                <a:lnTo>
                  <a:pt x="0" y="558"/>
                </a:lnTo>
                <a:cubicBezTo>
                  <a:pt x="0" y="521"/>
                  <a:pt x="3" y="485"/>
                  <a:pt x="10" y="449"/>
                </a:cubicBezTo>
                <a:cubicBezTo>
                  <a:pt x="18" y="413"/>
                  <a:pt x="28" y="378"/>
                  <a:pt x="42" y="344"/>
                </a:cubicBezTo>
                <a:cubicBezTo>
                  <a:pt x="56" y="311"/>
                  <a:pt x="73" y="278"/>
                  <a:pt x="94" y="248"/>
                </a:cubicBezTo>
                <a:cubicBezTo>
                  <a:pt x="114" y="218"/>
                  <a:pt x="137" y="189"/>
                  <a:pt x="163" y="164"/>
                </a:cubicBezTo>
                <a:cubicBezTo>
                  <a:pt x="189" y="138"/>
                  <a:pt x="217" y="115"/>
                  <a:pt x="247" y="94"/>
                </a:cubicBezTo>
                <a:cubicBezTo>
                  <a:pt x="278" y="74"/>
                  <a:pt x="310" y="57"/>
                  <a:pt x="344" y="43"/>
                </a:cubicBezTo>
                <a:cubicBezTo>
                  <a:pt x="377" y="29"/>
                  <a:pt x="412" y="18"/>
                  <a:pt x="448" y="11"/>
                </a:cubicBezTo>
                <a:cubicBezTo>
                  <a:pt x="484" y="4"/>
                  <a:pt x="520" y="0"/>
                  <a:pt x="557" y="0"/>
                </a:cubicBezTo>
                <a:cubicBezTo>
                  <a:pt x="593" y="0"/>
                  <a:pt x="630" y="4"/>
                  <a:pt x="665" y="11"/>
                </a:cubicBezTo>
                <a:cubicBezTo>
                  <a:pt x="701" y="18"/>
                  <a:pt x="736" y="29"/>
                  <a:pt x="770" y="43"/>
                </a:cubicBezTo>
                <a:cubicBezTo>
                  <a:pt x="804" y="57"/>
                  <a:pt x="836" y="74"/>
                  <a:pt x="866" y="94"/>
                </a:cubicBezTo>
                <a:cubicBezTo>
                  <a:pt x="897" y="115"/>
                  <a:pt x="925" y="138"/>
                  <a:pt x="951" y="164"/>
                </a:cubicBezTo>
                <a:cubicBezTo>
                  <a:pt x="977" y="189"/>
                  <a:pt x="1000" y="218"/>
                  <a:pt x="1020" y="248"/>
                </a:cubicBezTo>
                <a:cubicBezTo>
                  <a:pt x="1041" y="278"/>
                  <a:pt x="1059" y="311"/>
                  <a:pt x="1073" y="344"/>
                </a:cubicBezTo>
                <a:cubicBezTo>
                  <a:pt x="1087" y="378"/>
                  <a:pt x="1097" y="413"/>
                  <a:pt x="1104" y="449"/>
                </a:cubicBezTo>
                <a:cubicBezTo>
                  <a:pt x="1111" y="485"/>
                  <a:pt x="1115" y="521"/>
                  <a:pt x="1115" y="558"/>
                </a:cubicBezTo>
                <a:lnTo>
                  <a:pt x="1115" y="604"/>
                </a:lnTo>
                <a:cubicBezTo>
                  <a:pt x="1115" y="641"/>
                  <a:pt x="1111" y="677"/>
                  <a:pt x="1104" y="713"/>
                </a:cubicBezTo>
                <a:cubicBezTo>
                  <a:pt x="1097" y="749"/>
                  <a:pt x="1087" y="783"/>
                  <a:pt x="1073" y="817"/>
                </a:cubicBezTo>
                <a:cubicBezTo>
                  <a:pt x="1059" y="851"/>
                  <a:pt x="1041" y="883"/>
                  <a:pt x="1020" y="913"/>
                </a:cubicBezTo>
                <a:cubicBezTo>
                  <a:pt x="1000" y="944"/>
                  <a:pt x="977" y="972"/>
                  <a:pt x="951" y="998"/>
                </a:cubicBezTo>
                <a:cubicBezTo>
                  <a:pt x="925" y="1024"/>
                  <a:pt x="897" y="1047"/>
                  <a:pt x="866" y="1067"/>
                </a:cubicBezTo>
                <a:cubicBezTo>
                  <a:pt x="836" y="1088"/>
                  <a:pt x="804" y="1105"/>
                  <a:pt x="770" y="1119"/>
                </a:cubicBezTo>
                <a:cubicBezTo>
                  <a:pt x="736" y="1133"/>
                  <a:pt x="701" y="1143"/>
                  <a:pt x="665" y="1150"/>
                </a:cubicBezTo>
                <a:cubicBezTo>
                  <a:pt x="630" y="1159"/>
                  <a:pt x="593" y="1162"/>
                  <a:pt x="557" y="1162"/>
                </a:cubicBezTo>
                <a:cubicBezTo>
                  <a:pt x="520" y="1162"/>
                  <a:pt x="484" y="1159"/>
                  <a:pt x="448" y="1150"/>
                </a:cubicBezTo>
                <a:cubicBezTo>
                  <a:pt x="412" y="1143"/>
                  <a:pt x="377" y="1133"/>
                  <a:pt x="344" y="1119"/>
                </a:cubicBezTo>
                <a:cubicBezTo>
                  <a:pt x="310" y="1105"/>
                  <a:pt x="278" y="1088"/>
                  <a:pt x="247" y="1067"/>
                </a:cubicBezTo>
                <a:cubicBezTo>
                  <a:pt x="217" y="1047"/>
                  <a:pt x="189" y="1024"/>
                  <a:pt x="163" y="998"/>
                </a:cubicBezTo>
                <a:cubicBezTo>
                  <a:pt x="137" y="972"/>
                  <a:pt x="114" y="944"/>
                  <a:pt x="94" y="913"/>
                </a:cubicBezTo>
                <a:cubicBezTo>
                  <a:pt x="73" y="883"/>
                  <a:pt x="56" y="851"/>
                  <a:pt x="42" y="817"/>
                </a:cubicBezTo>
                <a:cubicBezTo>
                  <a:pt x="28" y="783"/>
                  <a:pt x="18" y="749"/>
                  <a:pt x="10" y="713"/>
                </a:cubicBezTo>
                <a:cubicBezTo>
                  <a:pt x="3" y="677"/>
                  <a:pt x="0" y="641"/>
                  <a:pt x="0" y="604"/>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836" name="図 835"/>
          <p:cNvPicPr/>
          <p:nvPr/>
        </p:nvPicPr>
        <p:blipFill>
          <a:blip r:embed="rId6"/>
          <a:stretch/>
        </p:blipFill>
        <p:spPr>
          <a:xfrm>
            <a:off x="735480" y="1980360"/>
            <a:ext cx="200160" cy="200160"/>
          </a:xfrm>
          <a:prstGeom prst="rect">
            <a:avLst/>
          </a:prstGeom>
          <a:noFill/>
          <a:ln w="0">
            <a:noFill/>
          </a:ln>
        </p:spPr>
      </p:pic>
      <p:sp>
        <p:nvSpPr>
          <p:cNvPr id="837" name="テキスト ボックス 836"/>
          <p:cNvSpPr txBox="1"/>
          <p:nvPr/>
        </p:nvSpPr>
        <p:spPr>
          <a:xfrm>
            <a:off x="9768960" y="6124320"/>
            <a:ext cx="586800" cy="146520"/>
          </a:xfrm>
          <a:prstGeom prst="rect">
            <a:avLst/>
          </a:prstGeom>
          <a:noFill/>
          <a:ln w="0">
            <a:noFill/>
          </a:ln>
        </p:spPr>
        <p:txBody>
          <a:bodyPr wrap="none" lIns="0" tIns="0" rIns="0" bIns="0" anchor="t">
            <a:spAutoFit/>
          </a:bodyPr>
          <a:lstStyle/>
          <a:p>
            <a:r>
              <a:rPr lang="zh-CN" sz="790" b="0" u="none" strike="noStrike">
                <a:solidFill>
                  <a:srgbClr val="99A1AF"/>
                </a:solidFill>
                <a:effectLst/>
                <a:uFillTx/>
                <a:latin typeface="NotoSansJP"/>
                <a:ea typeface="NotoSansJP"/>
              </a:rPr>
              <a:t>進捗</a:t>
            </a:r>
            <a:r>
              <a:rPr lang="en-US" sz="790" b="0" u="none" strike="noStrike">
                <a:solidFill>
                  <a:srgbClr val="99A1AF"/>
                </a:solidFill>
                <a:effectLst/>
                <a:uFillTx/>
                <a:latin typeface="NotoSansJP"/>
                <a:ea typeface="NotoSansJP"/>
              </a:rPr>
              <a:t>: 16/17</a:t>
            </a:r>
            <a:endParaRPr lang="en-US" sz="790" b="0" u="none" strike="noStrike">
              <a:solidFill>
                <a:srgbClr val="000000"/>
              </a:solidFill>
              <a:effectLst/>
              <a:uFillTx/>
              <a:latin typeface="Times New Roman"/>
            </a:endParaRPr>
          </a:p>
        </p:txBody>
      </p:sp>
      <p:sp>
        <p:nvSpPr>
          <p:cNvPr id="838" name="テキスト ボックス 837"/>
          <p:cNvSpPr txBox="1"/>
          <p:nvPr/>
        </p:nvSpPr>
        <p:spPr>
          <a:xfrm>
            <a:off x="1170000" y="1909080"/>
            <a:ext cx="83880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現在の成果</a:t>
            </a:r>
            <a:endParaRPr lang="en-US" sz="1320" b="0" u="none" strike="noStrike">
              <a:solidFill>
                <a:srgbClr val="000000"/>
              </a:solidFill>
              <a:effectLst/>
              <a:uFillTx/>
              <a:latin typeface="Times New Roman"/>
            </a:endParaRPr>
          </a:p>
        </p:txBody>
      </p:sp>
      <p:sp>
        <p:nvSpPr>
          <p:cNvPr id="839" name="テキスト ボックス 838"/>
          <p:cNvSpPr txBox="1"/>
          <p:nvPr/>
        </p:nvSpPr>
        <p:spPr>
          <a:xfrm>
            <a:off x="1170000" y="2215800"/>
            <a:ext cx="3918600" cy="19404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、特に機械学習とディープラーニングは、周囲環境の正確な認</a:t>
            </a:r>
            <a:endParaRPr lang="en-US" sz="1050" b="0" u="none" strike="noStrike">
              <a:solidFill>
                <a:srgbClr val="000000"/>
              </a:solidFill>
              <a:effectLst/>
              <a:uFillTx/>
              <a:latin typeface="Times New Roman"/>
            </a:endParaRPr>
          </a:p>
        </p:txBody>
      </p:sp>
      <p:sp>
        <p:nvSpPr>
          <p:cNvPr id="840" name="テキスト ボックス 839"/>
          <p:cNvSpPr txBox="1"/>
          <p:nvPr/>
        </p:nvSpPr>
        <p:spPr>
          <a:xfrm>
            <a:off x="1170000" y="2416320"/>
            <a:ext cx="38898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識や危険予測を実現し、ヒューマンエラーによる事故リスクを大</a:t>
            </a:r>
            <a:endParaRPr lang="en-US" sz="1050" b="0" u="none" strike="noStrike">
              <a:solidFill>
                <a:srgbClr val="000000"/>
              </a:solidFill>
              <a:effectLst/>
              <a:uFillTx/>
              <a:latin typeface="Times New Roman"/>
            </a:endParaRPr>
          </a:p>
        </p:txBody>
      </p:sp>
      <p:sp>
        <p:nvSpPr>
          <p:cNvPr id="841" name="テキスト ボックス 840"/>
          <p:cNvSpPr txBox="1"/>
          <p:nvPr/>
        </p:nvSpPr>
        <p:spPr>
          <a:xfrm>
            <a:off x="1170000" y="2616840"/>
            <a:ext cx="38898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幅に削減しています。センサーフュージョン技術により、あらゆ</a:t>
            </a:r>
            <a:endParaRPr lang="en-US" sz="1050" b="0" u="none" strike="noStrike">
              <a:solidFill>
                <a:srgbClr val="000000"/>
              </a:solidFill>
              <a:effectLst/>
              <a:uFillTx/>
              <a:latin typeface="Times New Roman"/>
            </a:endParaRPr>
          </a:p>
        </p:txBody>
      </p:sp>
      <p:sp>
        <p:nvSpPr>
          <p:cNvPr id="842" name="フリーフォーム: 図形 841"/>
          <p:cNvSpPr/>
          <p:nvPr/>
        </p:nvSpPr>
        <p:spPr>
          <a:xfrm>
            <a:off x="5465160" y="1679400"/>
            <a:ext cx="4830480" cy="1504800"/>
          </a:xfrm>
          <a:custGeom>
            <a:avLst/>
            <a:gdLst/>
            <a:ahLst/>
            <a:cxnLst/>
            <a:rect l="0" t="0" r="r" b="b"/>
            <a:pathLst>
              <a:path w="13418" h="4180">
                <a:moveTo>
                  <a:pt x="0" y="3994"/>
                </a:moveTo>
                <a:lnTo>
                  <a:pt x="0" y="186"/>
                </a:lnTo>
                <a:cubicBezTo>
                  <a:pt x="0" y="174"/>
                  <a:pt x="1" y="162"/>
                  <a:pt x="3" y="150"/>
                </a:cubicBezTo>
                <a:cubicBezTo>
                  <a:pt x="4" y="138"/>
                  <a:pt x="7" y="126"/>
                  <a:pt x="10" y="115"/>
                </a:cubicBezTo>
                <a:cubicBezTo>
                  <a:pt x="14" y="104"/>
                  <a:pt x="18" y="93"/>
                  <a:pt x="23" y="83"/>
                </a:cubicBezTo>
                <a:cubicBezTo>
                  <a:pt x="28" y="73"/>
                  <a:pt x="34" y="63"/>
                  <a:pt x="41" y="55"/>
                </a:cubicBezTo>
                <a:cubicBezTo>
                  <a:pt x="47" y="46"/>
                  <a:pt x="54" y="38"/>
                  <a:pt x="62" y="32"/>
                </a:cubicBezTo>
                <a:cubicBezTo>
                  <a:pt x="69" y="25"/>
                  <a:pt x="77" y="19"/>
                  <a:pt x="86" y="14"/>
                </a:cubicBezTo>
                <a:cubicBezTo>
                  <a:pt x="94" y="10"/>
                  <a:pt x="103" y="6"/>
                  <a:pt x="112" y="4"/>
                </a:cubicBezTo>
                <a:cubicBezTo>
                  <a:pt x="121" y="2"/>
                  <a:pt x="130" y="0"/>
                  <a:pt x="139" y="0"/>
                </a:cubicBezTo>
                <a:lnTo>
                  <a:pt x="13232" y="0"/>
                </a:lnTo>
                <a:cubicBezTo>
                  <a:pt x="13244" y="0"/>
                  <a:pt x="13257" y="2"/>
                  <a:pt x="13269" y="4"/>
                </a:cubicBezTo>
                <a:cubicBezTo>
                  <a:pt x="13280" y="6"/>
                  <a:pt x="13292" y="10"/>
                  <a:pt x="13303" y="14"/>
                </a:cubicBezTo>
                <a:cubicBezTo>
                  <a:pt x="13315" y="19"/>
                  <a:pt x="13325" y="25"/>
                  <a:pt x="13335" y="32"/>
                </a:cubicBezTo>
                <a:cubicBezTo>
                  <a:pt x="13346" y="38"/>
                  <a:pt x="13355" y="46"/>
                  <a:pt x="13364" y="55"/>
                </a:cubicBezTo>
                <a:cubicBezTo>
                  <a:pt x="13372" y="63"/>
                  <a:pt x="13380" y="73"/>
                  <a:pt x="13387" y="83"/>
                </a:cubicBezTo>
                <a:cubicBezTo>
                  <a:pt x="13393" y="93"/>
                  <a:pt x="13399" y="104"/>
                  <a:pt x="13404" y="115"/>
                </a:cubicBezTo>
                <a:cubicBezTo>
                  <a:pt x="13409" y="126"/>
                  <a:pt x="13412" y="138"/>
                  <a:pt x="13414" y="150"/>
                </a:cubicBezTo>
                <a:cubicBezTo>
                  <a:pt x="13417" y="162"/>
                  <a:pt x="13418" y="174"/>
                  <a:pt x="13418" y="186"/>
                </a:cubicBezTo>
                <a:lnTo>
                  <a:pt x="13418" y="3994"/>
                </a:lnTo>
                <a:cubicBezTo>
                  <a:pt x="13418" y="4006"/>
                  <a:pt x="13417" y="4018"/>
                  <a:pt x="13414" y="4030"/>
                </a:cubicBezTo>
                <a:cubicBezTo>
                  <a:pt x="13412" y="4042"/>
                  <a:pt x="13409" y="4054"/>
                  <a:pt x="13404" y="4065"/>
                </a:cubicBezTo>
                <a:cubicBezTo>
                  <a:pt x="13399" y="4076"/>
                  <a:pt x="13393" y="4087"/>
                  <a:pt x="13387" y="4097"/>
                </a:cubicBezTo>
                <a:cubicBezTo>
                  <a:pt x="13380" y="4107"/>
                  <a:pt x="13372" y="4117"/>
                  <a:pt x="13364" y="4125"/>
                </a:cubicBezTo>
                <a:cubicBezTo>
                  <a:pt x="13355" y="4134"/>
                  <a:pt x="13346" y="4142"/>
                  <a:pt x="13335" y="4148"/>
                </a:cubicBezTo>
                <a:cubicBezTo>
                  <a:pt x="13325" y="4155"/>
                  <a:pt x="13315" y="4161"/>
                  <a:pt x="13303" y="4166"/>
                </a:cubicBezTo>
                <a:cubicBezTo>
                  <a:pt x="13292" y="4170"/>
                  <a:pt x="13280" y="4174"/>
                  <a:pt x="13269" y="4176"/>
                </a:cubicBezTo>
                <a:cubicBezTo>
                  <a:pt x="13257" y="4178"/>
                  <a:pt x="13244" y="4180"/>
                  <a:pt x="13232" y="4180"/>
                </a:cubicBezTo>
                <a:lnTo>
                  <a:pt x="139" y="4180"/>
                </a:lnTo>
                <a:cubicBezTo>
                  <a:pt x="130" y="4180"/>
                  <a:pt x="121" y="4178"/>
                  <a:pt x="112" y="4176"/>
                </a:cubicBezTo>
                <a:cubicBezTo>
                  <a:pt x="103" y="4174"/>
                  <a:pt x="94" y="4170"/>
                  <a:pt x="86" y="4166"/>
                </a:cubicBezTo>
                <a:cubicBezTo>
                  <a:pt x="77" y="4161"/>
                  <a:pt x="69" y="4155"/>
                  <a:pt x="62" y="4148"/>
                </a:cubicBezTo>
                <a:cubicBezTo>
                  <a:pt x="54" y="4142"/>
                  <a:pt x="47" y="4134"/>
                  <a:pt x="41" y="4125"/>
                </a:cubicBezTo>
                <a:cubicBezTo>
                  <a:pt x="34" y="4117"/>
                  <a:pt x="28" y="4107"/>
                  <a:pt x="23" y="4097"/>
                </a:cubicBezTo>
                <a:cubicBezTo>
                  <a:pt x="18" y="4087"/>
                  <a:pt x="14" y="4076"/>
                  <a:pt x="10" y="4065"/>
                </a:cubicBezTo>
                <a:cubicBezTo>
                  <a:pt x="7" y="4054"/>
                  <a:pt x="4" y="4042"/>
                  <a:pt x="3" y="4030"/>
                </a:cubicBezTo>
                <a:cubicBezTo>
                  <a:pt x="1" y="4018"/>
                  <a:pt x="0" y="4006"/>
                  <a:pt x="0" y="3994"/>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43" name="フリーフォーム: 図形 842"/>
          <p:cNvSpPr/>
          <p:nvPr/>
        </p:nvSpPr>
        <p:spPr>
          <a:xfrm>
            <a:off x="5448240" y="1679400"/>
            <a:ext cx="67320" cy="1504800"/>
          </a:xfrm>
          <a:custGeom>
            <a:avLst/>
            <a:gdLst/>
            <a:ahLst/>
            <a:cxnLst/>
            <a:rect l="0" t="0" r="r" b="b"/>
            <a:pathLst>
              <a:path w="187" h="4180">
                <a:moveTo>
                  <a:pt x="152" y="14"/>
                </a:moveTo>
                <a:cubicBezTo>
                  <a:pt x="140" y="24"/>
                  <a:pt x="130" y="37"/>
                  <a:pt x="120" y="55"/>
                </a:cubicBezTo>
                <a:cubicBezTo>
                  <a:pt x="112" y="72"/>
                  <a:pt x="105" y="92"/>
                  <a:pt x="100" y="115"/>
                </a:cubicBezTo>
                <a:cubicBezTo>
                  <a:pt x="96" y="138"/>
                  <a:pt x="93" y="161"/>
                  <a:pt x="93" y="186"/>
                </a:cubicBezTo>
                <a:lnTo>
                  <a:pt x="93" y="3994"/>
                </a:lnTo>
                <a:cubicBezTo>
                  <a:pt x="93" y="4019"/>
                  <a:pt x="96" y="4042"/>
                  <a:pt x="100" y="4065"/>
                </a:cubicBezTo>
                <a:cubicBezTo>
                  <a:pt x="105" y="4088"/>
                  <a:pt x="112" y="4108"/>
                  <a:pt x="120" y="4125"/>
                </a:cubicBezTo>
                <a:cubicBezTo>
                  <a:pt x="130" y="4143"/>
                  <a:pt x="140" y="4156"/>
                  <a:pt x="152" y="4166"/>
                </a:cubicBezTo>
                <a:cubicBezTo>
                  <a:pt x="163" y="4175"/>
                  <a:pt x="175" y="4180"/>
                  <a:pt x="187" y="4180"/>
                </a:cubicBezTo>
                <a:cubicBezTo>
                  <a:pt x="162" y="4180"/>
                  <a:pt x="139" y="4175"/>
                  <a:pt x="115" y="4166"/>
                </a:cubicBezTo>
                <a:cubicBezTo>
                  <a:pt x="92" y="4156"/>
                  <a:pt x="72" y="4143"/>
                  <a:pt x="55" y="4125"/>
                </a:cubicBezTo>
                <a:cubicBezTo>
                  <a:pt x="37" y="4108"/>
                  <a:pt x="24" y="4088"/>
                  <a:pt x="15" y="4065"/>
                </a:cubicBezTo>
                <a:cubicBezTo>
                  <a:pt x="5" y="4042"/>
                  <a:pt x="0" y="4019"/>
                  <a:pt x="0" y="3994"/>
                </a:cubicBezTo>
                <a:lnTo>
                  <a:pt x="0" y="186"/>
                </a:lnTo>
                <a:cubicBezTo>
                  <a:pt x="0" y="161"/>
                  <a:pt x="5" y="138"/>
                  <a:pt x="15" y="115"/>
                </a:cubicBezTo>
                <a:cubicBezTo>
                  <a:pt x="24" y="92"/>
                  <a:pt x="37" y="72"/>
                  <a:pt x="55" y="55"/>
                </a:cubicBezTo>
                <a:cubicBezTo>
                  <a:pt x="72" y="37"/>
                  <a:pt x="92" y="24"/>
                  <a:pt x="115" y="14"/>
                </a:cubicBezTo>
                <a:cubicBezTo>
                  <a:pt x="139" y="5"/>
                  <a:pt x="162" y="0"/>
                  <a:pt x="187" y="0"/>
                </a:cubicBezTo>
                <a:cubicBezTo>
                  <a:pt x="175" y="0"/>
                  <a:pt x="163" y="5"/>
                  <a:pt x="152"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44" name="フリーフォーム: 図形 843"/>
          <p:cNvSpPr/>
          <p:nvPr/>
        </p:nvSpPr>
        <p:spPr>
          <a:xfrm>
            <a:off x="5682240" y="1879920"/>
            <a:ext cx="401760" cy="418320"/>
          </a:xfrm>
          <a:custGeom>
            <a:avLst/>
            <a:gdLst/>
            <a:ahLst/>
            <a:cxnLst/>
            <a:rect l="0" t="0" r="r" b="b"/>
            <a:pathLst>
              <a:path w="1116" h="1162">
                <a:moveTo>
                  <a:pt x="0" y="604"/>
                </a:moveTo>
                <a:lnTo>
                  <a:pt x="0" y="558"/>
                </a:lnTo>
                <a:cubicBezTo>
                  <a:pt x="0" y="521"/>
                  <a:pt x="4" y="485"/>
                  <a:pt x="11" y="449"/>
                </a:cubicBezTo>
                <a:cubicBezTo>
                  <a:pt x="18" y="413"/>
                  <a:pt x="29" y="378"/>
                  <a:pt x="43" y="344"/>
                </a:cubicBezTo>
                <a:cubicBezTo>
                  <a:pt x="57" y="311"/>
                  <a:pt x="74" y="278"/>
                  <a:pt x="94" y="248"/>
                </a:cubicBezTo>
                <a:cubicBezTo>
                  <a:pt x="115" y="218"/>
                  <a:pt x="138" y="189"/>
                  <a:pt x="164" y="164"/>
                </a:cubicBezTo>
                <a:cubicBezTo>
                  <a:pt x="189" y="138"/>
                  <a:pt x="218" y="115"/>
                  <a:pt x="248" y="94"/>
                </a:cubicBezTo>
                <a:cubicBezTo>
                  <a:pt x="278" y="74"/>
                  <a:pt x="310" y="57"/>
                  <a:pt x="344" y="43"/>
                </a:cubicBezTo>
                <a:cubicBezTo>
                  <a:pt x="379" y="29"/>
                  <a:pt x="414" y="18"/>
                  <a:pt x="450" y="11"/>
                </a:cubicBezTo>
                <a:cubicBezTo>
                  <a:pt x="486" y="4"/>
                  <a:pt x="522" y="0"/>
                  <a:pt x="558" y="0"/>
                </a:cubicBezTo>
                <a:cubicBezTo>
                  <a:pt x="595" y="0"/>
                  <a:pt x="631" y="4"/>
                  <a:pt x="667" y="11"/>
                </a:cubicBezTo>
                <a:cubicBezTo>
                  <a:pt x="703" y="18"/>
                  <a:pt x="738" y="29"/>
                  <a:pt x="772" y="43"/>
                </a:cubicBezTo>
                <a:cubicBezTo>
                  <a:pt x="805" y="57"/>
                  <a:pt x="838" y="74"/>
                  <a:pt x="868" y="94"/>
                </a:cubicBezTo>
                <a:cubicBezTo>
                  <a:pt x="898" y="115"/>
                  <a:pt x="927" y="138"/>
                  <a:pt x="952" y="164"/>
                </a:cubicBezTo>
                <a:cubicBezTo>
                  <a:pt x="978" y="189"/>
                  <a:pt x="1001" y="218"/>
                  <a:pt x="1022" y="248"/>
                </a:cubicBezTo>
                <a:cubicBezTo>
                  <a:pt x="1042" y="278"/>
                  <a:pt x="1059" y="311"/>
                  <a:pt x="1073" y="344"/>
                </a:cubicBezTo>
                <a:cubicBezTo>
                  <a:pt x="1087" y="378"/>
                  <a:pt x="1098" y="413"/>
                  <a:pt x="1105" y="449"/>
                </a:cubicBezTo>
                <a:cubicBezTo>
                  <a:pt x="1112" y="485"/>
                  <a:pt x="1116" y="521"/>
                  <a:pt x="1116" y="558"/>
                </a:cubicBezTo>
                <a:lnTo>
                  <a:pt x="1116" y="604"/>
                </a:lnTo>
                <a:cubicBezTo>
                  <a:pt x="1116" y="641"/>
                  <a:pt x="1112" y="677"/>
                  <a:pt x="1105" y="713"/>
                </a:cubicBezTo>
                <a:cubicBezTo>
                  <a:pt x="1098" y="749"/>
                  <a:pt x="1087" y="783"/>
                  <a:pt x="1073" y="817"/>
                </a:cubicBezTo>
                <a:cubicBezTo>
                  <a:pt x="1059" y="851"/>
                  <a:pt x="1042" y="883"/>
                  <a:pt x="1022" y="913"/>
                </a:cubicBezTo>
                <a:cubicBezTo>
                  <a:pt x="1001" y="944"/>
                  <a:pt x="978" y="972"/>
                  <a:pt x="952" y="998"/>
                </a:cubicBezTo>
                <a:cubicBezTo>
                  <a:pt x="927" y="1024"/>
                  <a:pt x="898" y="1047"/>
                  <a:pt x="868" y="1067"/>
                </a:cubicBezTo>
                <a:cubicBezTo>
                  <a:pt x="838" y="1088"/>
                  <a:pt x="805" y="1105"/>
                  <a:pt x="772" y="1119"/>
                </a:cubicBezTo>
                <a:cubicBezTo>
                  <a:pt x="738" y="1133"/>
                  <a:pt x="703" y="1143"/>
                  <a:pt x="667" y="1150"/>
                </a:cubicBezTo>
                <a:cubicBezTo>
                  <a:pt x="631" y="1159"/>
                  <a:pt x="595" y="1162"/>
                  <a:pt x="558" y="1162"/>
                </a:cubicBezTo>
                <a:cubicBezTo>
                  <a:pt x="522" y="1162"/>
                  <a:pt x="486" y="1159"/>
                  <a:pt x="450" y="1150"/>
                </a:cubicBezTo>
                <a:cubicBezTo>
                  <a:pt x="414" y="1143"/>
                  <a:pt x="379" y="1133"/>
                  <a:pt x="344" y="1119"/>
                </a:cubicBezTo>
                <a:cubicBezTo>
                  <a:pt x="310" y="1105"/>
                  <a:pt x="278" y="1088"/>
                  <a:pt x="248" y="1067"/>
                </a:cubicBezTo>
                <a:cubicBezTo>
                  <a:pt x="218" y="1047"/>
                  <a:pt x="189" y="1024"/>
                  <a:pt x="164" y="998"/>
                </a:cubicBezTo>
                <a:cubicBezTo>
                  <a:pt x="138" y="972"/>
                  <a:pt x="115" y="944"/>
                  <a:pt x="94" y="913"/>
                </a:cubicBezTo>
                <a:cubicBezTo>
                  <a:pt x="74" y="883"/>
                  <a:pt x="57" y="851"/>
                  <a:pt x="43" y="817"/>
                </a:cubicBezTo>
                <a:cubicBezTo>
                  <a:pt x="29" y="783"/>
                  <a:pt x="18" y="749"/>
                  <a:pt x="11" y="713"/>
                </a:cubicBezTo>
                <a:cubicBezTo>
                  <a:pt x="4" y="677"/>
                  <a:pt x="0" y="641"/>
                  <a:pt x="0" y="604"/>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845" name="図 844"/>
          <p:cNvPicPr/>
          <p:nvPr/>
        </p:nvPicPr>
        <p:blipFill>
          <a:blip r:embed="rId7"/>
          <a:stretch/>
        </p:blipFill>
        <p:spPr>
          <a:xfrm>
            <a:off x="5782680" y="1980360"/>
            <a:ext cx="200160" cy="200160"/>
          </a:xfrm>
          <a:prstGeom prst="rect">
            <a:avLst/>
          </a:prstGeom>
          <a:noFill/>
          <a:ln w="0">
            <a:noFill/>
          </a:ln>
        </p:spPr>
      </p:pic>
      <p:sp>
        <p:nvSpPr>
          <p:cNvPr id="846" name="テキスト ボックス 845"/>
          <p:cNvSpPr txBox="1"/>
          <p:nvPr/>
        </p:nvSpPr>
        <p:spPr>
          <a:xfrm>
            <a:off x="1170000" y="2817360"/>
            <a:ext cx="33534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る環境下での安定した認識性能を実現しつつあります。</a:t>
            </a:r>
            <a:endParaRPr lang="en-US" sz="1050" b="0" u="none" strike="noStrike">
              <a:solidFill>
                <a:srgbClr val="000000"/>
              </a:solidFill>
              <a:effectLst/>
              <a:uFillTx/>
              <a:latin typeface="Times New Roman"/>
            </a:endParaRPr>
          </a:p>
        </p:txBody>
      </p:sp>
      <p:sp>
        <p:nvSpPr>
          <p:cNvPr id="847" name="テキスト ボックス 846"/>
          <p:cNvSpPr txBox="1"/>
          <p:nvPr/>
        </p:nvSpPr>
        <p:spPr>
          <a:xfrm>
            <a:off x="6217560" y="1909080"/>
            <a:ext cx="100656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残された課題</a:t>
            </a:r>
            <a:endParaRPr lang="en-US" sz="1320" b="0" u="none" strike="noStrike">
              <a:solidFill>
                <a:srgbClr val="000000"/>
              </a:solidFill>
              <a:effectLst/>
              <a:uFillTx/>
              <a:latin typeface="Times New Roman"/>
            </a:endParaRPr>
          </a:p>
        </p:txBody>
      </p:sp>
      <p:sp>
        <p:nvSpPr>
          <p:cNvPr id="848" name="テキスト ボックス 847"/>
          <p:cNvSpPr txBox="1"/>
          <p:nvPr/>
        </p:nvSpPr>
        <p:spPr>
          <a:xfrm>
            <a:off x="6217560" y="2215800"/>
            <a:ext cx="3918600" cy="19404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の判断プロセスの不透明性（ブラックボックス問題）や、エッ</a:t>
            </a:r>
            <a:endParaRPr lang="en-US" sz="1050" b="0" u="none" strike="noStrike">
              <a:solidFill>
                <a:srgbClr val="000000"/>
              </a:solidFill>
              <a:effectLst/>
              <a:uFillTx/>
              <a:latin typeface="Times New Roman"/>
            </a:endParaRPr>
          </a:p>
        </p:txBody>
      </p:sp>
      <p:sp>
        <p:nvSpPr>
          <p:cNvPr id="849" name="テキスト ボックス 848"/>
          <p:cNvSpPr txBox="1"/>
          <p:nvPr/>
        </p:nvSpPr>
        <p:spPr>
          <a:xfrm>
            <a:off x="6217560" y="2416320"/>
            <a:ext cx="38898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ジケースへの対応能力、データの品質とバイアス、サイバーセキ</a:t>
            </a:r>
            <a:endParaRPr lang="en-US" sz="1050" b="0" u="none" strike="noStrike">
              <a:solidFill>
                <a:srgbClr val="000000"/>
              </a:solidFill>
              <a:effectLst/>
              <a:uFillTx/>
              <a:latin typeface="Times New Roman"/>
            </a:endParaRPr>
          </a:p>
        </p:txBody>
      </p:sp>
      <p:sp>
        <p:nvSpPr>
          <p:cNvPr id="850" name="テキスト ボックス 849"/>
          <p:cNvSpPr txBox="1"/>
          <p:nvPr/>
        </p:nvSpPr>
        <p:spPr>
          <a:xfrm>
            <a:off x="6217560" y="2616840"/>
            <a:ext cx="38898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ュリティの脆弱性など、解決すべき技術的課題が依然として存在</a:t>
            </a:r>
            <a:endParaRPr lang="en-US" sz="1050" b="0" u="none" strike="noStrike">
              <a:solidFill>
                <a:srgbClr val="000000"/>
              </a:solidFill>
              <a:effectLst/>
              <a:uFillTx/>
              <a:latin typeface="Times New Roman"/>
            </a:endParaRPr>
          </a:p>
        </p:txBody>
      </p:sp>
      <p:sp>
        <p:nvSpPr>
          <p:cNvPr id="851" name="フリーフォーム: 図形 850"/>
          <p:cNvSpPr/>
          <p:nvPr/>
        </p:nvSpPr>
        <p:spPr>
          <a:xfrm>
            <a:off x="417600" y="3384360"/>
            <a:ext cx="4830480" cy="1303920"/>
          </a:xfrm>
          <a:custGeom>
            <a:avLst/>
            <a:gdLst/>
            <a:ahLst/>
            <a:cxnLst/>
            <a:rect l="0" t="0" r="r" b="b"/>
            <a:pathLst>
              <a:path w="13418" h="3622">
                <a:moveTo>
                  <a:pt x="0" y="3436"/>
                </a:moveTo>
                <a:lnTo>
                  <a:pt x="0" y="185"/>
                </a:lnTo>
                <a:cubicBezTo>
                  <a:pt x="0" y="173"/>
                  <a:pt x="1" y="161"/>
                  <a:pt x="3" y="149"/>
                </a:cubicBezTo>
                <a:cubicBezTo>
                  <a:pt x="5" y="137"/>
                  <a:pt x="7" y="126"/>
                  <a:pt x="11" y="114"/>
                </a:cubicBezTo>
                <a:cubicBezTo>
                  <a:pt x="14" y="103"/>
                  <a:pt x="19" y="92"/>
                  <a:pt x="24" y="82"/>
                </a:cubicBezTo>
                <a:cubicBezTo>
                  <a:pt x="29" y="72"/>
                  <a:pt x="34" y="63"/>
                  <a:pt x="41" y="54"/>
                </a:cubicBezTo>
                <a:cubicBezTo>
                  <a:pt x="47" y="46"/>
                  <a:pt x="54" y="38"/>
                  <a:pt x="62" y="31"/>
                </a:cubicBezTo>
                <a:cubicBezTo>
                  <a:pt x="70" y="24"/>
                  <a:pt x="78" y="19"/>
                  <a:pt x="86" y="14"/>
                </a:cubicBezTo>
                <a:cubicBezTo>
                  <a:pt x="95" y="9"/>
                  <a:pt x="103" y="6"/>
                  <a:pt x="112" y="3"/>
                </a:cubicBezTo>
                <a:cubicBezTo>
                  <a:pt x="121" y="1"/>
                  <a:pt x="130" y="0"/>
                  <a:pt x="139" y="0"/>
                </a:cubicBezTo>
                <a:lnTo>
                  <a:pt x="13233" y="0"/>
                </a:lnTo>
                <a:cubicBezTo>
                  <a:pt x="13245" y="0"/>
                  <a:pt x="13257" y="1"/>
                  <a:pt x="13269" y="3"/>
                </a:cubicBezTo>
                <a:cubicBezTo>
                  <a:pt x="13281" y="6"/>
                  <a:pt x="13292" y="9"/>
                  <a:pt x="13304" y="14"/>
                </a:cubicBezTo>
                <a:cubicBezTo>
                  <a:pt x="13315" y="19"/>
                  <a:pt x="13326" y="24"/>
                  <a:pt x="13336" y="31"/>
                </a:cubicBezTo>
                <a:cubicBezTo>
                  <a:pt x="13346" y="38"/>
                  <a:pt x="13355" y="46"/>
                  <a:pt x="13364" y="54"/>
                </a:cubicBezTo>
                <a:cubicBezTo>
                  <a:pt x="13373" y="63"/>
                  <a:pt x="13380" y="72"/>
                  <a:pt x="13387" y="82"/>
                </a:cubicBezTo>
                <a:cubicBezTo>
                  <a:pt x="13394" y="92"/>
                  <a:pt x="13399" y="103"/>
                  <a:pt x="13404" y="114"/>
                </a:cubicBezTo>
                <a:cubicBezTo>
                  <a:pt x="13409" y="126"/>
                  <a:pt x="13412" y="137"/>
                  <a:pt x="13415" y="149"/>
                </a:cubicBezTo>
                <a:cubicBezTo>
                  <a:pt x="13417" y="161"/>
                  <a:pt x="13418" y="173"/>
                  <a:pt x="13418" y="185"/>
                </a:cubicBezTo>
                <a:lnTo>
                  <a:pt x="13418" y="3436"/>
                </a:lnTo>
                <a:cubicBezTo>
                  <a:pt x="13418" y="3449"/>
                  <a:pt x="13417" y="3461"/>
                  <a:pt x="13415" y="3473"/>
                </a:cubicBezTo>
                <a:cubicBezTo>
                  <a:pt x="13412" y="3485"/>
                  <a:pt x="13409" y="3496"/>
                  <a:pt x="13404" y="3507"/>
                </a:cubicBezTo>
                <a:cubicBezTo>
                  <a:pt x="13399" y="3519"/>
                  <a:pt x="13394" y="3529"/>
                  <a:pt x="13387" y="3539"/>
                </a:cubicBezTo>
                <a:cubicBezTo>
                  <a:pt x="13380" y="3550"/>
                  <a:pt x="13373" y="3559"/>
                  <a:pt x="13364" y="3568"/>
                </a:cubicBezTo>
                <a:cubicBezTo>
                  <a:pt x="13355" y="3576"/>
                  <a:pt x="13346" y="3584"/>
                  <a:pt x="13336" y="3591"/>
                </a:cubicBezTo>
                <a:cubicBezTo>
                  <a:pt x="13326" y="3597"/>
                  <a:pt x="13315" y="3603"/>
                  <a:pt x="13304" y="3608"/>
                </a:cubicBezTo>
                <a:cubicBezTo>
                  <a:pt x="13292" y="3613"/>
                  <a:pt x="13281" y="3616"/>
                  <a:pt x="13269" y="3618"/>
                </a:cubicBezTo>
                <a:cubicBezTo>
                  <a:pt x="13257" y="3621"/>
                  <a:pt x="13245" y="3622"/>
                  <a:pt x="13233" y="3622"/>
                </a:cubicBezTo>
                <a:lnTo>
                  <a:pt x="139" y="3622"/>
                </a:lnTo>
                <a:cubicBezTo>
                  <a:pt x="130" y="3622"/>
                  <a:pt x="121" y="3621"/>
                  <a:pt x="112" y="3618"/>
                </a:cubicBezTo>
                <a:cubicBezTo>
                  <a:pt x="103" y="3616"/>
                  <a:pt x="95" y="3613"/>
                  <a:pt x="86" y="3608"/>
                </a:cubicBezTo>
                <a:cubicBezTo>
                  <a:pt x="78" y="3603"/>
                  <a:pt x="70" y="3597"/>
                  <a:pt x="62" y="3591"/>
                </a:cubicBezTo>
                <a:cubicBezTo>
                  <a:pt x="54" y="3584"/>
                  <a:pt x="47" y="3576"/>
                  <a:pt x="41" y="3568"/>
                </a:cubicBezTo>
                <a:cubicBezTo>
                  <a:pt x="34" y="3559"/>
                  <a:pt x="29" y="3550"/>
                  <a:pt x="24" y="3539"/>
                </a:cubicBezTo>
                <a:cubicBezTo>
                  <a:pt x="19" y="3529"/>
                  <a:pt x="14" y="3519"/>
                  <a:pt x="11" y="3507"/>
                </a:cubicBezTo>
                <a:cubicBezTo>
                  <a:pt x="7" y="3496"/>
                  <a:pt x="5" y="3485"/>
                  <a:pt x="3" y="3473"/>
                </a:cubicBezTo>
                <a:cubicBezTo>
                  <a:pt x="1" y="3461"/>
                  <a:pt x="0" y="3449"/>
                  <a:pt x="0" y="3436"/>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52" name="フリーフォーム: 図形 851"/>
          <p:cNvSpPr/>
          <p:nvPr/>
        </p:nvSpPr>
        <p:spPr>
          <a:xfrm>
            <a:off x="401040" y="3384360"/>
            <a:ext cx="66960" cy="1303920"/>
          </a:xfrm>
          <a:custGeom>
            <a:avLst/>
            <a:gdLst/>
            <a:ahLst/>
            <a:cxnLst/>
            <a:rect l="0" t="0" r="r" b="b"/>
            <a:pathLst>
              <a:path w="186" h="3622">
                <a:moveTo>
                  <a:pt x="151" y="14"/>
                </a:moveTo>
                <a:cubicBezTo>
                  <a:pt x="140" y="23"/>
                  <a:pt x="129" y="37"/>
                  <a:pt x="121" y="54"/>
                </a:cubicBezTo>
                <a:cubicBezTo>
                  <a:pt x="112" y="72"/>
                  <a:pt x="105" y="92"/>
                  <a:pt x="101" y="114"/>
                </a:cubicBezTo>
                <a:cubicBezTo>
                  <a:pt x="96" y="137"/>
                  <a:pt x="94" y="161"/>
                  <a:pt x="94" y="185"/>
                </a:cubicBezTo>
                <a:lnTo>
                  <a:pt x="94" y="3436"/>
                </a:lnTo>
                <a:cubicBezTo>
                  <a:pt x="94" y="3461"/>
                  <a:pt x="96" y="3485"/>
                  <a:pt x="101" y="3507"/>
                </a:cubicBezTo>
                <a:cubicBezTo>
                  <a:pt x="105" y="3530"/>
                  <a:pt x="112" y="3550"/>
                  <a:pt x="121" y="3568"/>
                </a:cubicBezTo>
                <a:cubicBezTo>
                  <a:pt x="129" y="3585"/>
                  <a:pt x="140" y="3598"/>
                  <a:pt x="151" y="3608"/>
                </a:cubicBezTo>
                <a:cubicBezTo>
                  <a:pt x="162" y="3617"/>
                  <a:pt x="174" y="3622"/>
                  <a:pt x="186" y="3622"/>
                </a:cubicBezTo>
                <a:cubicBezTo>
                  <a:pt x="162" y="3622"/>
                  <a:pt x="138" y="3617"/>
                  <a:pt x="115" y="3608"/>
                </a:cubicBezTo>
                <a:cubicBezTo>
                  <a:pt x="93" y="3598"/>
                  <a:pt x="72" y="3585"/>
                  <a:pt x="54" y="3568"/>
                </a:cubicBezTo>
                <a:cubicBezTo>
                  <a:pt x="37" y="3550"/>
                  <a:pt x="23" y="3530"/>
                  <a:pt x="14" y="3507"/>
                </a:cubicBezTo>
                <a:cubicBezTo>
                  <a:pt x="4" y="3485"/>
                  <a:pt x="0" y="3461"/>
                  <a:pt x="0" y="3436"/>
                </a:cubicBezTo>
                <a:lnTo>
                  <a:pt x="0" y="185"/>
                </a:lnTo>
                <a:cubicBezTo>
                  <a:pt x="0" y="161"/>
                  <a:pt x="4" y="137"/>
                  <a:pt x="14" y="114"/>
                </a:cubicBezTo>
                <a:cubicBezTo>
                  <a:pt x="23" y="92"/>
                  <a:pt x="37" y="72"/>
                  <a:pt x="54" y="54"/>
                </a:cubicBezTo>
                <a:cubicBezTo>
                  <a:pt x="72" y="37"/>
                  <a:pt x="93" y="23"/>
                  <a:pt x="115" y="14"/>
                </a:cubicBezTo>
                <a:cubicBezTo>
                  <a:pt x="138" y="4"/>
                  <a:pt x="162" y="0"/>
                  <a:pt x="186" y="0"/>
                </a:cubicBezTo>
                <a:cubicBezTo>
                  <a:pt x="174" y="0"/>
                  <a:pt x="162" y="4"/>
                  <a:pt x="151"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53" name="フリーフォーム: 図形 852"/>
          <p:cNvSpPr/>
          <p:nvPr/>
        </p:nvSpPr>
        <p:spPr>
          <a:xfrm>
            <a:off x="635040" y="3584880"/>
            <a:ext cx="451440" cy="418320"/>
          </a:xfrm>
          <a:custGeom>
            <a:avLst/>
            <a:gdLst/>
            <a:ahLst/>
            <a:cxnLst/>
            <a:rect l="0" t="0" r="r" b="b"/>
            <a:pathLst>
              <a:path w="1254" h="1162">
                <a:moveTo>
                  <a:pt x="0" y="580"/>
                </a:moveTo>
                <a:cubicBezTo>
                  <a:pt x="0" y="561"/>
                  <a:pt x="1" y="542"/>
                  <a:pt x="2" y="523"/>
                </a:cubicBezTo>
                <a:cubicBezTo>
                  <a:pt x="4" y="504"/>
                  <a:pt x="7" y="486"/>
                  <a:pt x="11" y="467"/>
                </a:cubicBezTo>
                <a:cubicBezTo>
                  <a:pt x="15" y="448"/>
                  <a:pt x="19" y="430"/>
                  <a:pt x="25" y="412"/>
                </a:cubicBezTo>
                <a:cubicBezTo>
                  <a:pt x="30" y="394"/>
                  <a:pt x="37" y="376"/>
                  <a:pt x="44" y="358"/>
                </a:cubicBezTo>
                <a:cubicBezTo>
                  <a:pt x="51" y="341"/>
                  <a:pt x="59" y="323"/>
                  <a:pt x="68" y="307"/>
                </a:cubicBezTo>
                <a:cubicBezTo>
                  <a:pt x="77" y="290"/>
                  <a:pt x="87" y="274"/>
                  <a:pt x="97" y="258"/>
                </a:cubicBezTo>
                <a:cubicBezTo>
                  <a:pt x="108" y="242"/>
                  <a:pt x="120" y="227"/>
                  <a:pt x="132" y="212"/>
                </a:cubicBezTo>
                <a:cubicBezTo>
                  <a:pt x="144" y="197"/>
                  <a:pt x="157" y="183"/>
                  <a:pt x="171" y="170"/>
                </a:cubicBezTo>
                <a:cubicBezTo>
                  <a:pt x="184" y="156"/>
                  <a:pt x="198" y="144"/>
                  <a:pt x="213" y="132"/>
                </a:cubicBezTo>
                <a:cubicBezTo>
                  <a:pt x="228" y="120"/>
                  <a:pt x="243" y="108"/>
                  <a:pt x="259" y="98"/>
                </a:cubicBezTo>
                <a:cubicBezTo>
                  <a:pt x="274" y="87"/>
                  <a:pt x="291" y="77"/>
                  <a:pt x="307" y="68"/>
                </a:cubicBezTo>
                <a:cubicBezTo>
                  <a:pt x="324" y="59"/>
                  <a:pt x="341" y="51"/>
                  <a:pt x="359" y="44"/>
                </a:cubicBezTo>
                <a:cubicBezTo>
                  <a:pt x="376" y="37"/>
                  <a:pt x="394" y="30"/>
                  <a:pt x="413" y="25"/>
                </a:cubicBezTo>
                <a:cubicBezTo>
                  <a:pt x="431" y="19"/>
                  <a:pt x="449" y="15"/>
                  <a:pt x="468" y="11"/>
                </a:cubicBezTo>
                <a:cubicBezTo>
                  <a:pt x="486" y="7"/>
                  <a:pt x="505" y="5"/>
                  <a:pt x="524" y="3"/>
                </a:cubicBezTo>
                <a:cubicBezTo>
                  <a:pt x="543" y="1"/>
                  <a:pt x="562" y="0"/>
                  <a:pt x="581" y="0"/>
                </a:cubicBezTo>
                <a:lnTo>
                  <a:pt x="674" y="0"/>
                </a:lnTo>
                <a:cubicBezTo>
                  <a:pt x="693" y="0"/>
                  <a:pt x="712" y="1"/>
                  <a:pt x="731" y="3"/>
                </a:cubicBezTo>
                <a:cubicBezTo>
                  <a:pt x="750" y="5"/>
                  <a:pt x="768" y="7"/>
                  <a:pt x="787" y="11"/>
                </a:cubicBezTo>
                <a:cubicBezTo>
                  <a:pt x="806" y="15"/>
                  <a:pt x="824" y="19"/>
                  <a:pt x="842" y="25"/>
                </a:cubicBezTo>
                <a:cubicBezTo>
                  <a:pt x="861" y="30"/>
                  <a:pt x="878" y="37"/>
                  <a:pt x="896" y="44"/>
                </a:cubicBezTo>
                <a:cubicBezTo>
                  <a:pt x="914" y="51"/>
                  <a:pt x="931" y="59"/>
                  <a:pt x="947" y="68"/>
                </a:cubicBezTo>
                <a:cubicBezTo>
                  <a:pt x="964" y="77"/>
                  <a:pt x="980" y="87"/>
                  <a:pt x="996" y="98"/>
                </a:cubicBezTo>
                <a:cubicBezTo>
                  <a:pt x="1012" y="108"/>
                  <a:pt x="1027" y="120"/>
                  <a:pt x="1042" y="132"/>
                </a:cubicBezTo>
                <a:cubicBezTo>
                  <a:pt x="1057" y="144"/>
                  <a:pt x="1071" y="156"/>
                  <a:pt x="1084" y="170"/>
                </a:cubicBezTo>
                <a:cubicBezTo>
                  <a:pt x="1098" y="183"/>
                  <a:pt x="1110" y="197"/>
                  <a:pt x="1122" y="212"/>
                </a:cubicBezTo>
                <a:cubicBezTo>
                  <a:pt x="1135" y="227"/>
                  <a:pt x="1146" y="242"/>
                  <a:pt x="1156" y="258"/>
                </a:cubicBezTo>
                <a:cubicBezTo>
                  <a:pt x="1167" y="274"/>
                  <a:pt x="1177" y="290"/>
                  <a:pt x="1186" y="307"/>
                </a:cubicBezTo>
                <a:cubicBezTo>
                  <a:pt x="1195" y="323"/>
                  <a:pt x="1203" y="341"/>
                  <a:pt x="1210" y="358"/>
                </a:cubicBezTo>
                <a:cubicBezTo>
                  <a:pt x="1217" y="376"/>
                  <a:pt x="1224" y="394"/>
                  <a:pt x="1229" y="412"/>
                </a:cubicBezTo>
                <a:cubicBezTo>
                  <a:pt x="1235" y="430"/>
                  <a:pt x="1239" y="448"/>
                  <a:pt x="1243" y="467"/>
                </a:cubicBezTo>
                <a:cubicBezTo>
                  <a:pt x="1247" y="486"/>
                  <a:pt x="1250" y="504"/>
                  <a:pt x="1251" y="523"/>
                </a:cubicBezTo>
                <a:cubicBezTo>
                  <a:pt x="1253" y="542"/>
                  <a:pt x="1254" y="561"/>
                  <a:pt x="1254" y="580"/>
                </a:cubicBezTo>
                <a:cubicBezTo>
                  <a:pt x="1254" y="599"/>
                  <a:pt x="1253" y="618"/>
                  <a:pt x="1251" y="637"/>
                </a:cubicBezTo>
                <a:cubicBezTo>
                  <a:pt x="1250" y="656"/>
                  <a:pt x="1247" y="675"/>
                  <a:pt x="1243" y="693"/>
                </a:cubicBezTo>
                <a:cubicBezTo>
                  <a:pt x="1239" y="712"/>
                  <a:pt x="1235" y="730"/>
                  <a:pt x="1229" y="749"/>
                </a:cubicBezTo>
                <a:cubicBezTo>
                  <a:pt x="1224" y="767"/>
                  <a:pt x="1217" y="785"/>
                  <a:pt x="1210" y="802"/>
                </a:cubicBezTo>
                <a:cubicBezTo>
                  <a:pt x="1203" y="820"/>
                  <a:pt x="1195" y="837"/>
                  <a:pt x="1186" y="854"/>
                </a:cubicBezTo>
                <a:cubicBezTo>
                  <a:pt x="1177" y="871"/>
                  <a:pt x="1167" y="887"/>
                  <a:pt x="1156" y="903"/>
                </a:cubicBezTo>
                <a:cubicBezTo>
                  <a:pt x="1146" y="918"/>
                  <a:pt x="1135" y="934"/>
                  <a:pt x="1122" y="948"/>
                </a:cubicBezTo>
                <a:cubicBezTo>
                  <a:pt x="1110" y="963"/>
                  <a:pt x="1098" y="977"/>
                  <a:pt x="1084" y="991"/>
                </a:cubicBezTo>
                <a:cubicBezTo>
                  <a:pt x="1071" y="1004"/>
                  <a:pt x="1057" y="1017"/>
                  <a:pt x="1042" y="1029"/>
                </a:cubicBezTo>
                <a:cubicBezTo>
                  <a:pt x="1027" y="1041"/>
                  <a:pt x="1012" y="1052"/>
                  <a:pt x="996" y="1064"/>
                </a:cubicBezTo>
                <a:cubicBezTo>
                  <a:pt x="980" y="1074"/>
                  <a:pt x="964" y="1084"/>
                  <a:pt x="947" y="1093"/>
                </a:cubicBezTo>
                <a:cubicBezTo>
                  <a:pt x="931" y="1102"/>
                  <a:pt x="914" y="1110"/>
                  <a:pt x="896" y="1117"/>
                </a:cubicBezTo>
                <a:cubicBezTo>
                  <a:pt x="878" y="1125"/>
                  <a:pt x="861" y="1131"/>
                  <a:pt x="842" y="1137"/>
                </a:cubicBezTo>
                <a:cubicBezTo>
                  <a:pt x="824" y="1142"/>
                  <a:pt x="806" y="1147"/>
                  <a:pt x="787" y="1150"/>
                </a:cubicBezTo>
                <a:cubicBezTo>
                  <a:pt x="768" y="1154"/>
                  <a:pt x="750" y="1157"/>
                  <a:pt x="731" y="1159"/>
                </a:cubicBezTo>
                <a:cubicBezTo>
                  <a:pt x="712" y="1161"/>
                  <a:pt x="693" y="1162"/>
                  <a:pt x="674" y="1162"/>
                </a:cubicBezTo>
                <a:lnTo>
                  <a:pt x="581" y="1162"/>
                </a:lnTo>
                <a:cubicBezTo>
                  <a:pt x="562" y="1162"/>
                  <a:pt x="543" y="1161"/>
                  <a:pt x="524" y="1159"/>
                </a:cubicBezTo>
                <a:cubicBezTo>
                  <a:pt x="505" y="1157"/>
                  <a:pt x="486" y="1154"/>
                  <a:pt x="468" y="1150"/>
                </a:cubicBezTo>
                <a:cubicBezTo>
                  <a:pt x="449" y="1147"/>
                  <a:pt x="431" y="1142"/>
                  <a:pt x="413" y="1137"/>
                </a:cubicBezTo>
                <a:cubicBezTo>
                  <a:pt x="394" y="1131"/>
                  <a:pt x="376" y="1125"/>
                  <a:pt x="359" y="1117"/>
                </a:cubicBezTo>
                <a:cubicBezTo>
                  <a:pt x="341" y="1110"/>
                  <a:pt x="324" y="1102"/>
                  <a:pt x="307" y="1093"/>
                </a:cubicBezTo>
                <a:cubicBezTo>
                  <a:pt x="291" y="1084"/>
                  <a:pt x="274" y="1074"/>
                  <a:pt x="259" y="1064"/>
                </a:cubicBezTo>
                <a:cubicBezTo>
                  <a:pt x="243" y="1052"/>
                  <a:pt x="228" y="1041"/>
                  <a:pt x="213" y="1029"/>
                </a:cubicBezTo>
                <a:cubicBezTo>
                  <a:pt x="198" y="1017"/>
                  <a:pt x="184" y="1004"/>
                  <a:pt x="171" y="991"/>
                </a:cubicBezTo>
                <a:cubicBezTo>
                  <a:pt x="157" y="977"/>
                  <a:pt x="144" y="963"/>
                  <a:pt x="132" y="948"/>
                </a:cubicBezTo>
                <a:cubicBezTo>
                  <a:pt x="120" y="934"/>
                  <a:pt x="108" y="918"/>
                  <a:pt x="97" y="903"/>
                </a:cubicBezTo>
                <a:cubicBezTo>
                  <a:pt x="87" y="887"/>
                  <a:pt x="77" y="871"/>
                  <a:pt x="68" y="854"/>
                </a:cubicBezTo>
                <a:cubicBezTo>
                  <a:pt x="59" y="837"/>
                  <a:pt x="51" y="820"/>
                  <a:pt x="44" y="802"/>
                </a:cubicBezTo>
                <a:cubicBezTo>
                  <a:pt x="37" y="785"/>
                  <a:pt x="30" y="767"/>
                  <a:pt x="25" y="749"/>
                </a:cubicBezTo>
                <a:cubicBezTo>
                  <a:pt x="19" y="730"/>
                  <a:pt x="15" y="712"/>
                  <a:pt x="11" y="693"/>
                </a:cubicBezTo>
                <a:cubicBezTo>
                  <a:pt x="7" y="675"/>
                  <a:pt x="4" y="656"/>
                  <a:pt x="2" y="637"/>
                </a:cubicBezTo>
                <a:cubicBezTo>
                  <a:pt x="1" y="618"/>
                  <a:pt x="0" y="599"/>
                  <a:pt x="0" y="580"/>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854" name="図 853"/>
          <p:cNvPicPr/>
          <p:nvPr/>
        </p:nvPicPr>
        <p:blipFill>
          <a:blip r:embed="rId8"/>
          <a:stretch/>
        </p:blipFill>
        <p:spPr>
          <a:xfrm>
            <a:off x="735480" y="3685320"/>
            <a:ext cx="250200" cy="200160"/>
          </a:xfrm>
          <a:prstGeom prst="rect">
            <a:avLst/>
          </a:prstGeom>
          <a:noFill/>
          <a:ln w="0">
            <a:noFill/>
          </a:ln>
        </p:spPr>
      </p:pic>
      <p:sp>
        <p:nvSpPr>
          <p:cNvPr id="855" name="テキスト ボックス 854"/>
          <p:cNvSpPr txBox="1"/>
          <p:nvPr/>
        </p:nvSpPr>
        <p:spPr>
          <a:xfrm>
            <a:off x="6217560" y="2817360"/>
            <a:ext cx="5371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します。</a:t>
            </a:r>
            <a:endParaRPr lang="en-US" sz="1050" b="0" u="none" strike="noStrike">
              <a:solidFill>
                <a:srgbClr val="000000"/>
              </a:solidFill>
              <a:effectLst/>
              <a:uFillTx/>
              <a:latin typeface="Times New Roman"/>
            </a:endParaRPr>
          </a:p>
        </p:txBody>
      </p:sp>
      <p:sp>
        <p:nvSpPr>
          <p:cNvPr id="856" name="テキスト ボックス 855"/>
          <p:cNvSpPr txBox="1"/>
          <p:nvPr/>
        </p:nvSpPr>
        <p:spPr>
          <a:xfrm>
            <a:off x="1220040" y="3613680"/>
            <a:ext cx="117432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法整備と標準化</a:t>
            </a:r>
            <a:endParaRPr lang="en-US" sz="1320" b="0" u="none" strike="noStrike">
              <a:solidFill>
                <a:srgbClr val="000000"/>
              </a:solidFill>
              <a:effectLst/>
              <a:uFillTx/>
              <a:latin typeface="Times New Roman"/>
            </a:endParaRPr>
          </a:p>
        </p:txBody>
      </p:sp>
      <p:sp>
        <p:nvSpPr>
          <p:cNvPr id="857" name="テキスト ボックス 856"/>
          <p:cNvSpPr txBox="1"/>
          <p:nvPr/>
        </p:nvSpPr>
        <p:spPr>
          <a:xfrm>
            <a:off x="1220040" y="3920400"/>
            <a:ext cx="36216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自動運転のレベルに応じた責任の所在の明確化や、国際標準</a:t>
            </a:r>
            <a:endParaRPr lang="en-US" sz="1050" b="0" u="none" strike="noStrike">
              <a:solidFill>
                <a:srgbClr val="000000"/>
              </a:solidFill>
              <a:effectLst/>
              <a:uFillTx/>
              <a:latin typeface="Times New Roman"/>
            </a:endParaRPr>
          </a:p>
        </p:txBody>
      </p:sp>
      <p:sp>
        <p:nvSpPr>
          <p:cNvPr id="858" name="テキスト ボックス 857"/>
          <p:cNvSpPr txBox="1"/>
          <p:nvPr/>
        </p:nvSpPr>
        <p:spPr>
          <a:xfrm>
            <a:off x="1220040" y="4121280"/>
            <a:ext cx="414936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a:t>
            </a:r>
            <a:r>
              <a:rPr lang="en-US" sz="1050" b="0" u="none" strike="noStrike">
                <a:solidFill>
                  <a:srgbClr val="D1D5DC"/>
                </a:solidFill>
                <a:effectLst/>
                <a:uFillTx/>
                <a:latin typeface="NotoSansJP"/>
                <a:ea typeface="NotoSansJP"/>
              </a:rPr>
              <a:t>UN-R155/156/157</a:t>
            </a:r>
            <a:r>
              <a:rPr lang="zh-CN" sz="1050" b="0" u="none" strike="noStrike">
                <a:solidFill>
                  <a:srgbClr val="D1D5DC"/>
                </a:solidFill>
                <a:effectLst/>
                <a:uFillTx/>
                <a:latin typeface="NotoSansJP"/>
                <a:ea typeface="NotoSansJP"/>
              </a:rPr>
              <a:t>、</a:t>
            </a:r>
            <a:r>
              <a:rPr lang="en-US" sz="1050" b="0" u="none" strike="noStrike">
                <a:solidFill>
                  <a:srgbClr val="D1D5DC"/>
                </a:solidFill>
                <a:effectLst/>
                <a:uFillTx/>
                <a:latin typeface="NotoSansJP"/>
                <a:ea typeface="NotoSansJP"/>
              </a:rPr>
              <a:t>ISO 26262</a:t>
            </a:r>
            <a:r>
              <a:rPr lang="zh-CN" sz="1050" b="0" u="none" strike="noStrike">
                <a:solidFill>
                  <a:srgbClr val="D1D5DC"/>
                </a:solidFill>
                <a:effectLst/>
                <a:uFillTx/>
                <a:latin typeface="NotoSansJP"/>
                <a:ea typeface="NotoSansJP"/>
              </a:rPr>
              <a:t>、</a:t>
            </a:r>
            <a:r>
              <a:rPr lang="en-US" sz="1050" b="0" u="none" strike="noStrike">
                <a:solidFill>
                  <a:srgbClr val="D1D5DC"/>
                </a:solidFill>
                <a:effectLst/>
                <a:uFillTx/>
                <a:latin typeface="NotoSansJP"/>
                <a:ea typeface="NotoSansJP"/>
              </a:rPr>
              <a:t>ISO 21448</a:t>
            </a:r>
            <a:r>
              <a:rPr lang="zh-CN" sz="1050" b="0" u="none" strike="noStrike">
                <a:solidFill>
                  <a:srgbClr val="D1D5DC"/>
                </a:solidFill>
                <a:effectLst/>
                <a:uFillTx/>
                <a:latin typeface="NotoSansJP"/>
                <a:ea typeface="NotoSansJP"/>
              </a:rPr>
              <a:t>）への準拠が、</a:t>
            </a:r>
            <a:endParaRPr lang="en-US" sz="1050" b="0" u="none" strike="noStrike">
              <a:solidFill>
                <a:srgbClr val="000000"/>
              </a:solidFill>
              <a:effectLst/>
              <a:uFillTx/>
              <a:latin typeface="Times New Roman"/>
            </a:endParaRPr>
          </a:p>
        </p:txBody>
      </p:sp>
      <p:sp>
        <p:nvSpPr>
          <p:cNvPr id="859" name="フリーフォーム: 図形 858"/>
          <p:cNvSpPr/>
          <p:nvPr/>
        </p:nvSpPr>
        <p:spPr>
          <a:xfrm>
            <a:off x="5465160" y="3384360"/>
            <a:ext cx="4830480" cy="1303920"/>
          </a:xfrm>
          <a:custGeom>
            <a:avLst/>
            <a:gdLst/>
            <a:ahLst/>
            <a:cxnLst/>
            <a:rect l="0" t="0" r="r" b="b"/>
            <a:pathLst>
              <a:path w="13418" h="3622">
                <a:moveTo>
                  <a:pt x="0" y="3436"/>
                </a:moveTo>
                <a:lnTo>
                  <a:pt x="0" y="185"/>
                </a:lnTo>
                <a:cubicBezTo>
                  <a:pt x="0" y="173"/>
                  <a:pt x="1" y="161"/>
                  <a:pt x="3" y="149"/>
                </a:cubicBezTo>
                <a:cubicBezTo>
                  <a:pt x="4" y="137"/>
                  <a:pt x="7" y="126"/>
                  <a:pt x="10" y="114"/>
                </a:cubicBezTo>
                <a:cubicBezTo>
                  <a:pt x="14" y="103"/>
                  <a:pt x="18" y="92"/>
                  <a:pt x="23" y="82"/>
                </a:cubicBezTo>
                <a:cubicBezTo>
                  <a:pt x="28" y="72"/>
                  <a:pt x="34" y="63"/>
                  <a:pt x="41" y="54"/>
                </a:cubicBezTo>
                <a:cubicBezTo>
                  <a:pt x="47" y="46"/>
                  <a:pt x="54" y="38"/>
                  <a:pt x="62" y="31"/>
                </a:cubicBezTo>
                <a:cubicBezTo>
                  <a:pt x="69" y="24"/>
                  <a:pt x="77" y="19"/>
                  <a:pt x="86" y="14"/>
                </a:cubicBezTo>
                <a:cubicBezTo>
                  <a:pt x="94" y="9"/>
                  <a:pt x="103" y="6"/>
                  <a:pt x="112" y="3"/>
                </a:cubicBezTo>
                <a:cubicBezTo>
                  <a:pt x="121" y="1"/>
                  <a:pt x="130" y="0"/>
                  <a:pt x="139" y="0"/>
                </a:cubicBezTo>
                <a:lnTo>
                  <a:pt x="13232" y="0"/>
                </a:lnTo>
                <a:cubicBezTo>
                  <a:pt x="13244" y="0"/>
                  <a:pt x="13257" y="1"/>
                  <a:pt x="13269" y="3"/>
                </a:cubicBezTo>
                <a:cubicBezTo>
                  <a:pt x="13280" y="6"/>
                  <a:pt x="13292" y="9"/>
                  <a:pt x="13303" y="14"/>
                </a:cubicBezTo>
                <a:cubicBezTo>
                  <a:pt x="13315" y="19"/>
                  <a:pt x="13325" y="24"/>
                  <a:pt x="13335" y="31"/>
                </a:cubicBezTo>
                <a:cubicBezTo>
                  <a:pt x="13346" y="38"/>
                  <a:pt x="13355" y="46"/>
                  <a:pt x="13364" y="54"/>
                </a:cubicBezTo>
                <a:cubicBezTo>
                  <a:pt x="13372" y="63"/>
                  <a:pt x="13380" y="72"/>
                  <a:pt x="13387" y="82"/>
                </a:cubicBezTo>
                <a:cubicBezTo>
                  <a:pt x="13393" y="92"/>
                  <a:pt x="13399" y="103"/>
                  <a:pt x="13404" y="114"/>
                </a:cubicBezTo>
                <a:cubicBezTo>
                  <a:pt x="13409" y="126"/>
                  <a:pt x="13412" y="137"/>
                  <a:pt x="13414" y="149"/>
                </a:cubicBezTo>
                <a:cubicBezTo>
                  <a:pt x="13417" y="161"/>
                  <a:pt x="13418" y="173"/>
                  <a:pt x="13418" y="185"/>
                </a:cubicBezTo>
                <a:lnTo>
                  <a:pt x="13418" y="3436"/>
                </a:lnTo>
                <a:cubicBezTo>
                  <a:pt x="13418" y="3449"/>
                  <a:pt x="13417" y="3461"/>
                  <a:pt x="13414" y="3473"/>
                </a:cubicBezTo>
                <a:cubicBezTo>
                  <a:pt x="13412" y="3485"/>
                  <a:pt x="13409" y="3496"/>
                  <a:pt x="13404" y="3507"/>
                </a:cubicBezTo>
                <a:cubicBezTo>
                  <a:pt x="13399" y="3519"/>
                  <a:pt x="13393" y="3529"/>
                  <a:pt x="13387" y="3539"/>
                </a:cubicBezTo>
                <a:cubicBezTo>
                  <a:pt x="13380" y="3550"/>
                  <a:pt x="13372" y="3559"/>
                  <a:pt x="13364" y="3568"/>
                </a:cubicBezTo>
                <a:cubicBezTo>
                  <a:pt x="13355" y="3576"/>
                  <a:pt x="13346" y="3584"/>
                  <a:pt x="13335" y="3591"/>
                </a:cubicBezTo>
                <a:cubicBezTo>
                  <a:pt x="13325" y="3597"/>
                  <a:pt x="13315" y="3603"/>
                  <a:pt x="13303" y="3608"/>
                </a:cubicBezTo>
                <a:cubicBezTo>
                  <a:pt x="13292" y="3613"/>
                  <a:pt x="13280" y="3616"/>
                  <a:pt x="13269" y="3618"/>
                </a:cubicBezTo>
                <a:cubicBezTo>
                  <a:pt x="13257" y="3621"/>
                  <a:pt x="13244" y="3622"/>
                  <a:pt x="13232" y="3622"/>
                </a:cubicBezTo>
                <a:lnTo>
                  <a:pt x="139" y="3622"/>
                </a:lnTo>
                <a:cubicBezTo>
                  <a:pt x="130" y="3622"/>
                  <a:pt x="121" y="3621"/>
                  <a:pt x="112" y="3618"/>
                </a:cubicBezTo>
                <a:cubicBezTo>
                  <a:pt x="103" y="3616"/>
                  <a:pt x="94" y="3613"/>
                  <a:pt x="86" y="3608"/>
                </a:cubicBezTo>
                <a:cubicBezTo>
                  <a:pt x="77" y="3603"/>
                  <a:pt x="69" y="3597"/>
                  <a:pt x="62" y="3591"/>
                </a:cubicBezTo>
                <a:cubicBezTo>
                  <a:pt x="54" y="3584"/>
                  <a:pt x="47" y="3576"/>
                  <a:pt x="41" y="3568"/>
                </a:cubicBezTo>
                <a:cubicBezTo>
                  <a:pt x="34" y="3559"/>
                  <a:pt x="28" y="3550"/>
                  <a:pt x="23" y="3539"/>
                </a:cubicBezTo>
                <a:cubicBezTo>
                  <a:pt x="18" y="3529"/>
                  <a:pt x="14" y="3519"/>
                  <a:pt x="10" y="3507"/>
                </a:cubicBezTo>
                <a:cubicBezTo>
                  <a:pt x="7" y="3496"/>
                  <a:pt x="4" y="3485"/>
                  <a:pt x="3" y="3473"/>
                </a:cubicBezTo>
                <a:cubicBezTo>
                  <a:pt x="1" y="3461"/>
                  <a:pt x="0" y="3449"/>
                  <a:pt x="0" y="3436"/>
                </a:cubicBezTo>
                <a:close/>
              </a:path>
            </a:pathLst>
          </a:custGeom>
          <a:solidFill>
            <a:srgbClr val="FFFFFF">
              <a:alpha val="5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60" name="フリーフォーム: 図形 859"/>
          <p:cNvSpPr/>
          <p:nvPr/>
        </p:nvSpPr>
        <p:spPr>
          <a:xfrm>
            <a:off x="5448240" y="3384360"/>
            <a:ext cx="67320" cy="1303920"/>
          </a:xfrm>
          <a:custGeom>
            <a:avLst/>
            <a:gdLst/>
            <a:ahLst/>
            <a:cxnLst/>
            <a:rect l="0" t="0" r="r" b="b"/>
            <a:pathLst>
              <a:path w="187" h="3622">
                <a:moveTo>
                  <a:pt x="152" y="14"/>
                </a:moveTo>
                <a:cubicBezTo>
                  <a:pt x="140" y="23"/>
                  <a:pt x="130" y="37"/>
                  <a:pt x="120" y="54"/>
                </a:cubicBezTo>
                <a:cubicBezTo>
                  <a:pt x="112" y="72"/>
                  <a:pt x="105" y="92"/>
                  <a:pt x="100" y="114"/>
                </a:cubicBezTo>
                <a:cubicBezTo>
                  <a:pt x="96" y="137"/>
                  <a:pt x="93" y="161"/>
                  <a:pt x="93" y="185"/>
                </a:cubicBezTo>
                <a:lnTo>
                  <a:pt x="93" y="3436"/>
                </a:lnTo>
                <a:cubicBezTo>
                  <a:pt x="93" y="3461"/>
                  <a:pt x="96" y="3485"/>
                  <a:pt x="100" y="3507"/>
                </a:cubicBezTo>
                <a:cubicBezTo>
                  <a:pt x="105" y="3530"/>
                  <a:pt x="112" y="3550"/>
                  <a:pt x="120" y="3568"/>
                </a:cubicBezTo>
                <a:cubicBezTo>
                  <a:pt x="130" y="3585"/>
                  <a:pt x="140" y="3598"/>
                  <a:pt x="152" y="3608"/>
                </a:cubicBezTo>
                <a:cubicBezTo>
                  <a:pt x="163" y="3617"/>
                  <a:pt x="175" y="3622"/>
                  <a:pt x="187" y="3622"/>
                </a:cubicBezTo>
                <a:cubicBezTo>
                  <a:pt x="162" y="3622"/>
                  <a:pt x="139" y="3617"/>
                  <a:pt x="115" y="3608"/>
                </a:cubicBezTo>
                <a:cubicBezTo>
                  <a:pt x="92" y="3598"/>
                  <a:pt x="72" y="3585"/>
                  <a:pt x="55" y="3568"/>
                </a:cubicBezTo>
                <a:cubicBezTo>
                  <a:pt x="37" y="3550"/>
                  <a:pt x="24" y="3530"/>
                  <a:pt x="15" y="3507"/>
                </a:cubicBezTo>
                <a:cubicBezTo>
                  <a:pt x="5" y="3485"/>
                  <a:pt x="0" y="3461"/>
                  <a:pt x="0" y="3436"/>
                </a:cubicBezTo>
                <a:lnTo>
                  <a:pt x="0" y="185"/>
                </a:lnTo>
                <a:cubicBezTo>
                  <a:pt x="0" y="161"/>
                  <a:pt x="5" y="137"/>
                  <a:pt x="15" y="114"/>
                </a:cubicBezTo>
                <a:cubicBezTo>
                  <a:pt x="24" y="92"/>
                  <a:pt x="37" y="72"/>
                  <a:pt x="55" y="54"/>
                </a:cubicBezTo>
                <a:cubicBezTo>
                  <a:pt x="72" y="37"/>
                  <a:pt x="92" y="23"/>
                  <a:pt x="115" y="14"/>
                </a:cubicBezTo>
                <a:cubicBezTo>
                  <a:pt x="139" y="4"/>
                  <a:pt x="162" y="0"/>
                  <a:pt x="187" y="0"/>
                </a:cubicBezTo>
                <a:cubicBezTo>
                  <a:pt x="175" y="0"/>
                  <a:pt x="163" y="4"/>
                  <a:pt x="152" y="14"/>
                </a:cubicBezTo>
                <a:close/>
              </a:path>
            </a:pathLst>
          </a:custGeom>
          <a:solidFill>
            <a:srgbClr val="C0C0C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61" name="フリーフォーム: 図形 860"/>
          <p:cNvSpPr/>
          <p:nvPr/>
        </p:nvSpPr>
        <p:spPr>
          <a:xfrm>
            <a:off x="5682240" y="3584880"/>
            <a:ext cx="351360" cy="418320"/>
          </a:xfrm>
          <a:custGeom>
            <a:avLst/>
            <a:gdLst/>
            <a:ahLst/>
            <a:cxnLst/>
            <a:rect l="0" t="0" r="r" b="b"/>
            <a:pathLst>
              <a:path w="976" h="1162">
                <a:moveTo>
                  <a:pt x="0" y="673"/>
                </a:moveTo>
                <a:lnTo>
                  <a:pt x="0" y="487"/>
                </a:lnTo>
                <a:cubicBezTo>
                  <a:pt x="0" y="455"/>
                  <a:pt x="3" y="424"/>
                  <a:pt x="10" y="392"/>
                </a:cubicBezTo>
                <a:cubicBezTo>
                  <a:pt x="16" y="361"/>
                  <a:pt x="25" y="330"/>
                  <a:pt x="37" y="301"/>
                </a:cubicBezTo>
                <a:cubicBezTo>
                  <a:pt x="50" y="271"/>
                  <a:pt x="65" y="243"/>
                  <a:pt x="83" y="217"/>
                </a:cubicBezTo>
                <a:cubicBezTo>
                  <a:pt x="100" y="190"/>
                  <a:pt x="121" y="165"/>
                  <a:pt x="143" y="143"/>
                </a:cubicBezTo>
                <a:cubicBezTo>
                  <a:pt x="166" y="120"/>
                  <a:pt x="190" y="100"/>
                  <a:pt x="217" y="82"/>
                </a:cubicBezTo>
                <a:cubicBezTo>
                  <a:pt x="244" y="64"/>
                  <a:pt x="272" y="49"/>
                  <a:pt x="302" y="37"/>
                </a:cubicBezTo>
                <a:cubicBezTo>
                  <a:pt x="332" y="25"/>
                  <a:pt x="362" y="16"/>
                  <a:pt x="394" y="9"/>
                </a:cubicBezTo>
                <a:cubicBezTo>
                  <a:pt x="425" y="3"/>
                  <a:pt x="457" y="0"/>
                  <a:pt x="489" y="0"/>
                </a:cubicBezTo>
                <a:cubicBezTo>
                  <a:pt x="521" y="0"/>
                  <a:pt x="553" y="3"/>
                  <a:pt x="584" y="9"/>
                </a:cubicBezTo>
                <a:cubicBezTo>
                  <a:pt x="615" y="16"/>
                  <a:pt x="646" y="25"/>
                  <a:pt x="675" y="37"/>
                </a:cubicBezTo>
                <a:cubicBezTo>
                  <a:pt x="705" y="49"/>
                  <a:pt x="733" y="64"/>
                  <a:pt x="760" y="82"/>
                </a:cubicBezTo>
                <a:cubicBezTo>
                  <a:pt x="786" y="100"/>
                  <a:pt x="811" y="120"/>
                  <a:pt x="834" y="143"/>
                </a:cubicBezTo>
                <a:cubicBezTo>
                  <a:pt x="856" y="165"/>
                  <a:pt x="876" y="190"/>
                  <a:pt x="894" y="217"/>
                </a:cubicBezTo>
                <a:cubicBezTo>
                  <a:pt x="912" y="243"/>
                  <a:pt x="927" y="271"/>
                  <a:pt x="939" y="301"/>
                </a:cubicBezTo>
                <a:cubicBezTo>
                  <a:pt x="951" y="330"/>
                  <a:pt x="961" y="361"/>
                  <a:pt x="967" y="392"/>
                </a:cubicBezTo>
                <a:cubicBezTo>
                  <a:pt x="973" y="424"/>
                  <a:pt x="976" y="455"/>
                  <a:pt x="976" y="487"/>
                </a:cubicBezTo>
                <a:lnTo>
                  <a:pt x="976" y="673"/>
                </a:lnTo>
                <a:cubicBezTo>
                  <a:pt x="976" y="705"/>
                  <a:pt x="973" y="737"/>
                  <a:pt x="967" y="768"/>
                </a:cubicBezTo>
                <a:cubicBezTo>
                  <a:pt x="961" y="800"/>
                  <a:pt x="951" y="830"/>
                  <a:pt x="939" y="860"/>
                </a:cubicBezTo>
                <a:cubicBezTo>
                  <a:pt x="927" y="889"/>
                  <a:pt x="912" y="917"/>
                  <a:pt x="894" y="944"/>
                </a:cubicBezTo>
                <a:cubicBezTo>
                  <a:pt x="876" y="971"/>
                  <a:pt x="856" y="995"/>
                  <a:pt x="834" y="1018"/>
                </a:cubicBezTo>
                <a:cubicBezTo>
                  <a:pt x="811" y="1040"/>
                  <a:pt x="786" y="1061"/>
                  <a:pt x="760" y="1079"/>
                </a:cubicBezTo>
                <a:cubicBezTo>
                  <a:pt x="733" y="1097"/>
                  <a:pt x="705" y="1112"/>
                  <a:pt x="675" y="1124"/>
                </a:cubicBezTo>
                <a:cubicBezTo>
                  <a:pt x="646" y="1137"/>
                  <a:pt x="615" y="1146"/>
                  <a:pt x="584" y="1152"/>
                </a:cubicBezTo>
                <a:cubicBezTo>
                  <a:pt x="553" y="1158"/>
                  <a:pt x="521" y="1162"/>
                  <a:pt x="489" y="1162"/>
                </a:cubicBezTo>
                <a:cubicBezTo>
                  <a:pt x="457" y="1162"/>
                  <a:pt x="425" y="1158"/>
                  <a:pt x="394" y="1152"/>
                </a:cubicBezTo>
                <a:cubicBezTo>
                  <a:pt x="362" y="1146"/>
                  <a:pt x="332" y="1137"/>
                  <a:pt x="302" y="1124"/>
                </a:cubicBezTo>
                <a:cubicBezTo>
                  <a:pt x="272" y="1112"/>
                  <a:pt x="244" y="1097"/>
                  <a:pt x="217" y="1079"/>
                </a:cubicBezTo>
                <a:cubicBezTo>
                  <a:pt x="190" y="1061"/>
                  <a:pt x="166" y="1040"/>
                  <a:pt x="143" y="1018"/>
                </a:cubicBezTo>
                <a:cubicBezTo>
                  <a:pt x="121" y="995"/>
                  <a:pt x="100" y="971"/>
                  <a:pt x="83" y="944"/>
                </a:cubicBezTo>
                <a:cubicBezTo>
                  <a:pt x="65" y="917"/>
                  <a:pt x="50" y="889"/>
                  <a:pt x="37" y="860"/>
                </a:cubicBezTo>
                <a:cubicBezTo>
                  <a:pt x="25" y="830"/>
                  <a:pt x="16" y="800"/>
                  <a:pt x="10" y="768"/>
                </a:cubicBezTo>
                <a:cubicBezTo>
                  <a:pt x="3" y="737"/>
                  <a:pt x="0" y="705"/>
                  <a:pt x="0" y="673"/>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862" name="図 861"/>
          <p:cNvPicPr/>
          <p:nvPr/>
        </p:nvPicPr>
        <p:blipFill>
          <a:blip r:embed="rId9"/>
          <a:stretch/>
        </p:blipFill>
        <p:spPr>
          <a:xfrm>
            <a:off x="5782680" y="3685320"/>
            <a:ext cx="150120" cy="200160"/>
          </a:xfrm>
          <a:prstGeom prst="rect">
            <a:avLst/>
          </a:prstGeom>
          <a:noFill/>
          <a:ln w="0">
            <a:noFill/>
          </a:ln>
        </p:spPr>
      </p:pic>
      <p:sp>
        <p:nvSpPr>
          <p:cNvPr id="863" name="テキスト ボックス 862"/>
          <p:cNvSpPr txBox="1"/>
          <p:nvPr/>
        </p:nvSpPr>
        <p:spPr>
          <a:xfrm>
            <a:off x="1220040" y="4321800"/>
            <a:ext cx="33534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グローバル市場における安全性の証明として重要です。</a:t>
            </a:r>
            <a:endParaRPr lang="en-US" sz="1050" b="0" u="none" strike="noStrike">
              <a:solidFill>
                <a:srgbClr val="000000"/>
              </a:solidFill>
              <a:effectLst/>
              <a:uFillTx/>
              <a:latin typeface="Times New Roman"/>
            </a:endParaRPr>
          </a:p>
        </p:txBody>
      </p:sp>
      <p:sp>
        <p:nvSpPr>
          <p:cNvPr id="864" name="テキスト ボックス 863"/>
          <p:cNvSpPr txBox="1"/>
          <p:nvPr/>
        </p:nvSpPr>
        <p:spPr>
          <a:xfrm>
            <a:off x="6167160" y="3613680"/>
            <a:ext cx="1006560" cy="244080"/>
          </a:xfrm>
          <a:prstGeom prst="rect">
            <a:avLst/>
          </a:prstGeom>
          <a:noFill/>
          <a:ln w="0">
            <a:noFill/>
          </a:ln>
        </p:spPr>
        <p:txBody>
          <a:bodyPr wrap="none" lIns="0" tIns="0" rIns="0" bIns="0" anchor="t">
            <a:spAutoFit/>
          </a:bodyPr>
          <a:lstStyle/>
          <a:p>
            <a:r>
              <a:rPr lang="zh-CN" sz="1320" b="0" u="none" strike="noStrike">
                <a:solidFill>
                  <a:srgbClr val="FFFFFF"/>
                </a:solidFill>
                <a:effectLst/>
                <a:uFillTx/>
                <a:latin typeface="NotoSansJP"/>
                <a:ea typeface="NotoSansJP"/>
              </a:rPr>
              <a:t>未来への展望</a:t>
            </a:r>
            <a:endParaRPr lang="en-US" sz="1320" b="0" u="none" strike="noStrike">
              <a:solidFill>
                <a:srgbClr val="000000"/>
              </a:solidFill>
              <a:effectLst/>
              <a:uFillTx/>
              <a:latin typeface="Times New Roman"/>
            </a:endParaRPr>
          </a:p>
        </p:txBody>
      </p:sp>
      <p:sp>
        <p:nvSpPr>
          <p:cNvPr id="865" name="テキスト ボックス 864"/>
          <p:cNvSpPr txBox="1"/>
          <p:nvPr/>
        </p:nvSpPr>
        <p:spPr>
          <a:xfrm>
            <a:off x="6167160" y="3920400"/>
            <a:ext cx="39571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自己進化型</a:t>
            </a:r>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による集合知の形成や、ニューロモーフィックコン</a:t>
            </a:r>
            <a:endParaRPr lang="en-US" sz="1050" b="0" u="none" strike="noStrike">
              <a:solidFill>
                <a:srgbClr val="000000"/>
              </a:solidFill>
              <a:effectLst/>
              <a:uFillTx/>
              <a:latin typeface="Times New Roman"/>
            </a:endParaRPr>
          </a:p>
        </p:txBody>
      </p:sp>
      <p:sp>
        <p:nvSpPr>
          <p:cNvPr id="866" name="テキスト ボックス 865"/>
          <p:cNvSpPr txBox="1"/>
          <p:nvPr/>
        </p:nvSpPr>
        <p:spPr>
          <a:xfrm>
            <a:off x="6167160" y="4121280"/>
            <a:ext cx="39571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ピューティング、量子</a:t>
            </a:r>
            <a:r>
              <a:rPr lang="en-US" sz="1050" b="0" u="none" strike="noStrike">
                <a:solidFill>
                  <a:srgbClr val="D1D5DC"/>
                </a:solidFill>
                <a:effectLst/>
                <a:uFillTx/>
                <a:latin typeface="NotoSansJP"/>
                <a:ea typeface="NotoSansJP"/>
              </a:rPr>
              <a:t>AI</a:t>
            </a:r>
            <a:r>
              <a:rPr lang="zh-CN" sz="1050" b="0" u="none" strike="noStrike">
                <a:solidFill>
                  <a:srgbClr val="D1D5DC"/>
                </a:solidFill>
                <a:effectLst/>
                <a:uFillTx/>
                <a:latin typeface="NotoSansJP"/>
                <a:ea typeface="NotoSansJP"/>
              </a:rPr>
              <a:t>などの革新的技術により、自動車安全性</a:t>
            </a:r>
            <a:endParaRPr lang="en-US" sz="1050" b="0" u="none" strike="noStrike">
              <a:solidFill>
                <a:srgbClr val="000000"/>
              </a:solidFill>
              <a:effectLst/>
              <a:uFillTx/>
              <a:latin typeface="Times New Roman"/>
            </a:endParaRPr>
          </a:p>
        </p:txBody>
      </p:sp>
      <p:pic>
        <p:nvPicPr>
          <p:cNvPr id="867" name="図 866"/>
          <p:cNvPicPr/>
          <p:nvPr/>
        </p:nvPicPr>
        <p:blipFill>
          <a:blip r:embed="rId10"/>
          <a:stretch/>
        </p:blipFill>
        <p:spPr>
          <a:xfrm>
            <a:off x="0" y="6610320"/>
            <a:ext cx="7133400" cy="33120"/>
          </a:xfrm>
          <a:prstGeom prst="rect">
            <a:avLst/>
          </a:prstGeom>
          <a:noFill/>
          <a:ln w="0">
            <a:noFill/>
          </a:ln>
        </p:spPr>
      </p:pic>
      <p:pic>
        <p:nvPicPr>
          <p:cNvPr id="868" name="図 867"/>
          <p:cNvPicPr/>
          <p:nvPr/>
        </p:nvPicPr>
        <p:blipFill>
          <a:blip r:embed="rId11"/>
          <a:stretch/>
        </p:blipFill>
        <p:spPr>
          <a:xfrm>
            <a:off x="8691120" y="1337040"/>
            <a:ext cx="668160" cy="668160"/>
          </a:xfrm>
          <a:prstGeom prst="rect">
            <a:avLst/>
          </a:prstGeom>
          <a:noFill/>
          <a:ln w="0">
            <a:noFill/>
          </a:ln>
        </p:spPr>
      </p:pic>
      <p:pic>
        <p:nvPicPr>
          <p:cNvPr id="869" name="図 868"/>
          <p:cNvPicPr/>
          <p:nvPr/>
        </p:nvPicPr>
        <p:blipFill>
          <a:blip r:embed="rId12"/>
          <a:stretch/>
        </p:blipFill>
        <p:spPr>
          <a:xfrm>
            <a:off x="2674080" y="4236840"/>
            <a:ext cx="400680" cy="400680"/>
          </a:xfrm>
          <a:prstGeom prst="rect">
            <a:avLst/>
          </a:prstGeom>
          <a:noFill/>
          <a:ln w="0">
            <a:noFill/>
          </a:ln>
        </p:spPr>
      </p:pic>
      <p:sp>
        <p:nvSpPr>
          <p:cNvPr id="870" name="テキスト ボックス 869"/>
          <p:cNvSpPr txBox="1"/>
          <p:nvPr/>
        </p:nvSpPr>
        <p:spPr>
          <a:xfrm>
            <a:off x="6167160" y="4321800"/>
            <a:ext cx="28170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は新たな次元へと向上する可能性があります。</a:t>
            </a:r>
            <a:endParaRPr lang="en-US" sz="1050" b="0" u="none" strike="noStrike">
              <a:solidFill>
                <a:srgbClr val="000000"/>
              </a:solidFill>
              <a:effectLst/>
              <a:uFillTx/>
              <a:latin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1" name="図 870"/>
          <p:cNvPicPr/>
          <p:nvPr/>
        </p:nvPicPr>
        <p:blipFill>
          <a:blip r:embed="rId2"/>
          <a:stretch/>
        </p:blipFill>
        <p:spPr>
          <a:xfrm>
            <a:off x="0" y="0"/>
            <a:ext cx="10696320" cy="6618240"/>
          </a:xfrm>
          <a:prstGeom prst="rect">
            <a:avLst/>
          </a:prstGeom>
          <a:noFill/>
          <a:ln w="0">
            <a:noFill/>
          </a:ln>
        </p:spPr>
      </p:pic>
      <p:sp>
        <p:nvSpPr>
          <p:cNvPr id="872" name="テキスト ボックス 871"/>
          <p:cNvSpPr txBox="1"/>
          <p:nvPr/>
        </p:nvSpPr>
        <p:spPr>
          <a:xfrm>
            <a:off x="401040" y="389520"/>
            <a:ext cx="1201680" cy="436320"/>
          </a:xfrm>
          <a:prstGeom prst="rect">
            <a:avLst/>
          </a:prstGeom>
          <a:noFill/>
          <a:ln w="0">
            <a:noFill/>
          </a:ln>
        </p:spPr>
        <p:txBody>
          <a:bodyPr wrap="none" lIns="0" tIns="0" rIns="0" bIns="0" anchor="t">
            <a:spAutoFit/>
          </a:bodyPr>
          <a:lstStyle/>
          <a:p>
            <a:r>
              <a:rPr lang="zh-CN" sz="2370" b="0" u="none" strike="noStrike">
                <a:solidFill>
                  <a:srgbClr val="FFFFFF"/>
                </a:solidFill>
                <a:effectLst/>
                <a:uFillTx/>
                <a:latin typeface="NotoSansJP"/>
                <a:ea typeface="NotoSansJP"/>
              </a:rPr>
              <a:t>参考文献</a:t>
            </a:r>
            <a:endParaRPr lang="en-US" sz="2370" b="0" u="none" strike="noStrike">
              <a:solidFill>
                <a:srgbClr val="000000"/>
              </a:solidFill>
              <a:effectLst/>
              <a:uFillTx/>
              <a:latin typeface="Times New Roman"/>
            </a:endParaRPr>
          </a:p>
        </p:txBody>
      </p:sp>
      <p:sp>
        <p:nvSpPr>
          <p:cNvPr id="873" name="フリーフォーム: 図形 872"/>
          <p:cNvSpPr/>
          <p:nvPr/>
        </p:nvSpPr>
        <p:spPr>
          <a:xfrm>
            <a:off x="401040" y="1236600"/>
            <a:ext cx="4780440" cy="16920"/>
          </a:xfrm>
          <a:custGeom>
            <a:avLst/>
            <a:gdLst/>
            <a:ahLst/>
            <a:cxnLst/>
            <a:rect l="0" t="0" r="r" b="b"/>
            <a:pathLst>
              <a:path w="13279" h="47">
                <a:moveTo>
                  <a:pt x="0" y="0"/>
                </a:moveTo>
                <a:lnTo>
                  <a:pt x="13279" y="0"/>
                </a:lnTo>
                <a:lnTo>
                  <a:pt x="13279" y="47"/>
                </a:lnTo>
                <a:lnTo>
                  <a:pt x="0" y="47"/>
                </a:lnTo>
                <a:lnTo>
                  <a:pt x="0" y="0"/>
                </a:lnTo>
                <a:close/>
              </a:path>
            </a:pathLst>
          </a:custGeom>
          <a:solidFill>
            <a:srgbClr val="C0C0C0">
              <a:alpha val="3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74" name="フリーフォーム: 図形 873"/>
          <p:cNvSpPr/>
          <p:nvPr/>
        </p:nvSpPr>
        <p:spPr>
          <a:xfrm>
            <a:off x="401040" y="3693600"/>
            <a:ext cx="4780440" cy="16920"/>
          </a:xfrm>
          <a:custGeom>
            <a:avLst/>
            <a:gdLst/>
            <a:ahLst/>
            <a:cxnLst/>
            <a:rect l="0" t="0" r="r" b="b"/>
            <a:pathLst>
              <a:path w="13279" h="47">
                <a:moveTo>
                  <a:pt x="0" y="0"/>
                </a:moveTo>
                <a:lnTo>
                  <a:pt x="13279" y="0"/>
                </a:lnTo>
                <a:lnTo>
                  <a:pt x="13279" y="47"/>
                </a:lnTo>
                <a:lnTo>
                  <a:pt x="0" y="47"/>
                </a:lnTo>
                <a:lnTo>
                  <a:pt x="0" y="0"/>
                </a:lnTo>
                <a:close/>
              </a:path>
            </a:pathLst>
          </a:custGeom>
          <a:solidFill>
            <a:srgbClr val="C0C0C0">
              <a:alpha val="3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75" name="テキスト ボックス 874"/>
          <p:cNvSpPr txBox="1"/>
          <p:nvPr/>
        </p:nvSpPr>
        <p:spPr>
          <a:xfrm>
            <a:off x="9936000" y="509760"/>
            <a:ext cx="413640" cy="13608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17 / 17</a:t>
            </a:r>
            <a:endParaRPr lang="en-US" sz="920" b="0" u="none" strike="noStrike">
              <a:solidFill>
                <a:srgbClr val="000000"/>
              </a:solidFill>
              <a:effectLst/>
              <a:uFillTx/>
              <a:latin typeface="Times New Roman"/>
            </a:endParaRPr>
          </a:p>
        </p:txBody>
      </p:sp>
      <p:sp>
        <p:nvSpPr>
          <p:cNvPr id="876" name="フリーフォーム: 図形 875"/>
          <p:cNvSpPr/>
          <p:nvPr/>
        </p:nvSpPr>
        <p:spPr>
          <a:xfrm>
            <a:off x="559800" y="1454040"/>
            <a:ext cx="250920" cy="334440"/>
          </a:xfrm>
          <a:custGeom>
            <a:avLst/>
            <a:gdLst/>
            <a:ahLst/>
            <a:cxnLst/>
            <a:rect l="0" t="0" r="r" b="b"/>
            <a:pathLst>
              <a:path w="697" h="929">
                <a:moveTo>
                  <a:pt x="0" y="581"/>
                </a:moveTo>
                <a:lnTo>
                  <a:pt x="0" y="349"/>
                </a:lnTo>
                <a:cubicBezTo>
                  <a:pt x="0" y="326"/>
                  <a:pt x="2" y="303"/>
                  <a:pt x="6" y="281"/>
                </a:cubicBezTo>
                <a:cubicBezTo>
                  <a:pt x="11" y="258"/>
                  <a:pt x="18" y="237"/>
                  <a:pt x="26" y="216"/>
                </a:cubicBezTo>
                <a:cubicBezTo>
                  <a:pt x="35" y="194"/>
                  <a:pt x="46" y="174"/>
                  <a:pt x="58" y="155"/>
                </a:cubicBezTo>
                <a:cubicBezTo>
                  <a:pt x="71" y="135"/>
                  <a:pt x="86" y="118"/>
                  <a:pt x="102" y="102"/>
                </a:cubicBezTo>
                <a:cubicBezTo>
                  <a:pt x="118" y="85"/>
                  <a:pt x="136" y="71"/>
                  <a:pt x="155" y="58"/>
                </a:cubicBezTo>
                <a:cubicBezTo>
                  <a:pt x="174" y="46"/>
                  <a:pt x="195" y="35"/>
                  <a:pt x="216" y="26"/>
                </a:cubicBezTo>
                <a:cubicBezTo>
                  <a:pt x="237" y="17"/>
                  <a:pt x="259" y="11"/>
                  <a:pt x="281" y="6"/>
                </a:cubicBezTo>
                <a:cubicBezTo>
                  <a:pt x="303" y="2"/>
                  <a:pt x="326" y="0"/>
                  <a:pt x="349" y="0"/>
                </a:cubicBezTo>
                <a:cubicBezTo>
                  <a:pt x="372" y="0"/>
                  <a:pt x="394" y="2"/>
                  <a:pt x="417" y="6"/>
                </a:cubicBezTo>
                <a:cubicBezTo>
                  <a:pt x="439" y="11"/>
                  <a:pt x="461" y="17"/>
                  <a:pt x="482" y="26"/>
                </a:cubicBezTo>
                <a:cubicBezTo>
                  <a:pt x="503" y="35"/>
                  <a:pt x="523" y="46"/>
                  <a:pt x="542" y="58"/>
                </a:cubicBezTo>
                <a:cubicBezTo>
                  <a:pt x="561" y="71"/>
                  <a:pt x="579" y="85"/>
                  <a:pt x="595" y="102"/>
                </a:cubicBezTo>
                <a:cubicBezTo>
                  <a:pt x="611" y="118"/>
                  <a:pt x="626" y="135"/>
                  <a:pt x="638" y="155"/>
                </a:cubicBezTo>
                <a:cubicBezTo>
                  <a:pt x="651" y="174"/>
                  <a:pt x="662" y="194"/>
                  <a:pt x="671" y="216"/>
                </a:cubicBezTo>
                <a:cubicBezTo>
                  <a:pt x="679" y="237"/>
                  <a:pt x="686" y="258"/>
                  <a:pt x="690" y="281"/>
                </a:cubicBezTo>
                <a:cubicBezTo>
                  <a:pt x="695" y="303"/>
                  <a:pt x="697" y="326"/>
                  <a:pt x="697" y="349"/>
                </a:cubicBezTo>
                <a:lnTo>
                  <a:pt x="697" y="581"/>
                </a:lnTo>
                <a:cubicBezTo>
                  <a:pt x="697" y="604"/>
                  <a:pt x="695" y="626"/>
                  <a:pt x="690" y="649"/>
                </a:cubicBezTo>
                <a:cubicBezTo>
                  <a:pt x="686" y="671"/>
                  <a:pt x="679" y="693"/>
                  <a:pt x="671" y="714"/>
                </a:cubicBezTo>
                <a:cubicBezTo>
                  <a:pt x="662" y="735"/>
                  <a:pt x="651" y="755"/>
                  <a:pt x="638" y="774"/>
                </a:cubicBezTo>
                <a:cubicBezTo>
                  <a:pt x="626" y="793"/>
                  <a:pt x="611" y="811"/>
                  <a:pt x="595" y="827"/>
                </a:cubicBezTo>
                <a:cubicBezTo>
                  <a:pt x="579" y="843"/>
                  <a:pt x="561" y="858"/>
                  <a:pt x="542" y="870"/>
                </a:cubicBezTo>
                <a:cubicBezTo>
                  <a:pt x="523" y="883"/>
                  <a:pt x="503" y="894"/>
                  <a:pt x="482" y="903"/>
                </a:cubicBezTo>
                <a:cubicBezTo>
                  <a:pt x="461" y="911"/>
                  <a:pt x="439" y="918"/>
                  <a:pt x="417" y="922"/>
                </a:cubicBezTo>
                <a:cubicBezTo>
                  <a:pt x="394" y="927"/>
                  <a:pt x="372" y="929"/>
                  <a:pt x="349" y="929"/>
                </a:cubicBezTo>
                <a:cubicBezTo>
                  <a:pt x="326" y="929"/>
                  <a:pt x="303" y="927"/>
                  <a:pt x="281" y="922"/>
                </a:cubicBezTo>
                <a:cubicBezTo>
                  <a:pt x="259" y="918"/>
                  <a:pt x="237" y="911"/>
                  <a:pt x="216" y="903"/>
                </a:cubicBezTo>
                <a:cubicBezTo>
                  <a:pt x="195" y="894"/>
                  <a:pt x="174" y="883"/>
                  <a:pt x="155" y="870"/>
                </a:cubicBezTo>
                <a:cubicBezTo>
                  <a:pt x="136" y="858"/>
                  <a:pt x="118" y="843"/>
                  <a:pt x="102" y="827"/>
                </a:cubicBezTo>
                <a:cubicBezTo>
                  <a:pt x="86" y="811"/>
                  <a:pt x="71" y="793"/>
                  <a:pt x="58" y="774"/>
                </a:cubicBezTo>
                <a:cubicBezTo>
                  <a:pt x="46" y="755"/>
                  <a:pt x="35" y="735"/>
                  <a:pt x="26" y="714"/>
                </a:cubicBezTo>
                <a:cubicBezTo>
                  <a:pt x="18" y="693"/>
                  <a:pt x="11" y="671"/>
                  <a:pt x="6" y="649"/>
                </a:cubicBezTo>
                <a:cubicBezTo>
                  <a:pt x="2" y="626"/>
                  <a:pt x="0" y="604"/>
                  <a:pt x="0" y="581"/>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877" name="図 876"/>
          <p:cNvPicPr/>
          <p:nvPr/>
        </p:nvPicPr>
        <p:blipFill>
          <a:blip r:embed="rId3"/>
          <a:stretch/>
        </p:blipFill>
        <p:spPr>
          <a:xfrm>
            <a:off x="626760" y="1562760"/>
            <a:ext cx="116640" cy="133200"/>
          </a:xfrm>
          <a:prstGeom prst="rect">
            <a:avLst/>
          </a:prstGeom>
          <a:noFill/>
          <a:ln w="0">
            <a:noFill/>
          </a:ln>
        </p:spPr>
      </p:pic>
      <p:sp>
        <p:nvSpPr>
          <p:cNvPr id="878" name="テキスト ボックス 877"/>
          <p:cNvSpPr txBox="1"/>
          <p:nvPr/>
        </p:nvSpPr>
        <p:spPr>
          <a:xfrm>
            <a:off x="401040" y="964800"/>
            <a:ext cx="1174320" cy="244080"/>
          </a:xfrm>
          <a:prstGeom prst="rect">
            <a:avLst/>
          </a:prstGeom>
          <a:noFill/>
          <a:ln w="0">
            <a:noFill/>
          </a:ln>
        </p:spPr>
        <p:txBody>
          <a:bodyPr wrap="none" lIns="0" tIns="0" rIns="0" bIns="0" anchor="t">
            <a:spAutoFit/>
          </a:bodyPr>
          <a:lstStyle/>
          <a:p>
            <a:r>
              <a:rPr lang="zh-CN" sz="1320" b="0" u="none" strike="noStrike">
                <a:solidFill>
                  <a:srgbClr val="C0C0C0"/>
                </a:solidFill>
                <a:effectLst/>
                <a:uFillTx/>
                <a:latin typeface="NotoSansJP"/>
                <a:ea typeface="NotoSansJP"/>
              </a:rPr>
              <a:t>学術‧技術文献</a:t>
            </a:r>
            <a:endParaRPr lang="en-US" sz="1320" b="0" u="none" strike="noStrike">
              <a:solidFill>
                <a:srgbClr val="000000"/>
              </a:solidFill>
              <a:effectLst/>
              <a:uFillTx/>
              <a:latin typeface="Times New Roman"/>
            </a:endParaRPr>
          </a:p>
        </p:txBody>
      </p:sp>
      <p:sp>
        <p:nvSpPr>
          <p:cNvPr id="879" name="テキスト ボックス 878"/>
          <p:cNvSpPr txBox="1"/>
          <p:nvPr/>
        </p:nvSpPr>
        <p:spPr>
          <a:xfrm>
            <a:off x="910800" y="1488600"/>
            <a:ext cx="4335120" cy="19404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DENSO TECHNICAL REVIEW (2023). </a:t>
            </a:r>
            <a:r>
              <a:rPr lang="zh-CN" sz="1050" b="0" u="none" strike="noStrike">
                <a:solidFill>
                  <a:srgbClr val="D1D5DC"/>
                </a:solidFill>
                <a:effectLst/>
                <a:uFillTx/>
                <a:latin typeface="NotoSansJP"/>
                <a:ea typeface="NotoSansJP"/>
              </a:rPr>
              <a:t>自動運転技術における安全性確</a:t>
            </a:r>
            <a:endParaRPr lang="en-US" sz="1050" b="0" u="none" strike="noStrike">
              <a:solidFill>
                <a:srgbClr val="000000"/>
              </a:solidFill>
              <a:effectLst/>
              <a:uFillTx/>
              <a:latin typeface="Times New Roman"/>
            </a:endParaRPr>
          </a:p>
        </p:txBody>
      </p:sp>
      <p:sp>
        <p:nvSpPr>
          <p:cNvPr id="880" name="フリーフォーム: 図形 879"/>
          <p:cNvSpPr/>
          <p:nvPr/>
        </p:nvSpPr>
        <p:spPr>
          <a:xfrm>
            <a:off x="559800" y="2122560"/>
            <a:ext cx="234360" cy="334440"/>
          </a:xfrm>
          <a:custGeom>
            <a:avLst/>
            <a:gdLst/>
            <a:ahLst/>
            <a:cxnLst/>
            <a:rect l="0" t="0" r="r" b="b"/>
            <a:pathLst>
              <a:path w="651" h="929">
                <a:moveTo>
                  <a:pt x="0" y="604"/>
                </a:moveTo>
                <a:lnTo>
                  <a:pt x="0" y="326"/>
                </a:lnTo>
                <a:cubicBezTo>
                  <a:pt x="0" y="304"/>
                  <a:pt x="2" y="283"/>
                  <a:pt x="6" y="262"/>
                </a:cubicBezTo>
                <a:cubicBezTo>
                  <a:pt x="10" y="241"/>
                  <a:pt x="16" y="221"/>
                  <a:pt x="25" y="201"/>
                </a:cubicBezTo>
                <a:cubicBezTo>
                  <a:pt x="33" y="182"/>
                  <a:pt x="43" y="163"/>
                  <a:pt x="55" y="145"/>
                </a:cubicBezTo>
                <a:cubicBezTo>
                  <a:pt x="66" y="126"/>
                  <a:pt x="81" y="110"/>
                  <a:pt x="96" y="95"/>
                </a:cubicBezTo>
                <a:cubicBezTo>
                  <a:pt x="111" y="80"/>
                  <a:pt x="127" y="66"/>
                  <a:pt x="145" y="54"/>
                </a:cubicBezTo>
                <a:cubicBezTo>
                  <a:pt x="163" y="43"/>
                  <a:pt x="182" y="33"/>
                  <a:pt x="201" y="24"/>
                </a:cubicBezTo>
                <a:cubicBezTo>
                  <a:pt x="221" y="16"/>
                  <a:pt x="241" y="10"/>
                  <a:pt x="262" y="6"/>
                </a:cubicBezTo>
                <a:cubicBezTo>
                  <a:pt x="283" y="2"/>
                  <a:pt x="304" y="0"/>
                  <a:pt x="326" y="0"/>
                </a:cubicBezTo>
                <a:cubicBezTo>
                  <a:pt x="347" y="0"/>
                  <a:pt x="368" y="2"/>
                  <a:pt x="389" y="6"/>
                </a:cubicBezTo>
                <a:cubicBezTo>
                  <a:pt x="410" y="10"/>
                  <a:pt x="430" y="16"/>
                  <a:pt x="450" y="24"/>
                </a:cubicBezTo>
                <a:cubicBezTo>
                  <a:pt x="470" y="33"/>
                  <a:pt x="489" y="43"/>
                  <a:pt x="506" y="54"/>
                </a:cubicBezTo>
                <a:cubicBezTo>
                  <a:pt x="524" y="66"/>
                  <a:pt x="540" y="80"/>
                  <a:pt x="556" y="95"/>
                </a:cubicBezTo>
                <a:cubicBezTo>
                  <a:pt x="571" y="110"/>
                  <a:pt x="584" y="126"/>
                  <a:pt x="596" y="145"/>
                </a:cubicBezTo>
                <a:cubicBezTo>
                  <a:pt x="608" y="163"/>
                  <a:pt x="618" y="182"/>
                  <a:pt x="626" y="201"/>
                </a:cubicBezTo>
                <a:cubicBezTo>
                  <a:pt x="634" y="221"/>
                  <a:pt x="640" y="241"/>
                  <a:pt x="644" y="262"/>
                </a:cubicBezTo>
                <a:cubicBezTo>
                  <a:pt x="649" y="283"/>
                  <a:pt x="651" y="304"/>
                  <a:pt x="651" y="326"/>
                </a:cubicBezTo>
                <a:lnTo>
                  <a:pt x="651" y="604"/>
                </a:lnTo>
                <a:cubicBezTo>
                  <a:pt x="651" y="625"/>
                  <a:pt x="649" y="647"/>
                  <a:pt x="644" y="668"/>
                </a:cubicBezTo>
                <a:cubicBezTo>
                  <a:pt x="640" y="688"/>
                  <a:pt x="634" y="709"/>
                  <a:pt x="626" y="729"/>
                </a:cubicBezTo>
                <a:cubicBezTo>
                  <a:pt x="618" y="748"/>
                  <a:pt x="608" y="767"/>
                  <a:pt x="596" y="785"/>
                </a:cubicBezTo>
                <a:cubicBezTo>
                  <a:pt x="584" y="802"/>
                  <a:pt x="571" y="819"/>
                  <a:pt x="556" y="834"/>
                </a:cubicBezTo>
                <a:cubicBezTo>
                  <a:pt x="540" y="849"/>
                  <a:pt x="524" y="863"/>
                  <a:pt x="506" y="874"/>
                </a:cubicBezTo>
                <a:cubicBezTo>
                  <a:pt x="489" y="886"/>
                  <a:pt x="470" y="896"/>
                  <a:pt x="450" y="904"/>
                </a:cubicBezTo>
                <a:cubicBezTo>
                  <a:pt x="430" y="913"/>
                  <a:pt x="410" y="919"/>
                  <a:pt x="389" y="923"/>
                </a:cubicBezTo>
                <a:cubicBezTo>
                  <a:pt x="368" y="927"/>
                  <a:pt x="347" y="929"/>
                  <a:pt x="326" y="929"/>
                </a:cubicBezTo>
                <a:cubicBezTo>
                  <a:pt x="304" y="929"/>
                  <a:pt x="283" y="927"/>
                  <a:pt x="262" y="923"/>
                </a:cubicBezTo>
                <a:cubicBezTo>
                  <a:pt x="241" y="919"/>
                  <a:pt x="221" y="913"/>
                  <a:pt x="201" y="904"/>
                </a:cubicBezTo>
                <a:cubicBezTo>
                  <a:pt x="182" y="896"/>
                  <a:pt x="163" y="886"/>
                  <a:pt x="145" y="874"/>
                </a:cubicBezTo>
                <a:cubicBezTo>
                  <a:pt x="127" y="863"/>
                  <a:pt x="111" y="849"/>
                  <a:pt x="96" y="834"/>
                </a:cubicBezTo>
                <a:cubicBezTo>
                  <a:pt x="81" y="819"/>
                  <a:pt x="66" y="802"/>
                  <a:pt x="55" y="785"/>
                </a:cubicBezTo>
                <a:cubicBezTo>
                  <a:pt x="43" y="767"/>
                  <a:pt x="33" y="748"/>
                  <a:pt x="25" y="729"/>
                </a:cubicBezTo>
                <a:cubicBezTo>
                  <a:pt x="16" y="709"/>
                  <a:pt x="10" y="688"/>
                  <a:pt x="6" y="668"/>
                </a:cubicBezTo>
                <a:cubicBezTo>
                  <a:pt x="2" y="647"/>
                  <a:pt x="0" y="625"/>
                  <a:pt x="0" y="604"/>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881" name="図 880"/>
          <p:cNvPicPr/>
          <p:nvPr/>
        </p:nvPicPr>
        <p:blipFill>
          <a:blip r:embed="rId4"/>
          <a:stretch/>
        </p:blipFill>
        <p:spPr>
          <a:xfrm>
            <a:off x="626760" y="2231280"/>
            <a:ext cx="100080" cy="133200"/>
          </a:xfrm>
          <a:prstGeom prst="rect">
            <a:avLst/>
          </a:prstGeom>
          <a:noFill/>
          <a:ln w="0">
            <a:noFill/>
          </a:ln>
        </p:spPr>
      </p:pic>
      <p:sp>
        <p:nvSpPr>
          <p:cNvPr id="882" name="テキスト ボックス 881"/>
          <p:cNvSpPr txBox="1"/>
          <p:nvPr/>
        </p:nvSpPr>
        <p:spPr>
          <a:xfrm>
            <a:off x="910800" y="1689480"/>
            <a:ext cx="10206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保の課題と展望</a:t>
            </a:r>
            <a:r>
              <a:rPr lang="en-US" sz="1050" b="0" u="none" strike="noStrike">
                <a:solidFill>
                  <a:srgbClr val="D1D5DC"/>
                </a:solidFill>
                <a:effectLst/>
                <a:uFillTx/>
                <a:latin typeface="NotoSansJP"/>
                <a:ea typeface="NotoSansJP"/>
              </a:rPr>
              <a:t>.</a:t>
            </a:r>
            <a:endParaRPr lang="en-US" sz="1050" b="0" u="none" strike="noStrike">
              <a:solidFill>
                <a:srgbClr val="000000"/>
              </a:solidFill>
              <a:effectLst/>
              <a:uFillTx/>
              <a:latin typeface="Times New Roman"/>
            </a:endParaRPr>
          </a:p>
        </p:txBody>
      </p:sp>
      <p:sp>
        <p:nvSpPr>
          <p:cNvPr id="883" name="フリーフォーム: 図形 882"/>
          <p:cNvSpPr/>
          <p:nvPr/>
        </p:nvSpPr>
        <p:spPr>
          <a:xfrm>
            <a:off x="559800" y="2724120"/>
            <a:ext cx="250920" cy="334440"/>
          </a:xfrm>
          <a:custGeom>
            <a:avLst/>
            <a:gdLst/>
            <a:ahLst/>
            <a:cxnLst/>
            <a:rect l="0" t="0" r="r" b="b"/>
            <a:pathLst>
              <a:path w="697" h="929">
                <a:moveTo>
                  <a:pt x="0" y="581"/>
                </a:moveTo>
                <a:lnTo>
                  <a:pt x="0" y="349"/>
                </a:lnTo>
                <a:cubicBezTo>
                  <a:pt x="0" y="326"/>
                  <a:pt x="2" y="303"/>
                  <a:pt x="6" y="280"/>
                </a:cubicBezTo>
                <a:cubicBezTo>
                  <a:pt x="11" y="258"/>
                  <a:pt x="18" y="236"/>
                  <a:pt x="26" y="215"/>
                </a:cubicBezTo>
                <a:cubicBezTo>
                  <a:pt x="35" y="194"/>
                  <a:pt x="46" y="174"/>
                  <a:pt x="58" y="155"/>
                </a:cubicBezTo>
                <a:cubicBezTo>
                  <a:pt x="71" y="136"/>
                  <a:pt x="86" y="118"/>
                  <a:pt x="102" y="102"/>
                </a:cubicBezTo>
                <a:cubicBezTo>
                  <a:pt x="118" y="86"/>
                  <a:pt x="136" y="71"/>
                  <a:pt x="155" y="59"/>
                </a:cubicBezTo>
                <a:cubicBezTo>
                  <a:pt x="174" y="46"/>
                  <a:pt x="195" y="35"/>
                  <a:pt x="216" y="26"/>
                </a:cubicBezTo>
                <a:cubicBezTo>
                  <a:pt x="237" y="18"/>
                  <a:pt x="259" y="11"/>
                  <a:pt x="281" y="7"/>
                </a:cubicBezTo>
                <a:cubicBezTo>
                  <a:pt x="303" y="2"/>
                  <a:pt x="326" y="0"/>
                  <a:pt x="349" y="0"/>
                </a:cubicBezTo>
                <a:cubicBezTo>
                  <a:pt x="372" y="0"/>
                  <a:pt x="394" y="2"/>
                  <a:pt x="417" y="7"/>
                </a:cubicBezTo>
                <a:cubicBezTo>
                  <a:pt x="439" y="11"/>
                  <a:pt x="461" y="18"/>
                  <a:pt x="482" y="26"/>
                </a:cubicBezTo>
                <a:cubicBezTo>
                  <a:pt x="503" y="35"/>
                  <a:pt x="523" y="46"/>
                  <a:pt x="542" y="59"/>
                </a:cubicBezTo>
                <a:cubicBezTo>
                  <a:pt x="561" y="71"/>
                  <a:pt x="579" y="86"/>
                  <a:pt x="595" y="102"/>
                </a:cubicBezTo>
                <a:cubicBezTo>
                  <a:pt x="611" y="118"/>
                  <a:pt x="626" y="136"/>
                  <a:pt x="638" y="155"/>
                </a:cubicBezTo>
                <a:cubicBezTo>
                  <a:pt x="651" y="174"/>
                  <a:pt x="662" y="194"/>
                  <a:pt x="671" y="215"/>
                </a:cubicBezTo>
                <a:cubicBezTo>
                  <a:pt x="679" y="236"/>
                  <a:pt x="686" y="258"/>
                  <a:pt x="690" y="280"/>
                </a:cubicBezTo>
                <a:cubicBezTo>
                  <a:pt x="695" y="303"/>
                  <a:pt x="697" y="326"/>
                  <a:pt x="697" y="349"/>
                </a:cubicBezTo>
                <a:lnTo>
                  <a:pt x="697" y="581"/>
                </a:lnTo>
                <a:cubicBezTo>
                  <a:pt x="697" y="604"/>
                  <a:pt x="695" y="627"/>
                  <a:pt x="690" y="649"/>
                </a:cubicBezTo>
                <a:cubicBezTo>
                  <a:pt x="686" y="672"/>
                  <a:pt x="679" y="693"/>
                  <a:pt x="671" y="715"/>
                </a:cubicBezTo>
                <a:cubicBezTo>
                  <a:pt x="662" y="736"/>
                  <a:pt x="651" y="756"/>
                  <a:pt x="638" y="775"/>
                </a:cubicBezTo>
                <a:cubicBezTo>
                  <a:pt x="626" y="794"/>
                  <a:pt x="611" y="811"/>
                  <a:pt x="595" y="827"/>
                </a:cubicBezTo>
                <a:cubicBezTo>
                  <a:pt x="579" y="844"/>
                  <a:pt x="561" y="858"/>
                  <a:pt x="542" y="871"/>
                </a:cubicBezTo>
                <a:cubicBezTo>
                  <a:pt x="523" y="883"/>
                  <a:pt x="503" y="894"/>
                  <a:pt x="482" y="903"/>
                </a:cubicBezTo>
                <a:cubicBezTo>
                  <a:pt x="461" y="912"/>
                  <a:pt x="439" y="918"/>
                  <a:pt x="417" y="923"/>
                </a:cubicBezTo>
                <a:cubicBezTo>
                  <a:pt x="394" y="927"/>
                  <a:pt x="372" y="929"/>
                  <a:pt x="349" y="929"/>
                </a:cubicBezTo>
                <a:cubicBezTo>
                  <a:pt x="326" y="929"/>
                  <a:pt x="303" y="927"/>
                  <a:pt x="281" y="923"/>
                </a:cubicBezTo>
                <a:cubicBezTo>
                  <a:pt x="259" y="918"/>
                  <a:pt x="237" y="912"/>
                  <a:pt x="216" y="903"/>
                </a:cubicBezTo>
                <a:cubicBezTo>
                  <a:pt x="195" y="894"/>
                  <a:pt x="174" y="883"/>
                  <a:pt x="155" y="871"/>
                </a:cubicBezTo>
                <a:cubicBezTo>
                  <a:pt x="136" y="858"/>
                  <a:pt x="118" y="844"/>
                  <a:pt x="102" y="827"/>
                </a:cubicBezTo>
                <a:cubicBezTo>
                  <a:pt x="86" y="811"/>
                  <a:pt x="71" y="794"/>
                  <a:pt x="58" y="775"/>
                </a:cubicBezTo>
                <a:cubicBezTo>
                  <a:pt x="46" y="756"/>
                  <a:pt x="35" y="736"/>
                  <a:pt x="26" y="715"/>
                </a:cubicBezTo>
                <a:cubicBezTo>
                  <a:pt x="18" y="693"/>
                  <a:pt x="11" y="672"/>
                  <a:pt x="6" y="649"/>
                </a:cubicBezTo>
                <a:cubicBezTo>
                  <a:pt x="2" y="627"/>
                  <a:pt x="0" y="604"/>
                  <a:pt x="0" y="581"/>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884" name="図 883"/>
          <p:cNvPicPr/>
          <p:nvPr/>
        </p:nvPicPr>
        <p:blipFill>
          <a:blip r:embed="rId5"/>
          <a:stretch/>
        </p:blipFill>
        <p:spPr>
          <a:xfrm>
            <a:off x="626760" y="2832840"/>
            <a:ext cx="116640" cy="133200"/>
          </a:xfrm>
          <a:prstGeom prst="rect">
            <a:avLst/>
          </a:prstGeom>
          <a:noFill/>
          <a:ln w="0">
            <a:noFill/>
          </a:ln>
        </p:spPr>
      </p:pic>
      <p:sp>
        <p:nvSpPr>
          <p:cNvPr id="885" name="テキスト ボックス 884"/>
          <p:cNvSpPr txBox="1"/>
          <p:nvPr/>
        </p:nvSpPr>
        <p:spPr>
          <a:xfrm>
            <a:off x="894240" y="2157120"/>
            <a:ext cx="3717360" cy="19404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Sapien.io (2025). AI</a:t>
            </a:r>
            <a:r>
              <a:rPr lang="zh-CN" sz="1050" b="0" u="none" strike="noStrike">
                <a:solidFill>
                  <a:srgbClr val="D1D5DC"/>
                </a:solidFill>
                <a:effectLst/>
                <a:uFillTx/>
                <a:latin typeface="NotoSansJP"/>
                <a:ea typeface="NotoSansJP"/>
              </a:rPr>
              <a:t>技術の進化による安全システムの革新</a:t>
            </a:r>
            <a:r>
              <a:rPr lang="en-US" sz="1050" b="0" u="none" strike="noStrike">
                <a:solidFill>
                  <a:srgbClr val="D1D5DC"/>
                </a:solidFill>
                <a:effectLst/>
                <a:uFillTx/>
                <a:latin typeface="NotoSansJP"/>
                <a:ea typeface="NotoSansJP"/>
              </a:rPr>
              <a:t>.</a:t>
            </a:r>
            <a:endParaRPr lang="en-US" sz="1050" b="0" u="none" strike="noStrike">
              <a:solidFill>
                <a:srgbClr val="000000"/>
              </a:solidFill>
              <a:effectLst/>
              <a:uFillTx/>
              <a:latin typeface="Times New Roman"/>
            </a:endParaRPr>
          </a:p>
        </p:txBody>
      </p:sp>
      <p:sp>
        <p:nvSpPr>
          <p:cNvPr id="886" name="テキスト ボックス 885"/>
          <p:cNvSpPr txBox="1"/>
          <p:nvPr/>
        </p:nvSpPr>
        <p:spPr>
          <a:xfrm>
            <a:off x="910800" y="2759040"/>
            <a:ext cx="431316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科学技術振興機構</a:t>
            </a:r>
            <a:r>
              <a:rPr lang="en-US" sz="1050" b="0" u="none" strike="noStrike">
                <a:solidFill>
                  <a:srgbClr val="D1D5DC"/>
                </a:solidFill>
                <a:effectLst/>
                <a:uFillTx/>
                <a:latin typeface="NotoSansJP"/>
                <a:ea typeface="NotoSansJP"/>
              </a:rPr>
              <a:t>. </a:t>
            </a:r>
            <a:r>
              <a:rPr lang="zh-CN" sz="1050" b="0" u="none" strike="noStrike">
                <a:solidFill>
                  <a:srgbClr val="D1D5DC"/>
                </a:solidFill>
                <a:effectLst/>
                <a:uFillTx/>
                <a:latin typeface="NotoSansJP"/>
                <a:ea typeface="NotoSansJP"/>
              </a:rPr>
              <a:t>深層強化学習を用いた自動運転における緊急回避行</a:t>
            </a:r>
            <a:endParaRPr lang="en-US" sz="1050" b="0" u="none" strike="noStrike">
              <a:solidFill>
                <a:srgbClr val="000000"/>
              </a:solidFill>
              <a:effectLst/>
              <a:uFillTx/>
              <a:latin typeface="Times New Roman"/>
            </a:endParaRPr>
          </a:p>
        </p:txBody>
      </p:sp>
      <p:sp>
        <p:nvSpPr>
          <p:cNvPr id="887" name="テキスト ボックス 886"/>
          <p:cNvSpPr txBox="1"/>
          <p:nvPr/>
        </p:nvSpPr>
        <p:spPr>
          <a:xfrm>
            <a:off x="910800" y="2959560"/>
            <a:ext cx="66096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動の獲得</a:t>
            </a:r>
            <a:r>
              <a:rPr lang="en-US" sz="1050" b="0" u="none" strike="noStrike">
                <a:solidFill>
                  <a:srgbClr val="D1D5DC"/>
                </a:solidFill>
                <a:effectLst/>
                <a:uFillTx/>
                <a:latin typeface="NotoSansJP"/>
                <a:ea typeface="NotoSansJP"/>
              </a:rPr>
              <a:t>. </a:t>
            </a:r>
            <a:endParaRPr lang="en-US" sz="1050" b="0" u="none" strike="noStrike">
              <a:solidFill>
                <a:srgbClr val="000000"/>
              </a:solidFill>
              <a:effectLst/>
              <a:uFillTx/>
              <a:latin typeface="Times New Roman"/>
            </a:endParaRPr>
          </a:p>
        </p:txBody>
      </p:sp>
      <p:sp>
        <p:nvSpPr>
          <p:cNvPr id="888" name="テキスト ボックス 887"/>
          <p:cNvSpPr txBox="1"/>
          <p:nvPr/>
        </p:nvSpPr>
        <p:spPr>
          <a:xfrm>
            <a:off x="1512720" y="2990520"/>
            <a:ext cx="1012680" cy="117720"/>
          </a:xfrm>
          <a:prstGeom prst="rect">
            <a:avLst/>
          </a:prstGeom>
          <a:noFill/>
          <a:ln w="0">
            <a:noFill/>
          </a:ln>
        </p:spPr>
        <p:txBody>
          <a:bodyPr wrap="none" lIns="0" tIns="0" rIns="0" bIns="0" anchor="t">
            <a:spAutoFit/>
          </a:bodyPr>
          <a:lstStyle/>
          <a:p>
            <a:r>
              <a:rPr lang="en-US" sz="790" b="0" u="none" strike="noStrike">
                <a:solidFill>
                  <a:srgbClr val="D1D5DC"/>
                </a:solidFill>
                <a:effectLst/>
                <a:uFillTx/>
                <a:latin typeface="NotoSansJP"/>
                <a:ea typeface="NotoSansJP"/>
              </a:rPr>
              <a:t>www.jstage.jst.go.jp</a:t>
            </a:r>
            <a:endParaRPr lang="en-US" sz="790" b="0" u="none" strike="noStrike">
              <a:solidFill>
                <a:srgbClr val="000000"/>
              </a:solidFill>
              <a:effectLst/>
              <a:uFillTx/>
              <a:latin typeface="Times New Roman"/>
            </a:endParaRPr>
          </a:p>
        </p:txBody>
      </p:sp>
      <p:sp>
        <p:nvSpPr>
          <p:cNvPr id="889" name="フリーフォーム: 図形 888"/>
          <p:cNvSpPr/>
          <p:nvPr/>
        </p:nvSpPr>
        <p:spPr>
          <a:xfrm>
            <a:off x="559800" y="3910680"/>
            <a:ext cx="267840" cy="334800"/>
          </a:xfrm>
          <a:custGeom>
            <a:avLst/>
            <a:gdLst/>
            <a:ahLst/>
            <a:cxnLst/>
            <a:rect l="0" t="0" r="r" b="b"/>
            <a:pathLst>
              <a:path w="744" h="930">
                <a:moveTo>
                  <a:pt x="0" y="557"/>
                </a:moveTo>
                <a:lnTo>
                  <a:pt x="0" y="372"/>
                </a:lnTo>
                <a:cubicBezTo>
                  <a:pt x="0" y="347"/>
                  <a:pt x="2" y="323"/>
                  <a:pt x="7" y="299"/>
                </a:cubicBezTo>
                <a:cubicBezTo>
                  <a:pt x="12" y="275"/>
                  <a:pt x="19" y="252"/>
                  <a:pt x="28" y="229"/>
                </a:cubicBezTo>
                <a:cubicBezTo>
                  <a:pt x="37" y="207"/>
                  <a:pt x="49" y="186"/>
                  <a:pt x="62" y="165"/>
                </a:cubicBezTo>
                <a:cubicBezTo>
                  <a:pt x="76" y="145"/>
                  <a:pt x="91" y="126"/>
                  <a:pt x="109" y="109"/>
                </a:cubicBezTo>
                <a:cubicBezTo>
                  <a:pt x="126" y="92"/>
                  <a:pt x="145" y="76"/>
                  <a:pt x="165" y="63"/>
                </a:cubicBezTo>
                <a:cubicBezTo>
                  <a:pt x="185" y="49"/>
                  <a:pt x="207" y="38"/>
                  <a:pt x="229" y="28"/>
                </a:cubicBezTo>
                <a:cubicBezTo>
                  <a:pt x="252" y="19"/>
                  <a:pt x="275" y="12"/>
                  <a:pt x="299" y="7"/>
                </a:cubicBezTo>
                <a:cubicBezTo>
                  <a:pt x="324" y="3"/>
                  <a:pt x="348" y="0"/>
                  <a:pt x="372" y="0"/>
                </a:cubicBezTo>
                <a:cubicBezTo>
                  <a:pt x="397" y="0"/>
                  <a:pt x="421" y="3"/>
                  <a:pt x="445" y="7"/>
                </a:cubicBezTo>
                <a:cubicBezTo>
                  <a:pt x="469" y="12"/>
                  <a:pt x="492" y="19"/>
                  <a:pt x="514" y="28"/>
                </a:cubicBezTo>
                <a:cubicBezTo>
                  <a:pt x="537" y="38"/>
                  <a:pt x="558" y="49"/>
                  <a:pt x="579" y="63"/>
                </a:cubicBezTo>
                <a:cubicBezTo>
                  <a:pt x="599" y="76"/>
                  <a:pt x="618" y="92"/>
                  <a:pt x="635" y="109"/>
                </a:cubicBezTo>
                <a:cubicBezTo>
                  <a:pt x="652" y="126"/>
                  <a:pt x="667" y="145"/>
                  <a:pt x="681" y="165"/>
                </a:cubicBezTo>
                <a:cubicBezTo>
                  <a:pt x="695" y="186"/>
                  <a:pt x="706" y="207"/>
                  <a:pt x="715" y="229"/>
                </a:cubicBezTo>
                <a:cubicBezTo>
                  <a:pt x="725" y="252"/>
                  <a:pt x="732" y="275"/>
                  <a:pt x="736" y="299"/>
                </a:cubicBezTo>
                <a:cubicBezTo>
                  <a:pt x="741" y="323"/>
                  <a:pt x="744" y="347"/>
                  <a:pt x="744" y="372"/>
                </a:cubicBezTo>
                <a:lnTo>
                  <a:pt x="744" y="557"/>
                </a:lnTo>
                <a:cubicBezTo>
                  <a:pt x="744" y="582"/>
                  <a:pt x="741" y="606"/>
                  <a:pt x="736" y="630"/>
                </a:cubicBezTo>
                <a:cubicBezTo>
                  <a:pt x="732" y="654"/>
                  <a:pt x="725" y="677"/>
                  <a:pt x="715" y="699"/>
                </a:cubicBezTo>
                <a:cubicBezTo>
                  <a:pt x="706" y="722"/>
                  <a:pt x="695" y="744"/>
                  <a:pt x="681" y="765"/>
                </a:cubicBezTo>
                <a:cubicBezTo>
                  <a:pt x="667" y="785"/>
                  <a:pt x="652" y="804"/>
                  <a:pt x="635" y="821"/>
                </a:cubicBezTo>
                <a:cubicBezTo>
                  <a:pt x="618" y="838"/>
                  <a:pt x="599" y="854"/>
                  <a:pt x="579" y="867"/>
                </a:cubicBezTo>
                <a:cubicBezTo>
                  <a:pt x="558" y="881"/>
                  <a:pt x="537" y="892"/>
                  <a:pt x="514" y="901"/>
                </a:cubicBezTo>
                <a:cubicBezTo>
                  <a:pt x="492" y="911"/>
                  <a:pt x="469" y="918"/>
                  <a:pt x="445" y="923"/>
                </a:cubicBezTo>
                <a:cubicBezTo>
                  <a:pt x="421" y="927"/>
                  <a:pt x="397" y="930"/>
                  <a:pt x="372" y="930"/>
                </a:cubicBezTo>
                <a:cubicBezTo>
                  <a:pt x="348" y="930"/>
                  <a:pt x="324" y="927"/>
                  <a:pt x="299" y="923"/>
                </a:cubicBezTo>
                <a:cubicBezTo>
                  <a:pt x="275" y="918"/>
                  <a:pt x="252" y="911"/>
                  <a:pt x="229" y="901"/>
                </a:cubicBezTo>
                <a:cubicBezTo>
                  <a:pt x="207" y="892"/>
                  <a:pt x="185" y="881"/>
                  <a:pt x="165" y="867"/>
                </a:cubicBezTo>
                <a:cubicBezTo>
                  <a:pt x="145" y="854"/>
                  <a:pt x="126" y="838"/>
                  <a:pt x="109" y="821"/>
                </a:cubicBezTo>
                <a:cubicBezTo>
                  <a:pt x="91" y="804"/>
                  <a:pt x="76" y="785"/>
                  <a:pt x="62" y="765"/>
                </a:cubicBezTo>
                <a:cubicBezTo>
                  <a:pt x="49" y="744"/>
                  <a:pt x="37" y="722"/>
                  <a:pt x="28" y="699"/>
                </a:cubicBezTo>
                <a:cubicBezTo>
                  <a:pt x="19" y="677"/>
                  <a:pt x="12" y="654"/>
                  <a:pt x="7" y="630"/>
                </a:cubicBezTo>
                <a:cubicBezTo>
                  <a:pt x="2" y="606"/>
                  <a:pt x="0" y="582"/>
                  <a:pt x="0" y="557"/>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890" name="図 889"/>
          <p:cNvPicPr/>
          <p:nvPr/>
        </p:nvPicPr>
        <p:blipFill>
          <a:blip r:embed="rId6"/>
          <a:stretch/>
        </p:blipFill>
        <p:spPr>
          <a:xfrm>
            <a:off x="626760" y="4019400"/>
            <a:ext cx="133200" cy="133200"/>
          </a:xfrm>
          <a:prstGeom prst="rect">
            <a:avLst/>
          </a:prstGeom>
          <a:noFill/>
          <a:ln w="0">
            <a:noFill/>
          </a:ln>
        </p:spPr>
      </p:pic>
      <p:sp>
        <p:nvSpPr>
          <p:cNvPr id="891" name="テキスト ボックス 890"/>
          <p:cNvSpPr txBox="1"/>
          <p:nvPr/>
        </p:nvSpPr>
        <p:spPr>
          <a:xfrm>
            <a:off x="401040" y="3421440"/>
            <a:ext cx="1509480" cy="244080"/>
          </a:xfrm>
          <a:prstGeom prst="rect">
            <a:avLst/>
          </a:prstGeom>
          <a:noFill/>
          <a:ln w="0">
            <a:noFill/>
          </a:ln>
        </p:spPr>
        <p:txBody>
          <a:bodyPr wrap="none" lIns="0" tIns="0" rIns="0" bIns="0" anchor="t">
            <a:spAutoFit/>
          </a:bodyPr>
          <a:lstStyle/>
          <a:p>
            <a:r>
              <a:rPr lang="zh-CN" sz="1320" b="0" u="none" strike="noStrike">
                <a:solidFill>
                  <a:srgbClr val="C0C0C0"/>
                </a:solidFill>
                <a:effectLst/>
                <a:uFillTx/>
                <a:latin typeface="NotoSansJP"/>
                <a:ea typeface="NotoSansJP"/>
              </a:rPr>
              <a:t>オンラインリソース</a:t>
            </a:r>
            <a:endParaRPr lang="en-US" sz="1320" b="0" u="none" strike="noStrike">
              <a:solidFill>
                <a:srgbClr val="000000"/>
              </a:solidFill>
              <a:effectLst/>
              <a:uFillTx/>
              <a:latin typeface="Times New Roman"/>
            </a:endParaRPr>
          </a:p>
        </p:txBody>
      </p:sp>
      <p:sp>
        <p:nvSpPr>
          <p:cNvPr id="892" name="テキスト ボックス 891"/>
          <p:cNvSpPr txBox="1"/>
          <p:nvPr/>
        </p:nvSpPr>
        <p:spPr>
          <a:xfrm>
            <a:off x="927720" y="3945600"/>
            <a:ext cx="4456440" cy="15732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visuresolutions.com. Machine Learning Applications in Automotive</a:t>
            </a:r>
            <a:endParaRPr lang="en-US" sz="1050" b="0" u="none" strike="noStrike">
              <a:solidFill>
                <a:srgbClr val="000000"/>
              </a:solidFill>
              <a:effectLst/>
              <a:uFillTx/>
              <a:latin typeface="Times New Roman"/>
            </a:endParaRPr>
          </a:p>
        </p:txBody>
      </p:sp>
      <p:sp>
        <p:nvSpPr>
          <p:cNvPr id="893" name="フリーフォーム: 図形 892"/>
          <p:cNvSpPr/>
          <p:nvPr/>
        </p:nvSpPr>
        <p:spPr>
          <a:xfrm>
            <a:off x="559800" y="4579200"/>
            <a:ext cx="267840" cy="334800"/>
          </a:xfrm>
          <a:custGeom>
            <a:avLst/>
            <a:gdLst/>
            <a:ahLst/>
            <a:cxnLst/>
            <a:rect l="0" t="0" r="r" b="b"/>
            <a:pathLst>
              <a:path w="744" h="930">
                <a:moveTo>
                  <a:pt x="0" y="557"/>
                </a:moveTo>
                <a:lnTo>
                  <a:pt x="0" y="372"/>
                </a:lnTo>
                <a:cubicBezTo>
                  <a:pt x="0" y="347"/>
                  <a:pt x="2" y="323"/>
                  <a:pt x="7" y="299"/>
                </a:cubicBezTo>
                <a:cubicBezTo>
                  <a:pt x="12" y="275"/>
                  <a:pt x="19" y="252"/>
                  <a:pt x="28" y="230"/>
                </a:cubicBezTo>
                <a:cubicBezTo>
                  <a:pt x="37" y="207"/>
                  <a:pt x="49" y="186"/>
                  <a:pt x="62" y="165"/>
                </a:cubicBezTo>
                <a:cubicBezTo>
                  <a:pt x="76" y="145"/>
                  <a:pt x="91" y="126"/>
                  <a:pt x="109" y="109"/>
                </a:cubicBezTo>
                <a:cubicBezTo>
                  <a:pt x="126" y="92"/>
                  <a:pt x="145" y="76"/>
                  <a:pt x="165" y="63"/>
                </a:cubicBezTo>
                <a:cubicBezTo>
                  <a:pt x="185" y="49"/>
                  <a:pt x="207" y="38"/>
                  <a:pt x="229" y="29"/>
                </a:cubicBezTo>
                <a:cubicBezTo>
                  <a:pt x="252" y="19"/>
                  <a:pt x="275" y="12"/>
                  <a:pt x="299" y="7"/>
                </a:cubicBezTo>
                <a:cubicBezTo>
                  <a:pt x="324" y="3"/>
                  <a:pt x="348" y="0"/>
                  <a:pt x="372" y="0"/>
                </a:cubicBezTo>
                <a:cubicBezTo>
                  <a:pt x="397" y="0"/>
                  <a:pt x="421" y="3"/>
                  <a:pt x="445" y="7"/>
                </a:cubicBezTo>
                <a:cubicBezTo>
                  <a:pt x="469" y="12"/>
                  <a:pt x="492" y="19"/>
                  <a:pt x="514" y="29"/>
                </a:cubicBezTo>
                <a:cubicBezTo>
                  <a:pt x="537" y="38"/>
                  <a:pt x="558" y="49"/>
                  <a:pt x="579" y="63"/>
                </a:cubicBezTo>
                <a:cubicBezTo>
                  <a:pt x="599" y="76"/>
                  <a:pt x="618" y="92"/>
                  <a:pt x="635" y="109"/>
                </a:cubicBezTo>
                <a:cubicBezTo>
                  <a:pt x="652" y="126"/>
                  <a:pt x="667" y="145"/>
                  <a:pt x="681" y="165"/>
                </a:cubicBezTo>
                <a:cubicBezTo>
                  <a:pt x="695" y="186"/>
                  <a:pt x="706" y="207"/>
                  <a:pt x="715" y="230"/>
                </a:cubicBezTo>
                <a:cubicBezTo>
                  <a:pt x="725" y="252"/>
                  <a:pt x="732" y="275"/>
                  <a:pt x="736" y="299"/>
                </a:cubicBezTo>
                <a:cubicBezTo>
                  <a:pt x="741" y="323"/>
                  <a:pt x="744" y="347"/>
                  <a:pt x="744" y="372"/>
                </a:cubicBezTo>
                <a:lnTo>
                  <a:pt x="744" y="557"/>
                </a:lnTo>
                <a:cubicBezTo>
                  <a:pt x="744" y="582"/>
                  <a:pt x="741" y="606"/>
                  <a:pt x="736" y="630"/>
                </a:cubicBezTo>
                <a:cubicBezTo>
                  <a:pt x="732" y="654"/>
                  <a:pt x="725" y="677"/>
                  <a:pt x="715" y="699"/>
                </a:cubicBezTo>
                <a:cubicBezTo>
                  <a:pt x="706" y="722"/>
                  <a:pt x="695" y="744"/>
                  <a:pt x="681" y="765"/>
                </a:cubicBezTo>
                <a:cubicBezTo>
                  <a:pt x="667" y="785"/>
                  <a:pt x="652" y="804"/>
                  <a:pt x="635" y="821"/>
                </a:cubicBezTo>
                <a:cubicBezTo>
                  <a:pt x="618" y="838"/>
                  <a:pt x="599" y="854"/>
                  <a:pt x="579" y="867"/>
                </a:cubicBezTo>
                <a:cubicBezTo>
                  <a:pt x="558" y="881"/>
                  <a:pt x="537" y="892"/>
                  <a:pt x="514" y="902"/>
                </a:cubicBezTo>
                <a:cubicBezTo>
                  <a:pt x="492" y="911"/>
                  <a:pt x="469" y="918"/>
                  <a:pt x="445" y="923"/>
                </a:cubicBezTo>
                <a:cubicBezTo>
                  <a:pt x="421" y="927"/>
                  <a:pt x="397" y="930"/>
                  <a:pt x="372" y="930"/>
                </a:cubicBezTo>
                <a:cubicBezTo>
                  <a:pt x="348" y="930"/>
                  <a:pt x="324" y="927"/>
                  <a:pt x="299" y="923"/>
                </a:cubicBezTo>
                <a:cubicBezTo>
                  <a:pt x="275" y="918"/>
                  <a:pt x="252" y="911"/>
                  <a:pt x="229" y="902"/>
                </a:cubicBezTo>
                <a:cubicBezTo>
                  <a:pt x="207" y="892"/>
                  <a:pt x="185" y="881"/>
                  <a:pt x="165" y="867"/>
                </a:cubicBezTo>
                <a:cubicBezTo>
                  <a:pt x="145" y="854"/>
                  <a:pt x="126" y="838"/>
                  <a:pt x="109" y="821"/>
                </a:cubicBezTo>
                <a:cubicBezTo>
                  <a:pt x="91" y="804"/>
                  <a:pt x="76" y="785"/>
                  <a:pt x="62" y="765"/>
                </a:cubicBezTo>
                <a:cubicBezTo>
                  <a:pt x="49" y="744"/>
                  <a:pt x="37" y="722"/>
                  <a:pt x="28" y="699"/>
                </a:cubicBezTo>
                <a:cubicBezTo>
                  <a:pt x="19" y="677"/>
                  <a:pt x="12" y="654"/>
                  <a:pt x="7" y="630"/>
                </a:cubicBezTo>
                <a:cubicBezTo>
                  <a:pt x="2" y="606"/>
                  <a:pt x="0" y="582"/>
                  <a:pt x="0" y="557"/>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894" name="図 893"/>
          <p:cNvPicPr/>
          <p:nvPr/>
        </p:nvPicPr>
        <p:blipFill>
          <a:blip r:embed="rId6"/>
          <a:stretch/>
        </p:blipFill>
        <p:spPr>
          <a:xfrm>
            <a:off x="626760" y="4688280"/>
            <a:ext cx="133200" cy="133200"/>
          </a:xfrm>
          <a:prstGeom prst="rect">
            <a:avLst/>
          </a:prstGeom>
          <a:noFill/>
          <a:ln w="0">
            <a:noFill/>
          </a:ln>
        </p:spPr>
      </p:pic>
      <p:sp>
        <p:nvSpPr>
          <p:cNvPr id="895" name="テキスト ボックス 894"/>
          <p:cNvSpPr txBox="1"/>
          <p:nvPr/>
        </p:nvSpPr>
        <p:spPr>
          <a:xfrm>
            <a:off x="927720" y="4146120"/>
            <a:ext cx="595080" cy="15732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Industry.</a:t>
            </a:r>
            <a:endParaRPr lang="en-US" sz="1050" b="0" u="none" strike="noStrike">
              <a:solidFill>
                <a:srgbClr val="000000"/>
              </a:solidFill>
              <a:effectLst/>
              <a:uFillTx/>
              <a:latin typeface="Times New Roman"/>
            </a:endParaRPr>
          </a:p>
        </p:txBody>
      </p:sp>
      <p:sp>
        <p:nvSpPr>
          <p:cNvPr id="896" name="フリーフォーム: 図形 895"/>
          <p:cNvSpPr/>
          <p:nvPr/>
        </p:nvSpPr>
        <p:spPr>
          <a:xfrm>
            <a:off x="559800" y="5181120"/>
            <a:ext cx="267840" cy="334440"/>
          </a:xfrm>
          <a:custGeom>
            <a:avLst/>
            <a:gdLst/>
            <a:ahLst/>
            <a:cxnLst/>
            <a:rect l="0" t="0" r="r" b="b"/>
            <a:pathLst>
              <a:path w="744" h="929">
                <a:moveTo>
                  <a:pt x="0" y="557"/>
                </a:moveTo>
                <a:lnTo>
                  <a:pt x="0" y="371"/>
                </a:lnTo>
                <a:cubicBezTo>
                  <a:pt x="0" y="347"/>
                  <a:pt x="2" y="322"/>
                  <a:pt x="7" y="299"/>
                </a:cubicBezTo>
                <a:cubicBezTo>
                  <a:pt x="12" y="275"/>
                  <a:pt x="19" y="251"/>
                  <a:pt x="28" y="229"/>
                </a:cubicBezTo>
                <a:cubicBezTo>
                  <a:pt x="37" y="206"/>
                  <a:pt x="49" y="185"/>
                  <a:pt x="62" y="165"/>
                </a:cubicBezTo>
                <a:cubicBezTo>
                  <a:pt x="76" y="144"/>
                  <a:pt x="91" y="126"/>
                  <a:pt x="109" y="108"/>
                </a:cubicBezTo>
                <a:cubicBezTo>
                  <a:pt x="126" y="91"/>
                  <a:pt x="145" y="76"/>
                  <a:pt x="165" y="62"/>
                </a:cubicBezTo>
                <a:cubicBezTo>
                  <a:pt x="185" y="49"/>
                  <a:pt x="207" y="37"/>
                  <a:pt x="229" y="28"/>
                </a:cubicBezTo>
                <a:cubicBezTo>
                  <a:pt x="252" y="19"/>
                  <a:pt x="275" y="11"/>
                  <a:pt x="299" y="7"/>
                </a:cubicBezTo>
                <a:cubicBezTo>
                  <a:pt x="324" y="2"/>
                  <a:pt x="348" y="0"/>
                  <a:pt x="372" y="0"/>
                </a:cubicBezTo>
                <a:cubicBezTo>
                  <a:pt x="397" y="0"/>
                  <a:pt x="421" y="2"/>
                  <a:pt x="445" y="7"/>
                </a:cubicBezTo>
                <a:cubicBezTo>
                  <a:pt x="469" y="11"/>
                  <a:pt x="492" y="19"/>
                  <a:pt x="514" y="28"/>
                </a:cubicBezTo>
                <a:cubicBezTo>
                  <a:pt x="537" y="37"/>
                  <a:pt x="558" y="49"/>
                  <a:pt x="579" y="62"/>
                </a:cubicBezTo>
                <a:cubicBezTo>
                  <a:pt x="599" y="76"/>
                  <a:pt x="618" y="91"/>
                  <a:pt x="635" y="108"/>
                </a:cubicBezTo>
                <a:cubicBezTo>
                  <a:pt x="652" y="126"/>
                  <a:pt x="667" y="144"/>
                  <a:pt x="681" y="165"/>
                </a:cubicBezTo>
                <a:cubicBezTo>
                  <a:pt x="695" y="185"/>
                  <a:pt x="706" y="206"/>
                  <a:pt x="715" y="229"/>
                </a:cubicBezTo>
                <a:cubicBezTo>
                  <a:pt x="725" y="251"/>
                  <a:pt x="732" y="275"/>
                  <a:pt x="736" y="299"/>
                </a:cubicBezTo>
                <a:cubicBezTo>
                  <a:pt x="741" y="322"/>
                  <a:pt x="744" y="347"/>
                  <a:pt x="744" y="371"/>
                </a:cubicBezTo>
                <a:lnTo>
                  <a:pt x="744" y="557"/>
                </a:lnTo>
                <a:cubicBezTo>
                  <a:pt x="744" y="581"/>
                  <a:pt x="741" y="605"/>
                  <a:pt x="736" y="629"/>
                </a:cubicBezTo>
                <a:cubicBezTo>
                  <a:pt x="732" y="653"/>
                  <a:pt x="725" y="676"/>
                  <a:pt x="715" y="699"/>
                </a:cubicBezTo>
                <a:cubicBezTo>
                  <a:pt x="706" y="721"/>
                  <a:pt x="695" y="743"/>
                  <a:pt x="681" y="763"/>
                </a:cubicBezTo>
                <a:cubicBezTo>
                  <a:pt x="667" y="783"/>
                  <a:pt x="652" y="802"/>
                  <a:pt x="635" y="819"/>
                </a:cubicBezTo>
                <a:cubicBezTo>
                  <a:pt x="618" y="837"/>
                  <a:pt x="599" y="852"/>
                  <a:pt x="579" y="866"/>
                </a:cubicBezTo>
                <a:cubicBezTo>
                  <a:pt x="558" y="879"/>
                  <a:pt x="537" y="891"/>
                  <a:pt x="514" y="900"/>
                </a:cubicBezTo>
                <a:cubicBezTo>
                  <a:pt x="492" y="909"/>
                  <a:pt x="469" y="916"/>
                  <a:pt x="445" y="922"/>
                </a:cubicBezTo>
                <a:cubicBezTo>
                  <a:pt x="421" y="927"/>
                  <a:pt x="397" y="929"/>
                  <a:pt x="372" y="929"/>
                </a:cubicBezTo>
                <a:cubicBezTo>
                  <a:pt x="348" y="929"/>
                  <a:pt x="324" y="927"/>
                  <a:pt x="299" y="922"/>
                </a:cubicBezTo>
                <a:cubicBezTo>
                  <a:pt x="275" y="916"/>
                  <a:pt x="252" y="909"/>
                  <a:pt x="229" y="900"/>
                </a:cubicBezTo>
                <a:cubicBezTo>
                  <a:pt x="207" y="891"/>
                  <a:pt x="185" y="879"/>
                  <a:pt x="165" y="866"/>
                </a:cubicBezTo>
                <a:cubicBezTo>
                  <a:pt x="145" y="852"/>
                  <a:pt x="126" y="837"/>
                  <a:pt x="109" y="819"/>
                </a:cubicBezTo>
                <a:cubicBezTo>
                  <a:pt x="91" y="802"/>
                  <a:pt x="76" y="783"/>
                  <a:pt x="62" y="763"/>
                </a:cubicBezTo>
                <a:cubicBezTo>
                  <a:pt x="49" y="743"/>
                  <a:pt x="37" y="721"/>
                  <a:pt x="28" y="699"/>
                </a:cubicBezTo>
                <a:cubicBezTo>
                  <a:pt x="19" y="676"/>
                  <a:pt x="12" y="653"/>
                  <a:pt x="7" y="629"/>
                </a:cubicBezTo>
                <a:cubicBezTo>
                  <a:pt x="2" y="605"/>
                  <a:pt x="0" y="581"/>
                  <a:pt x="0" y="557"/>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897" name="図 896"/>
          <p:cNvPicPr/>
          <p:nvPr/>
        </p:nvPicPr>
        <p:blipFill>
          <a:blip r:embed="rId6"/>
          <a:stretch/>
        </p:blipFill>
        <p:spPr>
          <a:xfrm>
            <a:off x="626760" y="5289840"/>
            <a:ext cx="133200" cy="133200"/>
          </a:xfrm>
          <a:prstGeom prst="rect">
            <a:avLst/>
          </a:prstGeom>
          <a:noFill/>
          <a:ln w="0">
            <a:noFill/>
          </a:ln>
        </p:spPr>
      </p:pic>
      <p:sp>
        <p:nvSpPr>
          <p:cNvPr id="898" name="テキスト ボックス 897"/>
          <p:cNvSpPr txBox="1"/>
          <p:nvPr/>
        </p:nvSpPr>
        <p:spPr>
          <a:xfrm>
            <a:off x="927720" y="4614120"/>
            <a:ext cx="3801240" cy="15732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kortical.com. Predictive Maintenance in Connected Cars.</a:t>
            </a:r>
            <a:endParaRPr lang="en-US" sz="1050" b="0" u="none" strike="noStrike">
              <a:solidFill>
                <a:srgbClr val="000000"/>
              </a:solidFill>
              <a:effectLst/>
              <a:uFillTx/>
              <a:latin typeface="Times New Roman"/>
            </a:endParaRPr>
          </a:p>
        </p:txBody>
      </p:sp>
      <p:sp>
        <p:nvSpPr>
          <p:cNvPr id="899" name="フリーフォーム: 図形 898"/>
          <p:cNvSpPr/>
          <p:nvPr/>
        </p:nvSpPr>
        <p:spPr>
          <a:xfrm>
            <a:off x="5515200" y="1236600"/>
            <a:ext cx="4780440" cy="16920"/>
          </a:xfrm>
          <a:custGeom>
            <a:avLst/>
            <a:gdLst/>
            <a:ahLst/>
            <a:cxnLst/>
            <a:rect l="0" t="0" r="r" b="b"/>
            <a:pathLst>
              <a:path w="13279" h="47">
                <a:moveTo>
                  <a:pt x="0" y="0"/>
                </a:moveTo>
                <a:lnTo>
                  <a:pt x="13279" y="0"/>
                </a:lnTo>
                <a:lnTo>
                  <a:pt x="13279" y="47"/>
                </a:lnTo>
                <a:lnTo>
                  <a:pt x="0" y="47"/>
                </a:lnTo>
                <a:lnTo>
                  <a:pt x="0" y="0"/>
                </a:lnTo>
                <a:close/>
              </a:path>
            </a:pathLst>
          </a:custGeom>
          <a:solidFill>
            <a:srgbClr val="C0C0C0">
              <a:alpha val="3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00" name="フリーフォーム: 図形 899"/>
          <p:cNvSpPr/>
          <p:nvPr/>
        </p:nvSpPr>
        <p:spPr>
          <a:xfrm>
            <a:off x="5515200" y="3760200"/>
            <a:ext cx="4780440" cy="17280"/>
          </a:xfrm>
          <a:custGeom>
            <a:avLst/>
            <a:gdLst/>
            <a:ahLst/>
            <a:cxnLst/>
            <a:rect l="0" t="0" r="r" b="b"/>
            <a:pathLst>
              <a:path w="13279" h="48">
                <a:moveTo>
                  <a:pt x="0" y="0"/>
                </a:moveTo>
                <a:lnTo>
                  <a:pt x="13279" y="0"/>
                </a:lnTo>
                <a:lnTo>
                  <a:pt x="13279" y="48"/>
                </a:lnTo>
                <a:lnTo>
                  <a:pt x="0" y="48"/>
                </a:lnTo>
                <a:lnTo>
                  <a:pt x="0" y="0"/>
                </a:lnTo>
                <a:close/>
              </a:path>
            </a:pathLst>
          </a:custGeom>
          <a:solidFill>
            <a:srgbClr val="C0C0C0">
              <a:alpha val="3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01" name="テキスト ボックス 900"/>
          <p:cNvSpPr txBox="1"/>
          <p:nvPr/>
        </p:nvSpPr>
        <p:spPr>
          <a:xfrm>
            <a:off x="927720" y="5215680"/>
            <a:ext cx="4384080" cy="15732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acropolium.com. AI in Automotive Manufacturing Quality Control.</a:t>
            </a:r>
            <a:endParaRPr lang="en-US" sz="1050" b="0" u="none" strike="noStrike">
              <a:solidFill>
                <a:srgbClr val="000000"/>
              </a:solidFill>
              <a:effectLst/>
              <a:uFillTx/>
              <a:latin typeface="Times New Roman"/>
            </a:endParaRPr>
          </a:p>
        </p:txBody>
      </p:sp>
      <p:sp>
        <p:nvSpPr>
          <p:cNvPr id="902" name="フリーフォーム: 図形 901"/>
          <p:cNvSpPr/>
          <p:nvPr/>
        </p:nvSpPr>
        <p:spPr>
          <a:xfrm>
            <a:off x="5673960" y="1454040"/>
            <a:ext cx="234360" cy="334440"/>
          </a:xfrm>
          <a:custGeom>
            <a:avLst/>
            <a:gdLst/>
            <a:ahLst/>
            <a:cxnLst/>
            <a:rect l="0" t="0" r="r" b="b"/>
            <a:pathLst>
              <a:path w="651" h="929">
                <a:moveTo>
                  <a:pt x="0" y="604"/>
                </a:moveTo>
                <a:lnTo>
                  <a:pt x="0" y="326"/>
                </a:lnTo>
                <a:cubicBezTo>
                  <a:pt x="0" y="304"/>
                  <a:pt x="2" y="283"/>
                  <a:pt x="6" y="262"/>
                </a:cubicBezTo>
                <a:cubicBezTo>
                  <a:pt x="11" y="241"/>
                  <a:pt x="17" y="221"/>
                  <a:pt x="25" y="201"/>
                </a:cubicBezTo>
                <a:cubicBezTo>
                  <a:pt x="33" y="181"/>
                  <a:pt x="43" y="163"/>
                  <a:pt x="55" y="145"/>
                </a:cubicBezTo>
                <a:cubicBezTo>
                  <a:pt x="67" y="126"/>
                  <a:pt x="80" y="110"/>
                  <a:pt x="95" y="95"/>
                </a:cubicBezTo>
                <a:cubicBezTo>
                  <a:pt x="110" y="80"/>
                  <a:pt x="127" y="66"/>
                  <a:pt x="146" y="54"/>
                </a:cubicBezTo>
                <a:cubicBezTo>
                  <a:pt x="163" y="42"/>
                  <a:pt x="182" y="32"/>
                  <a:pt x="202" y="24"/>
                </a:cubicBezTo>
                <a:cubicBezTo>
                  <a:pt x="221" y="16"/>
                  <a:pt x="242" y="10"/>
                  <a:pt x="263" y="6"/>
                </a:cubicBezTo>
                <a:cubicBezTo>
                  <a:pt x="284" y="2"/>
                  <a:pt x="305" y="0"/>
                  <a:pt x="326" y="0"/>
                </a:cubicBezTo>
                <a:cubicBezTo>
                  <a:pt x="347" y="0"/>
                  <a:pt x="369" y="2"/>
                  <a:pt x="390" y="6"/>
                </a:cubicBezTo>
                <a:cubicBezTo>
                  <a:pt x="410" y="10"/>
                  <a:pt x="431" y="16"/>
                  <a:pt x="451" y="24"/>
                </a:cubicBezTo>
                <a:cubicBezTo>
                  <a:pt x="470" y="32"/>
                  <a:pt x="489" y="42"/>
                  <a:pt x="507" y="54"/>
                </a:cubicBezTo>
                <a:cubicBezTo>
                  <a:pt x="524" y="66"/>
                  <a:pt x="541" y="80"/>
                  <a:pt x="556" y="95"/>
                </a:cubicBezTo>
                <a:cubicBezTo>
                  <a:pt x="571" y="110"/>
                  <a:pt x="585" y="126"/>
                  <a:pt x="596" y="145"/>
                </a:cubicBezTo>
                <a:cubicBezTo>
                  <a:pt x="608" y="163"/>
                  <a:pt x="618" y="181"/>
                  <a:pt x="626" y="201"/>
                </a:cubicBezTo>
                <a:cubicBezTo>
                  <a:pt x="635" y="221"/>
                  <a:pt x="641" y="241"/>
                  <a:pt x="645" y="262"/>
                </a:cubicBezTo>
                <a:cubicBezTo>
                  <a:pt x="649" y="283"/>
                  <a:pt x="651" y="304"/>
                  <a:pt x="651" y="326"/>
                </a:cubicBezTo>
                <a:lnTo>
                  <a:pt x="651" y="604"/>
                </a:lnTo>
                <a:cubicBezTo>
                  <a:pt x="651" y="625"/>
                  <a:pt x="649" y="647"/>
                  <a:pt x="645" y="668"/>
                </a:cubicBezTo>
                <a:cubicBezTo>
                  <a:pt x="641" y="688"/>
                  <a:pt x="635" y="709"/>
                  <a:pt x="626" y="728"/>
                </a:cubicBezTo>
                <a:cubicBezTo>
                  <a:pt x="618" y="748"/>
                  <a:pt x="608" y="767"/>
                  <a:pt x="596" y="785"/>
                </a:cubicBezTo>
                <a:cubicBezTo>
                  <a:pt x="585" y="802"/>
                  <a:pt x="571" y="819"/>
                  <a:pt x="556" y="834"/>
                </a:cubicBezTo>
                <a:cubicBezTo>
                  <a:pt x="541" y="849"/>
                  <a:pt x="524" y="862"/>
                  <a:pt x="507" y="874"/>
                </a:cubicBezTo>
                <a:cubicBezTo>
                  <a:pt x="489" y="886"/>
                  <a:pt x="470" y="896"/>
                  <a:pt x="451" y="904"/>
                </a:cubicBezTo>
                <a:cubicBezTo>
                  <a:pt x="431" y="913"/>
                  <a:pt x="410" y="919"/>
                  <a:pt x="390" y="923"/>
                </a:cubicBezTo>
                <a:cubicBezTo>
                  <a:pt x="369" y="927"/>
                  <a:pt x="347" y="929"/>
                  <a:pt x="326" y="929"/>
                </a:cubicBezTo>
                <a:cubicBezTo>
                  <a:pt x="305" y="929"/>
                  <a:pt x="284" y="927"/>
                  <a:pt x="263" y="923"/>
                </a:cubicBezTo>
                <a:cubicBezTo>
                  <a:pt x="242" y="919"/>
                  <a:pt x="221" y="913"/>
                  <a:pt x="202" y="904"/>
                </a:cubicBezTo>
                <a:cubicBezTo>
                  <a:pt x="182" y="896"/>
                  <a:pt x="163" y="886"/>
                  <a:pt x="146" y="874"/>
                </a:cubicBezTo>
                <a:cubicBezTo>
                  <a:pt x="127" y="862"/>
                  <a:pt x="110" y="849"/>
                  <a:pt x="95" y="834"/>
                </a:cubicBezTo>
                <a:cubicBezTo>
                  <a:pt x="80" y="819"/>
                  <a:pt x="67" y="802"/>
                  <a:pt x="55" y="785"/>
                </a:cubicBezTo>
                <a:cubicBezTo>
                  <a:pt x="43" y="767"/>
                  <a:pt x="33" y="748"/>
                  <a:pt x="25" y="728"/>
                </a:cubicBezTo>
                <a:cubicBezTo>
                  <a:pt x="17" y="709"/>
                  <a:pt x="11" y="688"/>
                  <a:pt x="6" y="668"/>
                </a:cubicBezTo>
                <a:cubicBezTo>
                  <a:pt x="2" y="647"/>
                  <a:pt x="0" y="625"/>
                  <a:pt x="0" y="604"/>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903" name="図 902"/>
          <p:cNvPicPr/>
          <p:nvPr/>
        </p:nvPicPr>
        <p:blipFill>
          <a:blip r:embed="rId7"/>
          <a:stretch/>
        </p:blipFill>
        <p:spPr>
          <a:xfrm>
            <a:off x="5740920" y="1562760"/>
            <a:ext cx="100080" cy="133200"/>
          </a:xfrm>
          <a:prstGeom prst="rect">
            <a:avLst/>
          </a:prstGeom>
          <a:noFill/>
          <a:ln w="0">
            <a:noFill/>
          </a:ln>
        </p:spPr>
      </p:pic>
      <p:sp>
        <p:nvSpPr>
          <p:cNvPr id="904" name="テキスト ボックス 903"/>
          <p:cNvSpPr txBox="1"/>
          <p:nvPr/>
        </p:nvSpPr>
        <p:spPr>
          <a:xfrm>
            <a:off x="5515560" y="964800"/>
            <a:ext cx="1006560" cy="244080"/>
          </a:xfrm>
          <a:prstGeom prst="rect">
            <a:avLst/>
          </a:prstGeom>
          <a:noFill/>
          <a:ln w="0">
            <a:noFill/>
          </a:ln>
        </p:spPr>
        <p:txBody>
          <a:bodyPr wrap="none" lIns="0" tIns="0" rIns="0" bIns="0" anchor="t">
            <a:spAutoFit/>
          </a:bodyPr>
          <a:lstStyle/>
          <a:p>
            <a:r>
              <a:rPr lang="zh-CN" sz="1320" b="0" u="none" strike="noStrike">
                <a:solidFill>
                  <a:srgbClr val="C0C0C0"/>
                </a:solidFill>
                <a:effectLst/>
                <a:uFillTx/>
                <a:latin typeface="NotoSansJP"/>
                <a:ea typeface="NotoSansJP"/>
              </a:rPr>
              <a:t>企業技術資料</a:t>
            </a:r>
            <a:endParaRPr lang="en-US" sz="1320" b="0" u="none" strike="noStrike">
              <a:solidFill>
                <a:srgbClr val="000000"/>
              </a:solidFill>
              <a:effectLst/>
              <a:uFillTx/>
              <a:latin typeface="Times New Roman"/>
            </a:endParaRPr>
          </a:p>
        </p:txBody>
      </p:sp>
      <p:sp>
        <p:nvSpPr>
          <p:cNvPr id="905" name="テキスト ボックス 904"/>
          <p:cNvSpPr txBox="1"/>
          <p:nvPr/>
        </p:nvSpPr>
        <p:spPr>
          <a:xfrm>
            <a:off x="6008400" y="1488600"/>
            <a:ext cx="4390920" cy="19404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NEC</a:t>
            </a:r>
            <a:r>
              <a:rPr lang="zh-CN" sz="1050" b="0" u="none" strike="noStrike">
                <a:solidFill>
                  <a:srgbClr val="D1D5DC"/>
                </a:solidFill>
                <a:effectLst/>
                <a:uFillTx/>
                <a:latin typeface="NotoSansJP"/>
                <a:ea typeface="NotoSansJP"/>
              </a:rPr>
              <a:t>ソリューションイノベータ</a:t>
            </a:r>
            <a:r>
              <a:rPr lang="en-US" sz="1050" b="0" u="none" strike="noStrike">
                <a:solidFill>
                  <a:srgbClr val="D1D5DC"/>
                </a:solidFill>
                <a:effectLst/>
                <a:uFillTx/>
                <a:latin typeface="NotoSansJP"/>
                <a:ea typeface="NotoSansJP"/>
              </a:rPr>
              <a:t>. </a:t>
            </a:r>
            <a:r>
              <a:rPr lang="zh-CN" sz="1050" b="0" u="none" strike="noStrike">
                <a:solidFill>
                  <a:srgbClr val="D1D5DC"/>
                </a:solidFill>
                <a:effectLst/>
                <a:uFillTx/>
                <a:latin typeface="NotoSansJP"/>
                <a:ea typeface="NotoSansJP"/>
              </a:rPr>
              <a:t>車両周辺監視ソフトウェアにおける</a:t>
            </a:r>
            <a:r>
              <a:rPr lang="en-US" sz="1050" b="0" u="none" strike="noStrike">
                <a:solidFill>
                  <a:srgbClr val="D1D5DC"/>
                </a:solidFill>
                <a:effectLst/>
                <a:uFillTx/>
                <a:latin typeface="NotoSansJP"/>
                <a:ea typeface="NotoSansJP"/>
              </a:rPr>
              <a:t>AI</a:t>
            </a:r>
            <a:endParaRPr lang="en-US" sz="1050" b="0" u="none" strike="noStrike">
              <a:solidFill>
                <a:srgbClr val="000000"/>
              </a:solidFill>
              <a:effectLst/>
              <a:uFillTx/>
              <a:latin typeface="Times New Roman"/>
            </a:endParaRPr>
          </a:p>
        </p:txBody>
      </p:sp>
      <p:sp>
        <p:nvSpPr>
          <p:cNvPr id="906" name="テキスト ボックス 905"/>
          <p:cNvSpPr txBox="1"/>
          <p:nvPr/>
        </p:nvSpPr>
        <p:spPr>
          <a:xfrm>
            <a:off x="6008400" y="1689480"/>
            <a:ext cx="92916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画像認識技術</a:t>
            </a:r>
            <a:r>
              <a:rPr lang="en-US" sz="1050" b="0" u="none" strike="noStrike">
                <a:solidFill>
                  <a:srgbClr val="D1D5DC"/>
                </a:solidFill>
                <a:effectLst/>
                <a:uFillTx/>
                <a:latin typeface="NotoSansJP"/>
                <a:ea typeface="NotoSansJP"/>
              </a:rPr>
              <a:t>. </a:t>
            </a:r>
            <a:endParaRPr lang="en-US" sz="1050" b="0" u="none" strike="noStrike">
              <a:solidFill>
                <a:srgbClr val="000000"/>
              </a:solidFill>
              <a:effectLst/>
              <a:uFillTx/>
              <a:latin typeface="Times New Roman"/>
            </a:endParaRPr>
          </a:p>
        </p:txBody>
      </p:sp>
      <p:sp>
        <p:nvSpPr>
          <p:cNvPr id="907" name="フリーフォーム: 図形 906"/>
          <p:cNvSpPr/>
          <p:nvPr/>
        </p:nvSpPr>
        <p:spPr>
          <a:xfrm>
            <a:off x="5673960" y="2122560"/>
            <a:ext cx="234360" cy="334440"/>
          </a:xfrm>
          <a:custGeom>
            <a:avLst/>
            <a:gdLst/>
            <a:ahLst/>
            <a:cxnLst/>
            <a:rect l="0" t="0" r="r" b="b"/>
            <a:pathLst>
              <a:path w="651" h="929">
                <a:moveTo>
                  <a:pt x="0" y="604"/>
                </a:moveTo>
                <a:lnTo>
                  <a:pt x="0" y="326"/>
                </a:lnTo>
                <a:cubicBezTo>
                  <a:pt x="0" y="304"/>
                  <a:pt x="2" y="283"/>
                  <a:pt x="6" y="262"/>
                </a:cubicBezTo>
                <a:cubicBezTo>
                  <a:pt x="11" y="241"/>
                  <a:pt x="17" y="221"/>
                  <a:pt x="25" y="201"/>
                </a:cubicBezTo>
                <a:cubicBezTo>
                  <a:pt x="33" y="182"/>
                  <a:pt x="43" y="163"/>
                  <a:pt x="55" y="145"/>
                </a:cubicBezTo>
                <a:cubicBezTo>
                  <a:pt x="67" y="126"/>
                  <a:pt x="80" y="110"/>
                  <a:pt x="95" y="95"/>
                </a:cubicBezTo>
                <a:cubicBezTo>
                  <a:pt x="110" y="80"/>
                  <a:pt x="127" y="66"/>
                  <a:pt x="146" y="54"/>
                </a:cubicBezTo>
                <a:cubicBezTo>
                  <a:pt x="163" y="43"/>
                  <a:pt x="182" y="33"/>
                  <a:pt x="202" y="24"/>
                </a:cubicBezTo>
                <a:cubicBezTo>
                  <a:pt x="221" y="16"/>
                  <a:pt x="242" y="10"/>
                  <a:pt x="263" y="6"/>
                </a:cubicBezTo>
                <a:cubicBezTo>
                  <a:pt x="284" y="2"/>
                  <a:pt x="305" y="0"/>
                  <a:pt x="326" y="0"/>
                </a:cubicBezTo>
                <a:cubicBezTo>
                  <a:pt x="347" y="0"/>
                  <a:pt x="369" y="2"/>
                  <a:pt x="390" y="6"/>
                </a:cubicBezTo>
                <a:cubicBezTo>
                  <a:pt x="410" y="10"/>
                  <a:pt x="431" y="16"/>
                  <a:pt x="451" y="24"/>
                </a:cubicBezTo>
                <a:cubicBezTo>
                  <a:pt x="470" y="33"/>
                  <a:pt x="489" y="43"/>
                  <a:pt x="507" y="54"/>
                </a:cubicBezTo>
                <a:cubicBezTo>
                  <a:pt x="524" y="66"/>
                  <a:pt x="541" y="80"/>
                  <a:pt x="556" y="95"/>
                </a:cubicBezTo>
                <a:cubicBezTo>
                  <a:pt x="571" y="110"/>
                  <a:pt x="585" y="126"/>
                  <a:pt x="596" y="145"/>
                </a:cubicBezTo>
                <a:cubicBezTo>
                  <a:pt x="608" y="163"/>
                  <a:pt x="618" y="182"/>
                  <a:pt x="626" y="201"/>
                </a:cubicBezTo>
                <a:cubicBezTo>
                  <a:pt x="635" y="221"/>
                  <a:pt x="641" y="241"/>
                  <a:pt x="645" y="262"/>
                </a:cubicBezTo>
                <a:cubicBezTo>
                  <a:pt x="649" y="283"/>
                  <a:pt x="651" y="304"/>
                  <a:pt x="651" y="326"/>
                </a:cubicBezTo>
                <a:lnTo>
                  <a:pt x="651" y="604"/>
                </a:lnTo>
                <a:cubicBezTo>
                  <a:pt x="651" y="625"/>
                  <a:pt x="649" y="647"/>
                  <a:pt x="645" y="668"/>
                </a:cubicBezTo>
                <a:cubicBezTo>
                  <a:pt x="641" y="688"/>
                  <a:pt x="635" y="709"/>
                  <a:pt x="626" y="729"/>
                </a:cubicBezTo>
                <a:cubicBezTo>
                  <a:pt x="618" y="748"/>
                  <a:pt x="608" y="767"/>
                  <a:pt x="596" y="785"/>
                </a:cubicBezTo>
                <a:cubicBezTo>
                  <a:pt x="585" y="802"/>
                  <a:pt x="571" y="819"/>
                  <a:pt x="556" y="834"/>
                </a:cubicBezTo>
                <a:cubicBezTo>
                  <a:pt x="541" y="849"/>
                  <a:pt x="524" y="863"/>
                  <a:pt x="507" y="874"/>
                </a:cubicBezTo>
                <a:cubicBezTo>
                  <a:pt x="489" y="886"/>
                  <a:pt x="470" y="896"/>
                  <a:pt x="451" y="904"/>
                </a:cubicBezTo>
                <a:cubicBezTo>
                  <a:pt x="431" y="913"/>
                  <a:pt x="410" y="919"/>
                  <a:pt x="390" y="923"/>
                </a:cubicBezTo>
                <a:cubicBezTo>
                  <a:pt x="369" y="927"/>
                  <a:pt x="347" y="929"/>
                  <a:pt x="326" y="929"/>
                </a:cubicBezTo>
                <a:cubicBezTo>
                  <a:pt x="305" y="929"/>
                  <a:pt x="284" y="927"/>
                  <a:pt x="263" y="923"/>
                </a:cubicBezTo>
                <a:cubicBezTo>
                  <a:pt x="242" y="919"/>
                  <a:pt x="221" y="913"/>
                  <a:pt x="202" y="904"/>
                </a:cubicBezTo>
                <a:cubicBezTo>
                  <a:pt x="182" y="896"/>
                  <a:pt x="163" y="886"/>
                  <a:pt x="146" y="874"/>
                </a:cubicBezTo>
                <a:cubicBezTo>
                  <a:pt x="127" y="863"/>
                  <a:pt x="110" y="849"/>
                  <a:pt x="95" y="834"/>
                </a:cubicBezTo>
                <a:cubicBezTo>
                  <a:pt x="80" y="819"/>
                  <a:pt x="67" y="802"/>
                  <a:pt x="55" y="785"/>
                </a:cubicBezTo>
                <a:cubicBezTo>
                  <a:pt x="43" y="767"/>
                  <a:pt x="33" y="748"/>
                  <a:pt x="25" y="729"/>
                </a:cubicBezTo>
                <a:cubicBezTo>
                  <a:pt x="17" y="709"/>
                  <a:pt x="11" y="688"/>
                  <a:pt x="6" y="668"/>
                </a:cubicBezTo>
                <a:cubicBezTo>
                  <a:pt x="2" y="647"/>
                  <a:pt x="0" y="625"/>
                  <a:pt x="0" y="604"/>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908" name="図 907"/>
          <p:cNvPicPr/>
          <p:nvPr/>
        </p:nvPicPr>
        <p:blipFill>
          <a:blip r:embed="rId7"/>
          <a:stretch/>
        </p:blipFill>
        <p:spPr>
          <a:xfrm>
            <a:off x="5740920" y="2231280"/>
            <a:ext cx="100080" cy="133200"/>
          </a:xfrm>
          <a:prstGeom prst="rect">
            <a:avLst/>
          </a:prstGeom>
          <a:noFill/>
          <a:ln w="0">
            <a:noFill/>
          </a:ln>
        </p:spPr>
      </p:pic>
      <p:sp>
        <p:nvSpPr>
          <p:cNvPr id="909" name="テキスト ボックス 908"/>
          <p:cNvSpPr txBox="1"/>
          <p:nvPr/>
        </p:nvSpPr>
        <p:spPr>
          <a:xfrm>
            <a:off x="6877440" y="1720440"/>
            <a:ext cx="1700640" cy="117720"/>
          </a:xfrm>
          <a:prstGeom prst="rect">
            <a:avLst/>
          </a:prstGeom>
          <a:noFill/>
          <a:ln w="0">
            <a:noFill/>
          </a:ln>
        </p:spPr>
        <p:txBody>
          <a:bodyPr wrap="none" lIns="0" tIns="0" rIns="0" bIns="0" anchor="t">
            <a:spAutoFit/>
          </a:bodyPr>
          <a:lstStyle/>
          <a:p>
            <a:r>
              <a:rPr lang="en-US" sz="790" b="0" u="none" strike="noStrike">
                <a:solidFill>
                  <a:srgbClr val="D1D5DC"/>
                </a:solidFill>
                <a:effectLst/>
                <a:uFillTx/>
                <a:latin typeface="NotoSansJP"/>
                <a:ea typeface="NotoSansJP"/>
              </a:rPr>
              <a:t>www.nec-solutioninnovators.co.jp</a:t>
            </a:r>
            <a:endParaRPr lang="en-US" sz="790" b="0" u="none" strike="noStrike">
              <a:solidFill>
                <a:srgbClr val="000000"/>
              </a:solidFill>
              <a:effectLst/>
              <a:uFillTx/>
              <a:latin typeface="Times New Roman"/>
            </a:endParaRPr>
          </a:p>
        </p:txBody>
      </p:sp>
      <p:sp>
        <p:nvSpPr>
          <p:cNvPr id="910" name="テキスト ボックス 909"/>
          <p:cNvSpPr txBox="1"/>
          <p:nvPr/>
        </p:nvSpPr>
        <p:spPr>
          <a:xfrm>
            <a:off x="6008400" y="2157120"/>
            <a:ext cx="43135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ソニーセミコンダクタソリューションズ</a:t>
            </a:r>
            <a:r>
              <a:rPr lang="en-US" sz="1050" b="0" u="none" strike="noStrike">
                <a:solidFill>
                  <a:srgbClr val="D1D5DC"/>
                </a:solidFill>
                <a:effectLst/>
                <a:uFillTx/>
                <a:latin typeface="NotoSansJP"/>
                <a:ea typeface="NotoSansJP"/>
              </a:rPr>
              <a:t>. </a:t>
            </a:r>
            <a:r>
              <a:rPr lang="zh-CN" sz="1050" b="0" u="none" strike="noStrike">
                <a:solidFill>
                  <a:srgbClr val="D1D5DC"/>
                </a:solidFill>
                <a:effectLst/>
                <a:uFillTx/>
                <a:latin typeface="NotoSansJP"/>
                <a:ea typeface="NotoSansJP"/>
              </a:rPr>
              <a:t>センサーフュージョン技術の</a:t>
            </a:r>
            <a:endParaRPr lang="en-US" sz="1050" b="0" u="none" strike="noStrike">
              <a:solidFill>
                <a:srgbClr val="000000"/>
              </a:solidFill>
              <a:effectLst/>
              <a:uFillTx/>
              <a:latin typeface="Times New Roman"/>
            </a:endParaRPr>
          </a:p>
        </p:txBody>
      </p:sp>
      <p:sp>
        <p:nvSpPr>
          <p:cNvPr id="911" name="テキスト ボックス 910"/>
          <p:cNvSpPr txBox="1"/>
          <p:nvPr/>
        </p:nvSpPr>
        <p:spPr>
          <a:xfrm>
            <a:off x="6008400" y="2358000"/>
            <a:ext cx="66096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最新開発</a:t>
            </a:r>
            <a:r>
              <a:rPr lang="en-US" sz="1050" b="0" u="none" strike="noStrike">
                <a:solidFill>
                  <a:srgbClr val="D1D5DC"/>
                </a:solidFill>
                <a:effectLst/>
                <a:uFillTx/>
                <a:latin typeface="NotoSansJP"/>
                <a:ea typeface="NotoSansJP"/>
              </a:rPr>
              <a:t>. </a:t>
            </a:r>
            <a:endParaRPr lang="en-US" sz="1050" b="0" u="none" strike="noStrike">
              <a:solidFill>
                <a:srgbClr val="000000"/>
              </a:solidFill>
              <a:effectLst/>
              <a:uFillTx/>
              <a:latin typeface="Times New Roman"/>
            </a:endParaRPr>
          </a:p>
        </p:txBody>
      </p:sp>
      <p:sp>
        <p:nvSpPr>
          <p:cNvPr id="912" name="フリーフォーム: 図形 911"/>
          <p:cNvSpPr/>
          <p:nvPr/>
        </p:nvSpPr>
        <p:spPr>
          <a:xfrm>
            <a:off x="5673960" y="2791080"/>
            <a:ext cx="267840" cy="334440"/>
          </a:xfrm>
          <a:custGeom>
            <a:avLst/>
            <a:gdLst/>
            <a:ahLst/>
            <a:cxnLst/>
            <a:rect l="0" t="0" r="r" b="b"/>
            <a:pathLst>
              <a:path w="744" h="929">
                <a:moveTo>
                  <a:pt x="0" y="558"/>
                </a:moveTo>
                <a:lnTo>
                  <a:pt x="0" y="372"/>
                </a:lnTo>
                <a:cubicBezTo>
                  <a:pt x="0" y="348"/>
                  <a:pt x="3" y="324"/>
                  <a:pt x="7" y="300"/>
                </a:cubicBezTo>
                <a:cubicBezTo>
                  <a:pt x="12" y="276"/>
                  <a:pt x="19" y="252"/>
                  <a:pt x="28" y="230"/>
                </a:cubicBezTo>
                <a:cubicBezTo>
                  <a:pt x="38" y="207"/>
                  <a:pt x="49" y="186"/>
                  <a:pt x="63" y="166"/>
                </a:cubicBezTo>
                <a:cubicBezTo>
                  <a:pt x="76" y="145"/>
                  <a:pt x="92" y="126"/>
                  <a:pt x="109" y="108"/>
                </a:cubicBezTo>
                <a:cubicBezTo>
                  <a:pt x="126" y="91"/>
                  <a:pt x="145" y="76"/>
                  <a:pt x="165" y="62"/>
                </a:cubicBezTo>
                <a:cubicBezTo>
                  <a:pt x="186" y="49"/>
                  <a:pt x="208" y="37"/>
                  <a:pt x="230" y="28"/>
                </a:cubicBezTo>
                <a:cubicBezTo>
                  <a:pt x="253" y="19"/>
                  <a:pt x="276" y="12"/>
                  <a:pt x="300" y="7"/>
                </a:cubicBezTo>
                <a:cubicBezTo>
                  <a:pt x="324" y="2"/>
                  <a:pt x="348" y="0"/>
                  <a:pt x="373" y="0"/>
                </a:cubicBezTo>
                <a:cubicBezTo>
                  <a:pt x="397" y="0"/>
                  <a:pt x="421" y="2"/>
                  <a:pt x="445" y="7"/>
                </a:cubicBezTo>
                <a:cubicBezTo>
                  <a:pt x="469" y="12"/>
                  <a:pt x="492" y="19"/>
                  <a:pt x="515" y="28"/>
                </a:cubicBezTo>
                <a:cubicBezTo>
                  <a:pt x="537" y="37"/>
                  <a:pt x="559" y="49"/>
                  <a:pt x="579" y="62"/>
                </a:cubicBezTo>
                <a:cubicBezTo>
                  <a:pt x="599" y="76"/>
                  <a:pt x="618" y="91"/>
                  <a:pt x="635" y="108"/>
                </a:cubicBezTo>
                <a:cubicBezTo>
                  <a:pt x="652" y="126"/>
                  <a:pt x="668" y="145"/>
                  <a:pt x="681" y="166"/>
                </a:cubicBezTo>
                <a:cubicBezTo>
                  <a:pt x="695" y="186"/>
                  <a:pt x="706" y="207"/>
                  <a:pt x="716" y="230"/>
                </a:cubicBezTo>
                <a:cubicBezTo>
                  <a:pt x="725" y="252"/>
                  <a:pt x="732" y="276"/>
                  <a:pt x="737" y="300"/>
                </a:cubicBezTo>
                <a:cubicBezTo>
                  <a:pt x="742" y="324"/>
                  <a:pt x="744" y="348"/>
                  <a:pt x="744" y="372"/>
                </a:cubicBezTo>
                <a:lnTo>
                  <a:pt x="744" y="558"/>
                </a:lnTo>
                <a:cubicBezTo>
                  <a:pt x="744" y="582"/>
                  <a:pt x="742" y="606"/>
                  <a:pt x="737" y="630"/>
                </a:cubicBezTo>
                <a:cubicBezTo>
                  <a:pt x="732" y="654"/>
                  <a:pt x="725" y="677"/>
                  <a:pt x="716" y="700"/>
                </a:cubicBezTo>
                <a:cubicBezTo>
                  <a:pt x="706" y="722"/>
                  <a:pt x="695" y="744"/>
                  <a:pt x="681" y="764"/>
                </a:cubicBezTo>
                <a:cubicBezTo>
                  <a:pt x="668" y="784"/>
                  <a:pt x="652" y="803"/>
                  <a:pt x="635" y="820"/>
                </a:cubicBezTo>
                <a:cubicBezTo>
                  <a:pt x="618" y="838"/>
                  <a:pt x="599" y="853"/>
                  <a:pt x="579" y="867"/>
                </a:cubicBezTo>
                <a:cubicBezTo>
                  <a:pt x="559" y="880"/>
                  <a:pt x="537" y="892"/>
                  <a:pt x="515" y="901"/>
                </a:cubicBezTo>
                <a:cubicBezTo>
                  <a:pt x="492" y="910"/>
                  <a:pt x="469" y="917"/>
                  <a:pt x="445" y="922"/>
                </a:cubicBezTo>
                <a:cubicBezTo>
                  <a:pt x="421" y="927"/>
                  <a:pt x="397" y="929"/>
                  <a:pt x="373" y="929"/>
                </a:cubicBezTo>
                <a:cubicBezTo>
                  <a:pt x="348" y="929"/>
                  <a:pt x="324" y="927"/>
                  <a:pt x="300" y="922"/>
                </a:cubicBezTo>
                <a:cubicBezTo>
                  <a:pt x="276" y="917"/>
                  <a:pt x="253" y="910"/>
                  <a:pt x="230" y="901"/>
                </a:cubicBezTo>
                <a:cubicBezTo>
                  <a:pt x="208" y="892"/>
                  <a:pt x="186" y="880"/>
                  <a:pt x="165" y="867"/>
                </a:cubicBezTo>
                <a:cubicBezTo>
                  <a:pt x="145" y="853"/>
                  <a:pt x="126" y="838"/>
                  <a:pt x="109" y="820"/>
                </a:cubicBezTo>
                <a:cubicBezTo>
                  <a:pt x="92" y="803"/>
                  <a:pt x="76" y="784"/>
                  <a:pt x="63" y="764"/>
                </a:cubicBezTo>
                <a:cubicBezTo>
                  <a:pt x="49" y="744"/>
                  <a:pt x="38" y="722"/>
                  <a:pt x="28" y="700"/>
                </a:cubicBezTo>
                <a:cubicBezTo>
                  <a:pt x="19" y="677"/>
                  <a:pt x="12" y="654"/>
                  <a:pt x="7" y="630"/>
                </a:cubicBezTo>
                <a:cubicBezTo>
                  <a:pt x="3" y="606"/>
                  <a:pt x="0" y="582"/>
                  <a:pt x="0" y="558"/>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913" name="図 912"/>
          <p:cNvPicPr/>
          <p:nvPr/>
        </p:nvPicPr>
        <p:blipFill>
          <a:blip r:embed="rId8"/>
          <a:stretch/>
        </p:blipFill>
        <p:spPr>
          <a:xfrm>
            <a:off x="5740920" y="2899800"/>
            <a:ext cx="133200" cy="133200"/>
          </a:xfrm>
          <a:prstGeom prst="rect">
            <a:avLst/>
          </a:prstGeom>
          <a:noFill/>
          <a:ln w="0">
            <a:noFill/>
          </a:ln>
        </p:spPr>
      </p:pic>
      <p:sp>
        <p:nvSpPr>
          <p:cNvPr id="914" name="テキスト ボックス 913"/>
          <p:cNvSpPr txBox="1"/>
          <p:nvPr/>
        </p:nvSpPr>
        <p:spPr>
          <a:xfrm>
            <a:off x="6610320" y="2388960"/>
            <a:ext cx="1220760" cy="117720"/>
          </a:xfrm>
          <a:prstGeom prst="rect">
            <a:avLst/>
          </a:prstGeom>
          <a:noFill/>
          <a:ln w="0">
            <a:noFill/>
          </a:ln>
        </p:spPr>
        <p:txBody>
          <a:bodyPr wrap="none" lIns="0" tIns="0" rIns="0" bIns="0" anchor="t">
            <a:spAutoFit/>
          </a:bodyPr>
          <a:lstStyle/>
          <a:p>
            <a:r>
              <a:rPr lang="en-US" sz="790" b="0" u="none" strike="noStrike">
                <a:solidFill>
                  <a:srgbClr val="D1D5DC"/>
                </a:solidFill>
                <a:effectLst/>
                <a:uFillTx/>
                <a:latin typeface="NotoSansJP"/>
                <a:ea typeface="NotoSansJP"/>
              </a:rPr>
              <a:t>www.sony-semicon.com</a:t>
            </a:r>
            <a:endParaRPr lang="en-US" sz="790" b="0" u="none" strike="noStrike">
              <a:solidFill>
                <a:srgbClr val="000000"/>
              </a:solidFill>
              <a:effectLst/>
              <a:uFillTx/>
              <a:latin typeface="Times New Roman"/>
            </a:endParaRPr>
          </a:p>
        </p:txBody>
      </p:sp>
      <p:sp>
        <p:nvSpPr>
          <p:cNvPr id="915" name="テキスト ボックス 914"/>
          <p:cNvSpPr txBox="1"/>
          <p:nvPr/>
        </p:nvSpPr>
        <p:spPr>
          <a:xfrm>
            <a:off x="6041880" y="2826000"/>
            <a:ext cx="4343760" cy="19404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Ford Motor Company. </a:t>
            </a:r>
            <a:r>
              <a:rPr lang="zh-CN" sz="1050" b="0" u="none" strike="noStrike">
                <a:solidFill>
                  <a:srgbClr val="D1D5DC"/>
                </a:solidFill>
                <a:effectLst/>
                <a:uFillTx/>
                <a:latin typeface="NotoSansJP"/>
                <a:ea typeface="NotoSansJP"/>
              </a:rPr>
              <a:t>コネクテッドカーデータを活用した予知保全の</a:t>
            </a:r>
            <a:endParaRPr lang="en-US" sz="1050" b="0" u="none" strike="noStrike">
              <a:solidFill>
                <a:srgbClr val="000000"/>
              </a:solidFill>
              <a:effectLst/>
              <a:uFillTx/>
              <a:latin typeface="Times New Roman"/>
            </a:endParaRPr>
          </a:p>
        </p:txBody>
      </p:sp>
      <p:sp>
        <p:nvSpPr>
          <p:cNvPr id="916" name="テキスト ボックス 915"/>
          <p:cNvSpPr txBox="1"/>
          <p:nvPr/>
        </p:nvSpPr>
        <p:spPr>
          <a:xfrm>
            <a:off x="6041880" y="3026520"/>
            <a:ext cx="88632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実証実験報告</a:t>
            </a:r>
            <a:r>
              <a:rPr lang="en-US" sz="1050" b="0" u="none" strike="noStrike">
                <a:solidFill>
                  <a:srgbClr val="D1D5DC"/>
                </a:solidFill>
                <a:effectLst/>
                <a:uFillTx/>
                <a:latin typeface="NotoSansJP"/>
                <a:ea typeface="NotoSansJP"/>
              </a:rPr>
              <a:t>.</a:t>
            </a:r>
            <a:endParaRPr lang="en-US" sz="1050" b="0" u="none" strike="noStrike">
              <a:solidFill>
                <a:srgbClr val="000000"/>
              </a:solidFill>
              <a:effectLst/>
              <a:uFillTx/>
              <a:latin typeface="Times New Roman"/>
            </a:endParaRPr>
          </a:p>
        </p:txBody>
      </p:sp>
      <p:sp>
        <p:nvSpPr>
          <p:cNvPr id="917" name="フリーフォーム: 図形 916"/>
          <p:cNvSpPr/>
          <p:nvPr/>
        </p:nvSpPr>
        <p:spPr>
          <a:xfrm>
            <a:off x="5673960" y="3977640"/>
            <a:ext cx="267840" cy="334440"/>
          </a:xfrm>
          <a:custGeom>
            <a:avLst/>
            <a:gdLst/>
            <a:ahLst/>
            <a:cxnLst/>
            <a:rect l="0" t="0" r="r" b="b"/>
            <a:pathLst>
              <a:path w="744" h="929">
                <a:moveTo>
                  <a:pt x="0" y="558"/>
                </a:moveTo>
                <a:lnTo>
                  <a:pt x="0" y="371"/>
                </a:lnTo>
                <a:cubicBezTo>
                  <a:pt x="0" y="347"/>
                  <a:pt x="3" y="323"/>
                  <a:pt x="7" y="299"/>
                </a:cubicBezTo>
                <a:cubicBezTo>
                  <a:pt x="12" y="275"/>
                  <a:pt x="19" y="252"/>
                  <a:pt x="28" y="229"/>
                </a:cubicBezTo>
                <a:cubicBezTo>
                  <a:pt x="38" y="207"/>
                  <a:pt x="49" y="185"/>
                  <a:pt x="63" y="165"/>
                </a:cubicBezTo>
                <a:cubicBezTo>
                  <a:pt x="76" y="145"/>
                  <a:pt x="92" y="126"/>
                  <a:pt x="109" y="109"/>
                </a:cubicBezTo>
                <a:cubicBezTo>
                  <a:pt x="126" y="91"/>
                  <a:pt x="145" y="76"/>
                  <a:pt x="165" y="63"/>
                </a:cubicBezTo>
                <a:cubicBezTo>
                  <a:pt x="186" y="49"/>
                  <a:pt x="208" y="38"/>
                  <a:pt x="230" y="28"/>
                </a:cubicBezTo>
                <a:cubicBezTo>
                  <a:pt x="253" y="19"/>
                  <a:pt x="276" y="12"/>
                  <a:pt x="300" y="7"/>
                </a:cubicBezTo>
                <a:cubicBezTo>
                  <a:pt x="324" y="2"/>
                  <a:pt x="348" y="0"/>
                  <a:pt x="373" y="0"/>
                </a:cubicBezTo>
                <a:cubicBezTo>
                  <a:pt x="397" y="0"/>
                  <a:pt x="421" y="2"/>
                  <a:pt x="445" y="7"/>
                </a:cubicBezTo>
                <a:cubicBezTo>
                  <a:pt x="469" y="12"/>
                  <a:pt x="492" y="19"/>
                  <a:pt x="515" y="28"/>
                </a:cubicBezTo>
                <a:cubicBezTo>
                  <a:pt x="537" y="38"/>
                  <a:pt x="559" y="49"/>
                  <a:pt x="579" y="63"/>
                </a:cubicBezTo>
                <a:cubicBezTo>
                  <a:pt x="599" y="76"/>
                  <a:pt x="618" y="91"/>
                  <a:pt x="635" y="109"/>
                </a:cubicBezTo>
                <a:cubicBezTo>
                  <a:pt x="652" y="126"/>
                  <a:pt x="668" y="145"/>
                  <a:pt x="681" y="165"/>
                </a:cubicBezTo>
                <a:cubicBezTo>
                  <a:pt x="695" y="185"/>
                  <a:pt x="706" y="207"/>
                  <a:pt x="716" y="229"/>
                </a:cubicBezTo>
                <a:cubicBezTo>
                  <a:pt x="725" y="252"/>
                  <a:pt x="732" y="275"/>
                  <a:pt x="737" y="299"/>
                </a:cubicBezTo>
                <a:cubicBezTo>
                  <a:pt x="742" y="323"/>
                  <a:pt x="744" y="347"/>
                  <a:pt x="744" y="371"/>
                </a:cubicBezTo>
                <a:lnTo>
                  <a:pt x="744" y="558"/>
                </a:lnTo>
                <a:cubicBezTo>
                  <a:pt x="744" y="582"/>
                  <a:pt x="742" y="607"/>
                  <a:pt x="737" y="630"/>
                </a:cubicBezTo>
                <a:cubicBezTo>
                  <a:pt x="732" y="654"/>
                  <a:pt x="725" y="678"/>
                  <a:pt x="716" y="700"/>
                </a:cubicBezTo>
                <a:cubicBezTo>
                  <a:pt x="706" y="723"/>
                  <a:pt x="695" y="744"/>
                  <a:pt x="681" y="764"/>
                </a:cubicBezTo>
                <a:cubicBezTo>
                  <a:pt x="668" y="785"/>
                  <a:pt x="652" y="803"/>
                  <a:pt x="635" y="821"/>
                </a:cubicBezTo>
                <a:cubicBezTo>
                  <a:pt x="618" y="838"/>
                  <a:pt x="599" y="853"/>
                  <a:pt x="579" y="867"/>
                </a:cubicBezTo>
                <a:cubicBezTo>
                  <a:pt x="559" y="880"/>
                  <a:pt x="537" y="892"/>
                  <a:pt x="515" y="901"/>
                </a:cubicBezTo>
                <a:cubicBezTo>
                  <a:pt x="492" y="910"/>
                  <a:pt x="469" y="918"/>
                  <a:pt x="445" y="922"/>
                </a:cubicBezTo>
                <a:cubicBezTo>
                  <a:pt x="421" y="927"/>
                  <a:pt x="397" y="929"/>
                  <a:pt x="373" y="929"/>
                </a:cubicBezTo>
                <a:cubicBezTo>
                  <a:pt x="348" y="929"/>
                  <a:pt x="324" y="927"/>
                  <a:pt x="300" y="922"/>
                </a:cubicBezTo>
                <a:cubicBezTo>
                  <a:pt x="276" y="918"/>
                  <a:pt x="253" y="910"/>
                  <a:pt x="230" y="901"/>
                </a:cubicBezTo>
                <a:cubicBezTo>
                  <a:pt x="208" y="892"/>
                  <a:pt x="186" y="880"/>
                  <a:pt x="165" y="867"/>
                </a:cubicBezTo>
                <a:cubicBezTo>
                  <a:pt x="145" y="853"/>
                  <a:pt x="126" y="838"/>
                  <a:pt x="109" y="821"/>
                </a:cubicBezTo>
                <a:cubicBezTo>
                  <a:pt x="92" y="803"/>
                  <a:pt x="76" y="785"/>
                  <a:pt x="63" y="764"/>
                </a:cubicBezTo>
                <a:cubicBezTo>
                  <a:pt x="49" y="744"/>
                  <a:pt x="38" y="723"/>
                  <a:pt x="28" y="700"/>
                </a:cubicBezTo>
                <a:cubicBezTo>
                  <a:pt x="19" y="678"/>
                  <a:pt x="12" y="654"/>
                  <a:pt x="7" y="630"/>
                </a:cubicBezTo>
                <a:cubicBezTo>
                  <a:pt x="3" y="607"/>
                  <a:pt x="0" y="582"/>
                  <a:pt x="0" y="558"/>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918" name="図 917"/>
          <p:cNvPicPr/>
          <p:nvPr/>
        </p:nvPicPr>
        <p:blipFill>
          <a:blip r:embed="rId9"/>
          <a:stretch/>
        </p:blipFill>
        <p:spPr>
          <a:xfrm>
            <a:off x="5740920" y="4086360"/>
            <a:ext cx="133200" cy="133200"/>
          </a:xfrm>
          <a:prstGeom prst="rect">
            <a:avLst/>
          </a:prstGeom>
          <a:noFill/>
          <a:ln w="0">
            <a:noFill/>
          </a:ln>
        </p:spPr>
      </p:pic>
      <p:sp>
        <p:nvSpPr>
          <p:cNvPr id="919" name="テキスト ボックス 918"/>
          <p:cNvSpPr txBox="1"/>
          <p:nvPr/>
        </p:nvSpPr>
        <p:spPr>
          <a:xfrm>
            <a:off x="5515560" y="3488400"/>
            <a:ext cx="1341720" cy="244080"/>
          </a:xfrm>
          <a:prstGeom prst="rect">
            <a:avLst/>
          </a:prstGeom>
          <a:noFill/>
          <a:ln w="0">
            <a:noFill/>
          </a:ln>
        </p:spPr>
        <p:txBody>
          <a:bodyPr wrap="none" lIns="0" tIns="0" rIns="0" bIns="0" anchor="t">
            <a:spAutoFit/>
          </a:bodyPr>
          <a:lstStyle/>
          <a:p>
            <a:r>
              <a:rPr lang="zh-CN" sz="1320" b="0" u="none" strike="noStrike">
                <a:solidFill>
                  <a:srgbClr val="C0C0C0"/>
                </a:solidFill>
                <a:effectLst/>
                <a:uFillTx/>
                <a:latin typeface="NotoSansJP"/>
                <a:ea typeface="NotoSansJP"/>
              </a:rPr>
              <a:t>その他の参考資料</a:t>
            </a:r>
            <a:endParaRPr lang="en-US" sz="1320" b="0" u="none" strike="noStrike">
              <a:solidFill>
                <a:srgbClr val="000000"/>
              </a:solidFill>
              <a:effectLst/>
              <a:uFillTx/>
              <a:latin typeface="Times New Roman"/>
            </a:endParaRPr>
          </a:p>
        </p:txBody>
      </p:sp>
      <p:sp>
        <p:nvSpPr>
          <p:cNvPr id="920" name="テキスト ボックス 919"/>
          <p:cNvSpPr txBox="1"/>
          <p:nvPr/>
        </p:nvSpPr>
        <p:spPr>
          <a:xfrm>
            <a:off x="6041880" y="4012560"/>
            <a:ext cx="3920760" cy="19404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MIT Technology Review. </a:t>
            </a:r>
            <a:r>
              <a:rPr lang="zh-CN" sz="1050" b="0" u="none" strike="noStrike">
                <a:solidFill>
                  <a:srgbClr val="D1D5DC"/>
                </a:solidFill>
                <a:effectLst/>
                <a:uFillTx/>
                <a:latin typeface="NotoSansJP"/>
                <a:ea typeface="NotoSansJP"/>
              </a:rPr>
              <a:t>強化学習が自動運転にもたらす変革</a:t>
            </a:r>
            <a:r>
              <a:rPr lang="en-US" sz="1050" b="0" u="none" strike="noStrike">
                <a:solidFill>
                  <a:srgbClr val="D1D5DC"/>
                </a:solidFill>
                <a:effectLst/>
                <a:uFillTx/>
                <a:latin typeface="NotoSansJP"/>
                <a:ea typeface="NotoSansJP"/>
              </a:rPr>
              <a:t>.</a:t>
            </a:r>
            <a:endParaRPr lang="en-US" sz="1050" b="0" u="none" strike="noStrike">
              <a:solidFill>
                <a:srgbClr val="000000"/>
              </a:solidFill>
              <a:effectLst/>
              <a:uFillTx/>
              <a:latin typeface="Times New Roman"/>
            </a:endParaRPr>
          </a:p>
        </p:txBody>
      </p:sp>
      <p:sp>
        <p:nvSpPr>
          <p:cNvPr id="921" name="フリーフォーム: 図形 920"/>
          <p:cNvSpPr/>
          <p:nvPr/>
        </p:nvSpPr>
        <p:spPr>
          <a:xfrm>
            <a:off x="5673960" y="4646160"/>
            <a:ext cx="234360" cy="334440"/>
          </a:xfrm>
          <a:custGeom>
            <a:avLst/>
            <a:gdLst/>
            <a:ahLst/>
            <a:cxnLst/>
            <a:rect l="0" t="0" r="r" b="b"/>
            <a:pathLst>
              <a:path w="651" h="929">
                <a:moveTo>
                  <a:pt x="0" y="604"/>
                </a:moveTo>
                <a:lnTo>
                  <a:pt x="0" y="325"/>
                </a:lnTo>
                <a:cubicBezTo>
                  <a:pt x="0" y="304"/>
                  <a:pt x="2" y="282"/>
                  <a:pt x="6" y="262"/>
                </a:cubicBezTo>
                <a:cubicBezTo>
                  <a:pt x="11" y="241"/>
                  <a:pt x="17" y="220"/>
                  <a:pt x="25" y="201"/>
                </a:cubicBezTo>
                <a:cubicBezTo>
                  <a:pt x="33" y="181"/>
                  <a:pt x="43" y="162"/>
                  <a:pt x="55" y="144"/>
                </a:cubicBezTo>
                <a:cubicBezTo>
                  <a:pt x="67" y="127"/>
                  <a:pt x="80" y="110"/>
                  <a:pt x="95" y="95"/>
                </a:cubicBezTo>
                <a:cubicBezTo>
                  <a:pt x="110" y="80"/>
                  <a:pt x="127" y="67"/>
                  <a:pt x="146" y="55"/>
                </a:cubicBezTo>
                <a:cubicBezTo>
                  <a:pt x="163" y="43"/>
                  <a:pt x="182" y="33"/>
                  <a:pt x="202" y="25"/>
                </a:cubicBezTo>
                <a:cubicBezTo>
                  <a:pt x="221" y="17"/>
                  <a:pt x="242" y="10"/>
                  <a:pt x="263" y="6"/>
                </a:cubicBezTo>
                <a:cubicBezTo>
                  <a:pt x="284" y="2"/>
                  <a:pt x="305" y="0"/>
                  <a:pt x="326" y="0"/>
                </a:cubicBezTo>
                <a:cubicBezTo>
                  <a:pt x="347" y="0"/>
                  <a:pt x="369" y="2"/>
                  <a:pt x="390" y="6"/>
                </a:cubicBezTo>
                <a:cubicBezTo>
                  <a:pt x="410" y="10"/>
                  <a:pt x="431" y="17"/>
                  <a:pt x="451" y="25"/>
                </a:cubicBezTo>
                <a:cubicBezTo>
                  <a:pt x="470" y="33"/>
                  <a:pt x="489" y="43"/>
                  <a:pt x="507" y="55"/>
                </a:cubicBezTo>
                <a:cubicBezTo>
                  <a:pt x="524" y="67"/>
                  <a:pt x="541" y="80"/>
                  <a:pt x="556" y="95"/>
                </a:cubicBezTo>
                <a:cubicBezTo>
                  <a:pt x="571" y="110"/>
                  <a:pt x="585" y="127"/>
                  <a:pt x="596" y="144"/>
                </a:cubicBezTo>
                <a:cubicBezTo>
                  <a:pt x="608" y="162"/>
                  <a:pt x="618" y="181"/>
                  <a:pt x="626" y="201"/>
                </a:cubicBezTo>
                <a:cubicBezTo>
                  <a:pt x="635" y="220"/>
                  <a:pt x="641" y="241"/>
                  <a:pt x="645" y="262"/>
                </a:cubicBezTo>
                <a:cubicBezTo>
                  <a:pt x="649" y="282"/>
                  <a:pt x="651" y="304"/>
                  <a:pt x="651" y="325"/>
                </a:cubicBezTo>
                <a:lnTo>
                  <a:pt x="651" y="604"/>
                </a:lnTo>
                <a:cubicBezTo>
                  <a:pt x="651" y="626"/>
                  <a:pt x="649" y="647"/>
                  <a:pt x="645" y="668"/>
                </a:cubicBezTo>
                <a:cubicBezTo>
                  <a:pt x="641" y="689"/>
                  <a:pt x="635" y="709"/>
                  <a:pt x="626" y="729"/>
                </a:cubicBezTo>
                <a:cubicBezTo>
                  <a:pt x="618" y="749"/>
                  <a:pt x="608" y="767"/>
                  <a:pt x="596" y="785"/>
                </a:cubicBezTo>
                <a:cubicBezTo>
                  <a:pt x="585" y="803"/>
                  <a:pt x="571" y="819"/>
                  <a:pt x="556" y="834"/>
                </a:cubicBezTo>
                <a:cubicBezTo>
                  <a:pt x="541" y="849"/>
                  <a:pt x="524" y="863"/>
                  <a:pt x="507" y="875"/>
                </a:cubicBezTo>
                <a:cubicBezTo>
                  <a:pt x="489" y="887"/>
                  <a:pt x="470" y="897"/>
                  <a:pt x="451" y="905"/>
                </a:cubicBezTo>
                <a:cubicBezTo>
                  <a:pt x="431" y="913"/>
                  <a:pt x="410" y="919"/>
                  <a:pt x="390" y="923"/>
                </a:cubicBezTo>
                <a:cubicBezTo>
                  <a:pt x="369" y="927"/>
                  <a:pt x="347" y="929"/>
                  <a:pt x="326" y="929"/>
                </a:cubicBezTo>
                <a:cubicBezTo>
                  <a:pt x="305" y="929"/>
                  <a:pt x="284" y="927"/>
                  <a:pt x="263" y="923"/>
                </a:cubicBezTo>
                <a:cubicBezTo>
                  <a:pt x="242" y="919"/>
                  <a:pt x="221" y="913"/>
                  <a:pt x="202" y="905"/>
                </a:cubicBezTo>
                <a:cubicBezTo>
                  <a:pt x="182" y="897"/>
                  <a:pt x="163" y="887"/>
                  <a:pt x="146" y="875"/>
                </a:cubicBezTo>
                <a:cubicBezTo>
                  <a:pt x="127" y="863"/>
                  <a:pt x="110" y="849"/>
                  <a:pt x="95" y="834"/>
                </a:cubicBezTo>
                <a:cubicBezTo>
                  <a:pt x="80" y="819"/>
                  <a:pt x="67" y="803"/>
                  <a:pt x="55" y="785"/>
                </a:cubicBezTo>
                <a:cubicBezTo>
                  <a:pt x="43" y="767"/>
                  <a:pt x="33" y="749"/>
                  <a:pt x="25" y="729"/>
                </a:cubicBezTo>
                <a:cubicBezTo>
                  <a:pt x="17" y="709"/>
                  <a:pt x="11" y="689"/>
                  <a:pt x="6" y="668"/>
                </a:cubicBezTo>
                <a:cubicBezTo>
                  <a:pt x="2" y="647"/>
                  <a:pt x="0" y="626"/>
                  <a:pt x="0" y="604"/>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922" name="図 921"/>
          <p:cNvPicPr/>
          <p:nvPr/>
        </p:nvPicPr>
        <p:blipFill>
          <a:blip r:embed="rId10"/>
          <a:stretch/>
        </p:blipFill>
        <p:spPr>
          <a:xfrm>
            <a:off x="5740920" y="4754880"/>
            <a:ext cx="100080" cy="133200"/>
          </a:xfrm>
          <a:prstGeom prst="rect">
            <a:avLst/>
          </a:prstGeom>
          <a:noFill/>
          <a:ln w="0">
            <a:noFill/>
          </a:ln>
        </p:spPr>
      </p:pic>
      <p:sp>
        <p:nvSpPr>
          <p:cNvPr id="923" name="テキスト ボックス 922"/>
          <p:cNvSpPr txBox="1"/>
          <p:nvPr/>
        </p:nvSpPr>
        <p:spPr>
          <a:xfrm>
            <a:off x="6041880" y="4244040"/>
            <a:ext cx="1293120" cy="117720"/>
          </a:xfrm>
          <a:prstGeom prst="rect">
            <a:avLst/>
          </a:prstGeom>
          <a:noFill/>
          <a:ln w="0">
            <a:noFill/>
          </a:ln>
        </p:spPr>
        <p:txBody>
          <a:bodyPr wrap="none" lIns="0" tIns="0" rIns="0" bIns="0" anchor="t">
            <a:spAutoFit/>
          </a:bodyPr>
          <a:lstStyle/>
          <a:p>
            <a:r>
              <a:rPr lang="en-US" sz="790" b="0" u="none" strike="noStrike">
                <a:solidFill>
                  <a:srgbClr val="D1D5DC"/>
                </a:solidFill>
                <a:effectLst/>
                <a:uFillTx/>
                <a:latin typeface="NotoSansJP"/>
                <a:ea typeface="NotoSansJP"/>
              </a:rPr>
              <a:t>www.technologyreview.jp</a:t>
            </a:r>
            <a:endParaRPr lang="en-US" sz="790" b="0" u="none" strike="noStrike">
              <a:solidFill>
                <a:srgbClr val="000000"/>
              </a:solidFill>
              <a:effectLst/>
              <a:uFillTx/>
              <a:latin typeface="Times New Roman"/>
            </a:endParaRPr>
          </a:p>
        </p:txBody>
      </p:sp>
      <p:sp>
        <p:nvSpPr>
          <p:cNvPr id="924" name="テキスト ボックス 923"/>
          <p:cNvSpPr txBox="1"/>
          <p:nvPr/>
        </p:nvSpPr>
        <p:spPr>
          <a:xfrm>
            <a:off x="6008400" y="4681080"/>
            <a:ext cx="432576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国連 自動車基準調和世界フォーラム </a:t>
            </a:r>
            <a:r>
              <a:rPr lang="en-US" sz="1050" b="0" u="none" strike="noStrike">
                <a:solidFill>
                  <a:srgbClr val="D1D5DC"/>
                </a:solidFill>
                <a:effectLst/>
                <a:uFillTx/>
                <a:latin typeface="NotoSansJP"/>
                <a:ea typeface="NotoSansJP"/>
              </a:rPr>
              <a:t>(WP29). </a:t>
            </a:r>
            <a:r>
              <a:rPr lang="zh-CN" sz="1050" b="0" u="none" strike="noStrike">
                <a:solidFill>
                  <a:srgbClr val="D1D5DC"/>
                </a:solidFill>
                <a:effectLst/>
                <a:uFillTx/>
                <a:latin typeface="NotoSansJP"/>
                <a:ea typeface="NotoSansJP"/>
              </a:rPr>
              <a:t>自動運転車の安全基準に</a:t>
            </a:r>
            <a:endParaRPr lang="en-US" sz="1050" b="0" u="none" strike="noStrike">
              <a:solidFill>
                <a:srgbClr val="000000"/>
              </a:solidFill>
              <a:effectLst/>
              <a:uFillTx/>
              <a:latin typeface="Times New Roman"/>
            </a:endParaRPr>
          </a:p>
        </p:txBody>
      </p:sp>
      <p:sp>
        <p:nvSpPr>
          <p:cNvPr id="925" name="フリーフォーム: 図形 924"/>
          <p:cNvSpPr/>
          <p:nvPr/>
        </p:nvSpPr>
        <p:spPr>
          <a:xfrm>
            <a:off x="5673960" y="5314680"/>
            <a:ext cx="267840" cy="334800"/>
          </a:xfrm>
          <a:custGeom>
            <a:avLst/>
            <a:gdLst/>
            <a:ahLst/>
            <a:cxnLst/>
            <a:rect l="0" t="0" r="r" b="b"/>
            <a:pathLst>
              <a:path w="744" h="930">
                <a:moveTo>
                  <a:pt x="0" y="558"/>
                </a:moveTo>
                <a:lnTo>
                  <a:pt x="0" y="371"/>
                </a:lnTo>
                <a:cubicBezTo>
                  <a:pt x="0" y="347"/>
                  <a:pt x="3" y="323"/>
                  <a:pt x="7" y="299"/>
                </a:cubicBezTo>
                <a:cubicBezTo>
                  <a:pt x="12" y="275"/>
                  <a:pt x="19" y="252"/>
                  <a:pt x="28" y="229"/>
                </a:cubicBezTo>
                <a:cubicBezTo>
                  <a:pt x="38" y="207"/>
                  <a:pt x="49" y="185"/>
                  <a:pt x="63" y="165"/>
                </a:cubicBezTo>
                <a:cubicBezTo>
                  <a:pt x="76" y="145"/>
                  <a:pt x="92" y="126"/>
                  <a:pt x="109" y="109"/>
                </a:cubicBezTo>
                <a:cubicBezTo>
                  <a:pt x="126" y="92"/>
                  <a:pt x="145" y="76"/>
                  <a:pt x="165" y="63"/>
                </a:cubicBezTo>
                <a:cubicBezTo>
                  <a:pt x="186" y="49"/>
                  <a:pt x="208" y="38"/>
                  <a:pt x="230" y="28"/>
                </a:cubicBezTo>
                <a:cubicBezTo>
                  <a:pt x="253" y="19"/>
                  <a:pt x="276" y="12"/>
                  <a:pt x="300" y="7"/>
                </a:cubicBezTo>
                <a:cubicBezTo>
                  <a:pt x="324" y="2"/>
                  <a:pt x="348" y="0"/>
                  <a:pt x="373" y="0"/>
                </a:cubicBezTo>
                <a:cubicBezTo>
                  <a:pt x="397" y="0"/>
                  <a:pt x="421" y="2"/>
                  <a:pt x="445" y="7"/>
                </a:cubicBezTo>
                <a:cubicBezTo>
                  <a:pt x="469" y="12"/>
                  <a:pt x="492" y="19"/>
                  <a:pt x="515" y="28"/>
                </a:cubicBezTo>
                <a:cubicBezTo>
                  <a:pt x="537" y="38"/>
                  <a:pt x="559" y="49"/>
                  <a:pt x="579" y="63"/>
                </a:cubicBezTo>
                <a:cubicBezTo>
                  <a:pt x="599" y="76"/>
                  <a:pt x="618" y="92"/>
                  <a:pt x="635" y="109"/>
                </a:cubicBezTo>
                <a:cubicBezTo>
                  <a:pt x="652" y="126"/>
                  <a:pt x="668" y="145"/>
                  <a:pt x="681" y="165"/>
                </a:cubicBezTo>
                <a:cubicBezTo>
                  <a:pt x="695" y="185"/>
                  <a:pt x="706" y="207"/>
                  <a:pt x="716" y="229"/>
                </a:cubicBezTo>
                <a:cubicBezTo>
                  <a:pt x="725" y="252"/>
                  <a:pt x="732" y="275"/>
                  <a:pt x="737" y="299"/>
                </a:cubicBezTo>
                <a:cubicBezTo>
                  <a:pt x="742" y="323"/>
                  <a:pt x="744" y="347"/>
                  <a:pt x="744" y="371"/>
                </a:cubicBezTo>
                <a:lnTo>
                  <a:pt x="744" y="558"/>
                </a:lnTo>
                <a:cubicBezTo>
                  <a:pt x="744" y="583"/>
                  <a:pt x="742" y="607"/>
                  <a:pt x="737" y="631"/>
                </a:cubicBezTo>
                <a:cubicBezTo>
                  <a:pt x="732" y="654"/>
                  <a:pt x="725" y="678"/>
                  <a:pt x="716" y="700"/>
                </a:cubicBezTo>
                <a:cubicBezTo>
                  <a:pt x="706" y="723"/>
                  <a:pt x="695" y="744"/>
                  <a:pt x="681" y="764"/>
                </a:cubicBezTo>
                <a:cubicBezTo>
                  <a:pt x="668" y="785"/>
                  <a:pt x="652" y="803"/>
                  <a:pt x="635" y="821"/>
                </a:cubicBezTo>
                <a:cubicBezTo>
                  <a:pt x="618" y="838"/>
                  <a:pt x="599" y="853"/>
                  <a:pt x="579" y="867"/>
                </a:cubicBezTo>
                <a:cubicBezTo>
                  <a:pt x="559" y="880"/>
                  <a:pt x="537" y="892"/>
                  <a:pt x="515" y="901"/>
                </a:cubicBezTo>
                <a:cubicBezTo>
                  <a:pt x="492" y="911"/>
                  <a:pt x="469" y="918"/>
                  <a:pt x="445" y="922"/>
                </a:cubicBezTo>
                <a:cubicBezTo>
                  <a:pt x="421" y="927"/>
                  <a:pt x="397" y="930"/>
                  <a:pt x="373" y="930"/>
                </a:cubicBezTo>
                <a:cubicBezTo>
                  <a:pt x="348" y="930"/>
                  <a:pt x="324" y="927"/>
                  <a:pt x="300" y="922"/>
                </a:cubicBezTo>
                <a:cubicBezTo>
                  <a:pt x="276" y="918"/>
                  <a:pt x="253" y="911"/>
                  <a:pt x="230" y="901"/>
                </a:cubicBezTo>
                <a:cubicBezTo>
                  <a:pt x="208" y="892"/>
                  <a:pt x="186" y="880"/>
                  <a:pt x="165" y="867"/>
                </a:cubicBezTo>
                <a:cubicBezTo>
                  <a:pt x="145" y="853"/>
                  <a:pt x="126" y="838"/>
                  <a:pt x="109" y="821"/>
                </a:cubicBezTo>
                <a:cubicBezTo>
                  <a:pt x="92" y="803"/>
                  <a:pt x="76" y="785"/>
                  <a:pt x="63" y="764"/>
                </a:cubicBezTo>
                <a:cubicBezTo>
                  <a:pt x="49" y="744"/>
                  <a:pt x="38" y="723"/>
                  <a:pt x="28" y="700"/>
                </a:cubicBezTo>
                <a:cubicBezTo>
                  <a:pt x="19" y="678"/>
                  <a:pt x="12" y="654"/>
                  <a:pt x="7" y="631"/>
                </a:cubicBezTo>
                <a:cubicBezTo>
                  <a:pt x="3" y="607"/>
                  <a:pt x="0" y="583"/>
                  <a:pt x="0" y="558"/>
                </a:cubicBezTo>
                <a:close/>
              </a:path>
            </a:pathLst>
          </a:custGeom>
          <a:solidFill>
            <a:srgbClr val="FFFFFF">
              <a:alpha val="10000"/>
            </a:srgb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926" name="図 925"/>
          <p:cNvPicPr/>
          <p:nvPr/>
        </p:nvPicPr>
        <p:blipFill>
          <a:blip r:embed="rId11"/>
          <a:stretch/>
        </p:blipFill>
        <p:spPr>
          <a:xfrm>
            <a:off x="5740920" y="5423400"/>
            <a:ext cx="133200" cy="133200"/>
          </a:xfrm>
          <a:prstGeom prst="rect">
            <a:avLst/>
          </a:prstGeom>
          <a:noFill/>
          <a:ln w="0">
            <a:noFill/>
          </a:ln>
        </p:spPr>
      </p:pic>
      <p:sp>
        <p:nvSpPr>
          <p:cNvPr id="927" name="テキスト ボックス 926"/>
          <p:cNvSpPr txBox="1"/>
          <p:nvPr/>
        </p:nvSpPr>
        <p:spPr>
          <a:xfrm>
            <a:off x="6008400" y="4881600"/>
            <a:ext cx="1020600" cy="194040"/>
          </a:xfrm>
          <a:prstGeom prst="rect">
            <a:avLst/>
          </a:prstGeom>
          <a:noFill/>
          <a:ln w="0">
            <a:noFill/>
          </a:ln>
        </p:spPr>
        <p:txBody>
          <a:bodyPr wrap="none" lIns="0" tIns="0" rIns="0" bIns="0" anchor="t">
            <a:spAutoFit/>
          </a:bodyPr>
          <a:lstStyle/>
          <a:p>
            <a:r>
              <a:rPr lang="zh-CN" sz="1050" b="0" u="none" strike="noStrike">
                <a:solidFill>
                  <a:srgbClr val="D1D5DC"/>
                </a:solidFill>
                <a:effectLst/>
                <a:uFillTx/>
                <a:latin typeface="NotoSansJP"/>
                <a:ea typeface="NotoSansJP"/>
              </a:rPr>
              <a:t>関する国際規格</a:t>
            </a:r>
            <a:r>
              <a:rPr lang="en-US" sz="1050" b="0" u="none" strike="noStrike">
                <a:solidFill>
                  <a:srgbClr val="D1D5DC"/>
                </a:solidFill>
                <a:effectLst/>
                <a:uFillTx/>
                <a:latin typeface="NotoSansJP"/>
                <a:ea typeface="NotoSansJP"/>
              </a:rPr>
              <a:t>.</a:t>
            </a:r>
            <a:endParaRPr lang="en-US" sz="1050" b="0" u="none" strike="noStrike">
              <a:solidFill>
                <a:srgbClr val="000000"/>
              </a:solidFill>
              <a:effectLst/>
              <a:uFillTx/>
              <a:latin typeface="Times New Roman"/>
            </a:endParaRPr>
          </a:p>
        </p:txBody>
      </p:sp>
      <p:sp>
        <p:nvSpPr>
          <p:cNvPr id="928" name="テキスト ボックス 927"/>
          <p:cNvSpPr txBox="1"/>
          <p:nvPr/>
        </p:nvSpPr>
        <p:spPr>
          <a:xfrm>
            <a:off x="6041880" y="5349600"/>
            <a:ext cx="4098240" cy="19404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ISO</a:t>
            </a:r>
            <a:r>
              <a:rPr lang="zh-CN" sz="1050" b="0" u="none" strike="noStrike">
                <a:solidFill>
                  <a:srgbClr val="D1D5DC"/>
                </a:solidFill>
                <a:effectLst/>
                <a:uFillTx/>
                <a:latin typeface="NotoSansJP"/>
                <a:ea typeface="NotoSansJP"/>
              </a:rPr>
              <a:t>（国際標準化機構）</a:t>
            </a:r>
            <a:r>
              <a:rPr lang="en-US" sz="1050" b="0" u="none" strike="noStrike">
                <a:solidFill>
                  <a:srgbClr val="D1D5DC"/>
                </a:solidFill>
                <a:effectLst/>
                <a:uFillTx/>
                <a:latin typeface="NotoSansJP"/>
                <a:ea typeface="NotoSansJP"/>
              </a:rPr>
              <a:t>. ISO 26262</a:t>
            </a:r>
            <a:r>
              <a:rPr lang="zh-CN" sz="1050" b="0" u="none" strike="noStrike">
                <a:solidFill>
                  <a:srgbClr val="D1D5DC"/>
                </a:solidFill>
                <a:effectLst/>
                <a:uFillTx/>
                <a:latin typeface="NotoSansJP"/>
                <a:ea typeface="NotoSansJP"/>
              </a:rPr>
              <a:t>（機能安全規格）および </a:t>
            </a:r>
            <a:r>
              <a:rPr lang="en-US" sz="1050" b="0" u="none" strike="noStrike">
                <a:solidFill>
                  <a:srgbClr val="D1D5DC"/>
                </a:solidFill>
                <a:effectLst/>
                <a:uFillTx/>
                <a:latin typeface="NotoSansJP"/>
                <a:ea typeface="NotoSansJP"/>
              </a:rPr>
              <a:t>ISO</a:t>
            </a:r>
            <a:endParaRPr lang="en-US" sz="1050" b="0" u="none" strike="noStrike">
              <a:solidFill>
                <a:srgbClr val="000000"/>
              </a:solidFill>
              <a:effectLst/>
              <a:uFillTx/>
              <a:latin typeface="Times New Roman"/>
            </a:endParaRPr>
          </a:p>
        </p:txBody>
      </p:sp>
      <p:sp>
        <p:nvSpPr>
          <p:cNvPr id="929" name="テキスト ボックス 928"/>
          <p:cNvSpPr txBox="1"/>
          <p:nvPr/>
        </p:nvSpPr>
        <p:spPr>
          <a:xfrm>
            <a:off x="6041880" y="5550120"/>
            <a:ext cx="1267200" cy="194040"/>
          </a:xfrm>
          <a:prstGeom prst="rect">
            <a:avLst/>
          </a:prstGeom>
          <a:noFill/>
          <a:ln w="0">
            <a:noFill/>
          </a:ln>
        </p:spPr>
        <p:txBody>
          <a:bodyPr wrap="none" lIns="0" tIns="0" rIns="0" bIns="0" anchor="t">
            <a:spAutoFit/>
          </a:bodyPr>
          <a:lstStyle/>
          <a:p>
            <a:r>
              <a:rPr lang="en-US" sz="1050" b="0" u="none" strike="noStrike">
                <a:solidFill>
                  <a:srgbClr val="D1D5DC"/>
                </a:solidFill>
                <a:effectLst/>
                <a:uFillTx/>
                <a:latin typeface="NotoSansJP"/>
                <a:ea typeface="NotoSansJP"/>
              </a:rPr>
              <a:t>21448</a:t>
            </a:r>
            <a:r>
              <a:rPr lang="zh-CN" sz="1050" b="0" u="none" strike="noStrike">
                <a:solidFill>
                  <a:srgbClr val="D1D5DC"/>
                </a:solidFill>
                <a:effectLst/>
                <a:uFillTx/>
                <a:latin typeface="NotoSansJP"/>
                <a:ea typeface="NotoSansJP"/>
              </a:rPr>
              <a:t>（</a:t>
            </a:r>
            <a:r>
              <a:rPr lang="en-US" sz="1050" b="0" u="none" strike="noStrike">
                <a:solidFill>
                  <a:srgbClr val="D1D5DC"/>
                </a:solidFill>
                <a:effectLst/>
                <a:uFillTx/>
                <a:latin typeface="NotoSansJP"/>
                <a:ea typeface="NotoSansJP"/>
              </a:rPr>
              <a:t>SOTIF</a:t>
            </a:r>
            <a:r>
              <a:rPr lang="zh-CN" sz="1050" b="0" u="none" strike="noStrike">
                <a:solidFill>
                  <a:srgbClr val="D1D5DC"/>
                </a:solidFill>
                <a:effectLst/>
                <a:uFillTx/>
                <a:latin typeface="NotoSansJP"/>
                <a:ea typeface="NotoSansJP"/>
              </a:rPr>
              <a:t>）</a:t>
            </a:r>
            <a:r>
              <a:rPr lang="en-US" sz="1050" b="0" u="none" strike="noStrike">
                <a:solidFill>
                  <a:srgbClr val="D1D5DC"/>
                </a:solidFill>
                <a:effectLst/>
                <a:uFillTx/>
                <a:latin typeface="NotoSansJP"/>
                <a:ea typeface="NotoSansJP"/>
              </a:rPr>
              <a:t>.</a:t>
            </a:r>
            <a:endParaRPr lang="en-US" sz="1050" b="0" u="none" strike="noStrike">
              <a:solidFill>
                <a:srgbClr val="000000"/>
              </a:solidFill>
              <a:effectLst/>
              <a:uFillTx/>
              <a:latin typeface="Times New Roman"/>
            </a:endParaRPr>
          </a:p>
        </p:txBody>
      </p:sp>
      <p:pic>
        <p:nvPicPr>
          <p:cNvPr id="930" name="図 929"/>
          <p:cNvPicPr/>
          <p:nvPr/>
        </p:nvPicPr>
        <p:blipFill>
          <a:blip r:embed="rId12"/>
          <a:stretch/>
        </p:blipFill>
        <p:spPr>
          <a:xfrm>
            <a:off x="0" y="6585120"/>
            <a:ext cx="7133400" cy="33120"/>
          </a:xfrm>
          <a:prstGeom prst="rect">
            <a:avLst/>
          </a:prstGeom>
          <a:noFill/>
          <a:ln w="0">
            <a:noFill/>
          </a:ln>
        </p:spPr>
      </p:pic>
      <p:pic>
        <p:nvPicPr>
          <p:cNvPr id="931" name="図 930"/>
          <p:cNvPicPr/>
          <p:nvPr/>
        </p:nvPicPr>
        <p:blipFill>
          <a:blip r:embed="rId13"/>
          <a:stretch/>
        </p:blipFill>
        <p:spPr>
          <a:xfrm>
            <a:off x="8691120" y="1069560"/>
            <a:ext cx="400680" cy="400680"/>
          </a:xfrm>
          <a:prstGeom prst="rect">
            <a:avLst/>
          </a:prstGeom>
          <a:noFill/>
          <a:ln w="0">
            <a:noFill/>
          </a:ln>
        </p:spPr>
      </p:pic>
      <p:pic>
        <p:nvPicPr>
          <p:cNvPr id="932" name="図 931"/>
          <p:cNvPicPr/>
          <p:nvPr/>
        </p:nvPicPr>
        <p:blipFill>
          <a:blip r:embed="rId14"/>
          <a:stretch/>
        </p:blipFill>
        <p:spPr>
          <a:xfrm>
            <a:off x="9626760" y="4211640"/>
            <a:ext cx="267120" cy="267120"/>
          </a:xfrm>
          <a:prstGeom prst="rect">
            <a:avLst/>
          </a:prstGeom>
          <a:noFill/>
          <a:ln w="0">
            <a:noFill/>
          </a:ln>
        </p:spPr>
      </p:pic>
      <p:sp>
        <p:nvSpPr>
          <p:cNvPr id="933" name="テキスト ボックス 932"/>
          <p:cNvSpPr txBox="1"/>
          <p:nvPr/>
        </p:nvSpPr>
        <p:spPr>
          <a:xfrm>
            <a:off x="401040" y="6075360"/>
            <a:ext cx="949320" cy="169560"/>
          </a:xfrm>
          <a:prstGeom prst="rect">
            <a:avLst/>
          </a:prstGeom>
          <a:noFill/>
          <a:ln w="0">
            <a:noFill/>
          </a:ln>
        </p:spPr>
        <p:txBody>
          <a:bodyPr wrap="none" lIns="0" tIns="0" rIns="0" bIns="0" anchor="t">
            <a:spAutoFit/>
          </a:bodyPr>
          <a:lstStyle/>
          <a:p>
            <a:r>
              <a:rPr lang="en-US" sz="920" b="0" u="none" strike="noStrike">
                <a:solidFill>
                  <a:srgbClr val="99A1AF"/>
                </a:solidFill>
                <a:effectLst/>
                <a:uFillTx/>
                <a:latin typeface="NotoSansJP"/>
                <a:ea typeface="NotoSansJP"/>
              </a:rPr>
              <a:t>2025</a:t>
            </a:r>
            <a:r>
              <a:rPr lang="zh-CN" sz="920" b="0" u="none" strike="noStrike">
                <a:solidFill>
                  <a:srgbClr val="99A1AF"/>
                </a:solidFill>
                <a:effectLst/>
                <a:uFillTx/>
                <a:latin typeface="NotoSansJP"/>
                <a:ea typeface="NotoSansJP"/>
              </a:rPr>
              <a:t>年</a:t>
            </a:r>
            <a:r>
              <a:rPr lang="en-US" sz="920" b="0" u="none" strike="noStrike">
                <a:solidFill>
                  <a:srgbClr val="99A1AF"/>
                </a:solidFill>
                <a:effectLst/>
                <a:uFillTx/>
                <a:latin typeface="NotoSansJP"/>
                <a:ea typeface="NotoSansJP"/>
              </a:rPr>
              <a:t>7</a:t>
            </a:r>
            <a:r>
              <a:rPr lang="zh-CN" sz="920" b="0" u="none" strike="noStrike">
                <a:solidFill>
                  <a:srgbClr val="99A1AF"/>
                </a:solidFill>
                <a:effectLst/>
                <a:uFillTx/>
                <a:latin typeface="NotoSansJP"/>
                <a:ea typeface="NotoSansJP"/>
              </a:rPr>
              <a:t>月</a:t>
            </a:r>
            <a:r>
              <a:rPr lang="en-US" sz="920" b="0" u="none" strike="noStrike">
                <a:solidFill>
                  <a:srgbClr val="99A1AF"/>
                </a:solidFill>
                <a:effectLst/>
                <a:uFillTx/>
                <a:latin typeface="NotoSansJP"/>
                <a:ea typeface="NotoSansJP"/>
              </a:rPr>
              <a:t>1</a:t>
            </a:r>
            <a:r>
              <a:rPr lang="zh-CN" sz="920" b="0" u="none" strike="noStrike">
                <a:solidFill>
                  <a:srgbClr val="99A1AF"/>
                </a:solidFill>
                <a:effectLst/>
                <a:uFillTx/>
                <a:latin typeface="NotoSansJP"/>
                <a:ea typeface="NotoSansJP"/>
              </a:rPr>
              <a:t>日</a:t>
            </a:r>
            <a:endParaRPr lang="en-US" sz="920" b="0" u="none" strike="noStrike">
              <a:solidFill>
                <a:srgbClr val="000000"/>
              </a:solidFill>
              <a:effectLst/>
              <a:uFillTx/>
              <a:latin typeface="Times New Roman"/>
            </a:endParaRP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1366</TotalTime>
  <Words>3908</Words>
  <Application>Microsoft Office PowerPoint</Application>
  <PresentationFormat>ユーザー設定</PresentationFormat>
  <Paragraphs>424</Paragraphs>
  <Slides>17</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17</vt:i4>
      </vt:variant>
    </vt:vector>
  </HeadingPairs>
  <TitlesOfParts>
    <vt:vector size="24" baseType="lpstr">
      <vt:lpstr>NotoSansJP</vt:lpstr>
      <vt:lpstr>Arial</vt:lpstr>
      <vt:lpstr>Roboto</vt:lpstr>
      <vt:lpstr>Symbol</vt:lpstr>
      <vt:lpstr>Times New Roman</vt:lpstr>
      <vt:lpstr>Wingdings</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川崎 優季</cp:lastModifiedBy>
  <cp:revision>1</cp:revision>
  <dcterms:modified xsi:type="dcterms:W3CDTF">2025-07-02T02:24:48Z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