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78" r:id="rId4"/>
    <p:sldId id="279" r:id="rId5"/>
    <p:sldId id="280" r:id="rId6"/>
    <p:sldId id="283" r:id="rId7"/>
    <p:sldId id="282" r:id="rId8"/>
    <p:sldId id="281" r:id="rId9"/>
    <p:sldId id="284" r:id="rId10"/>
    <p:sldId id="285" r:id="rId11"/>
    <p:sldId id="286" r:id="rId12"/>
    <p:sldId id="287" r:id="rId13"/>
    <p:sldId id="288" r:id="rId14"/>
    <p:sldId id="300" r:id="rId15"/>
    <p:sldId id="290" r:id="rId16"/>
    <p:sldId id="289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273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2"/>
    <p:restoredTop sz="96327"/>
  </p:normalViewPr>
  <p:slideViewPr>
    <p:cSldViewPr snapToGrid="0" snapToObjects="1">
      <p:cViewPr varScale="1">
        <p:scale>
          <a:sx n="141" d="100"/>
          <a:sy n="141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981953-FB4F-CD4F-846E-E9BB84876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3C4F5C-C917-1E4C-A66A-15ED9E39C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BA0696-A198-2440-AAB6-07D3EB7E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415D60-8677-E140-A024-4DFEF224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A3548F-70D6-3A4A-8E00-795AE6AC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3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74176-1327-BD45-AF17-C84999A7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F14666-8685-7E41-8073-CD8082D0A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639C0-8EEE-EC44-A892-34F6F8515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72660E-8783-6149-B06C-9D4F69BD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AC925F-8EF6-2949-A584-425E14876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25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69DDC-95D3-FF47-91D5-2B2A8A48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464F6C-5F6B-4A4E-94CC-A4DD0E436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599145-154E-2E41-8940-076CA487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188BB7-EADB-5D4D-A808-C71E0150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7E6CA6-D9D5-DD48-A17D-F7DB019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75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C9324-FA5D-1E4D-B0A9-98DA800F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D812CA-FDF0-2348-96EF-717853E8C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3A4D42-044E-0D44-99E3-4BF618D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94CDEC-0A74-754F-9DBA-8D3EFFB7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A115FA-D86A-F14B-BAF3-0FC814AA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C09D8C-C831-2140-AE26-FE474A55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62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14F03-3A61-2A4E-A0B1-6B6DFA8E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1EFDE3-B0C6-E04E-A4C3-5680E679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8ECDB8-B9D9-DD4F-B9EE-9F508CC5F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E20BD7-55BC-E443-A7E8-C975BE515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F698DF-F84E-2F4A-A9D9-0B712B506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21C911-7864-B645-97C2-4F1BBE8F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DA7EF2-22B4-1C4D-B088-8DE68A82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91A03A-7024-CB4B-80D1-66A9C3B7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32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2252B-2E5E-174B-8C2D-0F57B4C5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170A83-5CFD-1146-8B45-06A39BF7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7F3983-E737-8C40-9038-D40105CC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710954-3E3A-9047-BF70-A3A6C26E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87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48B3A85-BA65-1749-BD33-1F54ABE14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BD3669-A7F0-FB42-8461-C5B85BDD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3AB5B4-5F5C-4B4E-8BB1-EAE34F5C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11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100A7-EF59-6448-958E-D51212C8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9F755C-EF21-B04C-A1A8-2B9F5790D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815294-0503-7E4E-808F-E0979EB7E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023B99-7584-804E-8D35-4E64F9F1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463488-2CD2-C449-A477-2F90C53F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526074-E9AD-A642-91B2-7502265F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9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AAD13B-B4E9-2541-A5E2-82FDBCA6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60B1B5-B122-D446-AF28-B6967966D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BFC4C8-C521-4348-B702-1C0970DCB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92F803-97FE-5C49-AB13-1D10C7E6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594BA6-D603-9243-846C-6C3020EA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31EE6B-A160-C844-AC15-CA8E5E15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66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5F966-3899-7346-881C-5629611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8E9B8F-2A3E-4340-AF26-5F630E7E1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4D383F-FC9C-6A40-8938-45B44E1D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ECEDAA-89B5-A44D-A0DE-6F053275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39C43-74D6-CA45-8817-91D67177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75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F537C3-D360-1446-9EB3-17526F853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B7D822-5108-EE4A-BAFE-6B419E07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AC4C77-648F-2B4B-9270-25FC06A7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028DEB-538A-8746-B6D5-30BE4FC7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171257-A18D-0B4A-B696-E357F2C3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34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0FAF1B-A2D2-8E4C-A430-F2DC9A47F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E607B9-D6D0-EE4F-9ED6-B3E7257BC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62EA4F-BFE1-0146-A159-104E7B026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4E857-21D8-D348-91A9-994C9AAD514D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187D28-49FA-A746-8022-B7C9B8285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D4DFE2-576A-3343-8818-B08369087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85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tsuno.yutaka@nihon-u.ac.j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9CB7DD-5471-3F4E-9906-614C4E17D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2024</a:t>
            </a:r>
            <a:r>
              <a:rPr kumimoji="1" lang="ja-JP" altLang="en-US"/>
              <a:t>情報論</a:t>
            </a:r>
            <a:r>
              <a:rPr lang="en-US" altLang="ja-JP" dirty="0"/>
              <a:t>2</a:t>
            </a:r>
            <a:br>
              <a:rPr kumimoji="1" lang="en-US" altLang="ja-JP" dirty="0"/>
            </a:br>
            <a:r>
              <a:rPr kumimoji="1" lang="en-US" altLang="ja-JP" dirty="0"/>
              <a:t>2024/4/17</a:t>
            </a:r>
            <a:br>
              <a:rPr kumimoji="1" lang="en-US" altLang="ja-JP" dirty="0"/>
            </a:br>
            <a:r>
              <a:rPr kumimoji="1" lang="en-US" altLang="ja-JP" dirty="0"/>
              <a:t>2</a:t>
            </a:r>
            <a:r>
              <a:rPr kumimoji="1" lang="ja-JP" altLang="en-US"/>
              <a:t>限</a:t>
            </a:r>
            <a:r>
              <a:rPr kumimoji="1" lang="en-US" altLang="ja-JP" dirty="0"/>
              <a:t>(10:40)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EAE8F18-4B41-C948-9B52-95796EA00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情報科学専攻</a:t>
            </a:r>
            <a:endParaRPr kumimoji="1" lang="en-US" altLang="ja-JP" dirty="0"/>
          </a:p>
          <a:p>
            <a:r>
              <a:rPr lang="ja-JP" altLang="en-US"/>
              <a:t>松野裕</a:t>
            </a:r>
            <a:endParaRPr lang="en-US" altLang="ja-JP" dirty="0"/>
          </a:p>
          <a:p>
            <a:r>
              <a:rPr kumimoji="1" lang="en-US" altLang="ja-JP" dirty="0">
                <a:hlinkClick r:id="rId2"/>
              </a:rPr>
              <a:t>matsuno.yutaka@nihon-u.ac.jp</a:t>
            </a:r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FA274D-C7FF-0D49-8023-906340A4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技術英語ライティングの基本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AE2638-60D5-BD45-8FFE-B43770B9D2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/>
              <a:t>第一部</a:t>
            </a:r>
            <a:endParaRPr lang="en-US" altLang="ja-JP" dirty="0"/>
          </a:p>
          <a:p>
            <a:pPr lvl="1"/>
            <a:r>
              <a:rPr lang="ja-JP" altLang="en-US"/>
              <a:t>すっきり最小主義</a:t>
            </a:r>
            <a:endParaRPr lang="en-US" altLang="ja-JP" dirty="0"/>
          </a:p>
          <a:p>
            <a:pPr lvl="1"/>
            <a:r>
              <a:rPr lang="ja-JP" altLang="en-US">
                <a:solidFill>
                  <a:srgbClr val="FF0000"/>
                </a:solidFill>
              </a:rPr>
              <a:t>まずは具体化主義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/>
              <a:t>とことん動詞主義</a:t>
            </a:r>
            <a:endParaRPr lang="en-US" altLang="ja-JP" dirty="0"/>
          </a:p>
          <a:p>
            <a:pPr lvl="1"/>
            <a:r>
              <a:rPr lang="ja-JP" altLang="en-US"/>
              <a:t>まっすぐ能動態主義</a:t>
            </a:r>
            <a:endParaRPr lang="en-US" altLang="ja-JP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51C3873-55E2-3340-B0E7-0400BF6671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/>
              <a:t>第２部</a:t>
            </a:r>
            <a:br>
              <a:rPr lang="en-US" altLang="ja-JP" dirty="0"/>
            </a:br>
            <a:r>
              <a:rPr lang="ja-JP" altLang="en-US"/>
              <a:t>これならわかる英文法</a:t>
            </a:r>
            <a:endParaRPr lang="en-US" altLang="ja-JP" dirty="0"/>
          </a:p>
          <a:p>
            <a:r>
              <a:rPr lang="ja-JP" altLang="en-US"/>
              <a:t>第３部</a:t>
            </a:r>
            <a:br>
              <a:rPr lang="en-US" altLang="ja-JP" dirty="0"/>
            </a:br>
            <a:r>
              <a:rPr lang="ja-JP" altLang="en-US"/>
              <a:t>これですっきり数字と記号</a:t>
            </a:r>
          </a:p>
        </p:txBody>
      </p:sp>
    </p:spTree>
    <p:extLst>
      <p:ext uri="{BB962C8B-B14F-4D97-AF65-F5344CB8AC3E}">
        <p14:creationId xmlns:p14="http://schemas.microsoft.com/office/powerpoint/2010/main" val="370436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570AE-1682-EA48-8235-DDACDF7E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まず具体化主義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97F55C-6A84-2340-B952-AFF5666F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以下の日本語で曖昧な点を指摘せよ</a:t>
            </a:r>
            <a:endParaRPr kumimoji="1" lang="en-US" altLang="ja-JP" dirty="0"/>
          </a:p>
          <a:p>
            <a:pPr lvl="1"/>
            <a:r>
              <a:rPr kumimoji="1" lang="ja-JP" altLang="en-US"/>
              <a:t>オイル量のチェックはできるだけ頻繁に行うことが望ましい</a:t>
            </a:r>
            <a:endParaRPr kumimoji="1" lang="en-US" altLang="ja-JP" dirty="0"/>
          </a:p>
          <a:p>
            <a:r>
              <a:rPr lang="ja-JP" altLang="en-US"/>
              <a:t>曖昧な点を変更し、和訳せよ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066F09-289C-E983-CBA3-20D334D2F56D}"/>
              </a:ext>
            </a:extLst>
          </p:cNvPr>
          <p:cNvSpPr txBox="1"/>
          <p:nvPr/>
        </p:nvSpPr>
        <p:spPr>
          <a:xfrm>
            <a:off x="4222679" y="34726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95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1AF6D9-73E1-F443-B700-72C313DA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具体化による英訳の簡略化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382012-BCEE-F744-B176-722EE8C22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オイル量のチェックはできるだけ頻繁に行うことが望ましい</a:t>
            </a:r>
            <a:endParaRPr kumimoji="1" lang="en-US" altLang="ja-JP" dirty="0"/>
          </a:p>
          <a:p>
            <a:pPr lvl="1"/>
            <a:r>
              <a:rPr lang="ja-JP" altLang="en-US"/>
              <a:t> </a:t>
            </a:r>
            <a:r>
              <a:rPr lang="en-US" altLang="ja-JP" dirty="0"/>
              <a:t>It is desirable that oil level check be performed as frequently as possible</a:t>
            </a:r>
            <a:endParaRPr kumimoji="1" lang="en-US" altLang="ja-JP" dirty="0"/>
          </a:p>
          <a:p>
            <a:r>
              <a:rPr lang="ja-JP" altLang="en-US"/>
              <a:t>オイル量のチェックは１日１度は行うこと</a:t>
            </a:r>
            <a:endParaRPr lang="en-US" altLang="ja-JP" dirty="0"/>
          </a:p>
          <a:p>
            <a:pPr lvl="1"/>
            <a:r>
              <a:rPr kumimoji="1" lang="en-US" altLang="ja-JP" dirty="0"/>
              <a:t>Check the oil level at least once</a:t>
            </a:r>
            <a:r>
              <a:rPr lang="en-US" altLang="ja-JP" dirty="0"/>
              <a:t> a day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C4CB0B-C23C-D14B-9840-C666FE089C46}"/>
              </a:ext>
            </a:extLst>
          </p:cNvPr>
          <p:cNvSpPr/>
          <p:nvPr/>
        </p:nvSpPr>
        <p:spPr>
          <a:xfrm>
            <a:off x="3923015" y="4828854"/>
            <a:ext cx="434596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/>
              <a:t>具体的にするほど英訳が簡単になる</a:t>
            </a:r>
          </a:p>
        </p:txBody>
      </p:sp>
    </p:spTree>
    <p:extLst>
      <p:ext uri="{BB962C8B-B14F-4D97-AF65-F5344CB8AC3E}">
        <p14:creationId xmlns:p14="http://schemas.microsoft.com/office/powerpoint/2010/main" val="389239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70608-6B1D-6448-AF71-981ED6B0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時間のあいまい表現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D010BD-DAD2-EE47-875D-60D625759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以下を訳してください</a:t>
            </a:r>
            <a:endParaRPr lang="en-US" altLang="ja-JP" dirty="0"/>
          </a:p>
          <a:p>
            <a:pPr lvl="1"/>
            <a:r>
              <a:rPr kumimoji="1" lang="ja-JP" altLang="en-US"/>
              <a:t>検査には時間がかかることを見込んでください</a:t>
            </a: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  <a:p>
            <a:pPr lvl="2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68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219D1-EB16-DE43-B20C-9246D0F4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時間はどれぐらい？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1F7627-DF09-2644-9436-D3934B72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２</a:t>
            </a:r>
            <a:r>
              <a:rPr lang="en-US" altLang="ja-JP" dirty="0"/>
              <a:t>〜</a:t>
            </a:r>
            <a:r>
              <a:rPr lang="ja-JP" altLang="en-US"/>
              <a:t>３時間　英語だと？</a:t>
            </a:r>
            <a:endParaRPr lang="en-US" altLang="ja-JP" dirty="0"/>
          </a:p>
          <a:p>
            <a:pPr lvl="1"/>
            <a:r>
              <a:rPr lang="en-US" altLang="ja-JP" dirty="0"/>
              <a:t>a few hours   (few hours</a:t>
            </a:r>
            <a:r>
              <a:rPr lang="ja-JP" altLang="en-US"/>
              <a:t>にすると、ほとんど時間はない、になってしまう</a:t>
            </a:r>
            <a:r>
              <a:rPr lang="en-US" altLang="ja-JP" dirty="0"/>
              <a:t>)</a:t>
            </a:r>
          </a:p>
          <a:p>
            <a:r>
              <a:rPr lang="ja-JP" altLang="en-US"/>
              <a:t>３</a:t>
            </a:r>
            <a:r>
              <a:rPr lang="en-US" altLang="ja-JP" dirty="0"/>
              <a:t>〜</a:t>
            </a:r>
            <a:r>
              <a:rPr lang="ja-JP" altLang="en-US"/>
              <a:t>６時間　英語だと？</a:t>
            </a:r>
            <a:endParaRPr lang="en-US" altLang="ja-JP" dirty="0"/>
          </a:p>
          <a:p>
            <a:pPr lvl="1"/>
            <a:r>
              <a:rPr lang="en-US" altLang="ja-JP" dirty="0"/>
              <a:t>several hours</a:t>
            </a:r>
          </a:p>
          <a:p>
            <a:r>
              <a:rPr lang="ja-JP" altLang="en-US"/>
              <a:t>誤解、間違うかもしれないので、数字を出したほうがいい</a:t>
            </a:r>
            <a:endParaRPr lang="en-US" altLang="ja-JP" dirty="0"/>
          </a:p>
          <a:p>
            <a:pPr lvl="1"/>
            <a:r>
              <a:rPr lang="en-US" altLang="ja-JP" dirty="0"/>
              <a:t>Please accept two or three hours for inspection </a:t>
            </a:r>
          </a:p>
          <a:p>
            <a:pPr lvl="2"/>
            <a:r>
              <a:rPr lang="en-US" altLang="ja-JP" dirty="0"/>
              <a:t>2</a:t>
            </a:r>
            <a:r>
              <a:rPr lang="ja-JP" altLang="en-US"/>
              <a:t>時間もしくは</a:t>
            </a:r>
            <a:r>
              <a:rPr lang="en-US" altLang="ja-JP" dirty="0"/>
              <a:t>3</a:t>
            </a:r>
            <a:r>
              <a:rPr lang="ja-JP" altLang="en-US"/>
              <a:t>時間</a:t>
            </a:r>
            <a:endParaRPr lang="en-US" altLang="ja-JP" dirty="0"/>
          </a:p>
          <a:p>
            <a:pPr lvl="1"/>
            <a:r>
              <a:rPr lang="en-US" altLang="ja-JP" dirty="0"/>
              <a:t>2</a:t>
            </a:r>
            <a:r>
              <a:rPr lang="ja-JP" altLang="en-US"/>
              <a:t>時間から、</a:t>
            </a:r>
            <a:r>
              <a:rPr lang="en-US" altLang="ja-JP" dirty="0"/>
              <a:t>3</a:t>
            </a:r>
            <a:r>
              <a:rPr lang="ja-JP" altLang="en-US"/>
              <a:t>時間と言いたい場合は</a:t>
            </a:r>
            <a:endParaRPr lang="en-US" altLang="ja-JP" dirty="0"/>
          </a:p>
          <a:p>
            <a:pPr lvl="2"/>
            <a:r>
              <a:rPr lang="en-US" altLang="ja-JP" dirty="0"/>
              <a:t>2 to 3 hours.</a:t>
            </a:r>
          </a:p>
        </p:txBody>
      </p:sp>
    </p:spTree>
    <p:extLst>
      <p:ext uri="{BB962C8B-B14F-4D97-AF65-F5344CB8AC3E}">
        <p14:creationId xmlns:p14="http://schemas.microsoft.com/office/powerpoint/2010/main" val="244535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0CDBC-E415-6343-925B-E04F7865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「通常」の表現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AF6DF6-7646-C74F-8725-27EAEFBDD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いいたいことは、</a:t>
            </a:r>
            <a:endParaRPr kumimoji="1" lang="en-US" altLang="ja-JP" dirty="0"/>
          </a:p>
          <a:p>
            <a:pPr lvl="1"/>
            <a:r>
              <a:rPr kumimoji="1" lang="ja-JP" altLang="en-US"/>
              <a:t>２</a:t>
            </a:r>
            <a:r>
              <a:rPr kumimoji="1" lang="en-US" altLang="ja-JP" dirty="0"/>
              <a:t>, </a:t>
            </a:r>
            <a:r>
              <a:rPr kumimoji="1" lang="ja-JP" altLang="en-US"/>
              <a:t>３時間ぐらいかかるから待っててください、どこかに行っていてください⇒</a:t>
            </a:r>
            <a:r>
              <a:rPr lang="en-US" altLang="ja-JP" dirty="0"/>
              <a:t> </a:t>
            </a:r>
            <a:r>
              <a:rPr lang="ja-JP" altLang="en-US"/>
              <a:t>検査には通常</a:t>
            </a:r>
            <a:r>
              <a:rPr lang="en-US" altLang="ja-JP" dirty="0"/>
              <a:t>2~3</a:t>
            </a:r>
            <a:r>
              <a:rPr lang="ja-JP" altLang="en-US"/>
              <a:t>時間かかります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always: </a:t>
            </a:r>
            <a:r>
              <a:rPr lang="en-US" altLang="ja-JP" dirty="0"/>
              <a:t>100%</a:t>
            </a:r>
          </a:p>
          <a:p>
            <a:pPr lvl="1"/>
            <a:r>
              <a:rPr lang="en-US" altLang="ja-JP" dirty="0"/>
              <a:t>usually: </a:t>
            </a:r>
            <a:r>
              <a:rPr lang="ja-JP" altLang="en-US"/>
              <a:t>普通は</a:t>
            </a:r>
            <a:r>
              <a:rPr lang="en-US" altLang="ja-JP" dirty="0"/>
              <a:t>, 10</a:t>
            </a:r>
            <a:r>
              <a:rPr lang="ja-JP" altLang="en-US"/>
              <a:t>回中</a:t>
            </a:r>
            <a:r>
              <a:rPr lang="en-US" altLang="ja-JP" dirty="0"/>
              <a:t>, 9</a:t>
            </a:r>
            <a:r>
              <a:rPr lang="ja-JP" altLang="en-US"/>
              <a:t>回ぐらい</a:t>
            </a:r>
            <a:endParaRPr lang="en-US" altLang="ja-JP" dirty="0"/>
          </a:p>
          <a:p>
            <a:pPr lvl="1"/>
            <a:r>
              <a:rPr kumimoji="1" lang="en-US" altLang="ja-JP" dirty="0"/>
              <a:t>typically: </a:t>
            </a:r>
            <a:r>
              <a:rPr kumimoji="1" lang="ja-JP" altLang="en-US"/>
              <a:t>典型的には</a:t>
            </a:r>
            <a:r>
              <a:rPr kumimoji="1" lang="en-US" altLang="ja-JP" dirty="0"/>
              <a:t>(</a:t>
            </a:r>
            <a:r>
              <a:rPr kumimoji="1" lang="ja-JP" altLang="en-US"/>
              <a:t>性質、基本的にそうである</a:t>
            </a:r>
            <a:r>
              <a:rPr kumimoji="1" lang="en-US" altLang="ja-JP" dirty="0"/>
              <a:t>)</a:t>
            </a:r>
          </a:p>
          <a:p>
            <a:r>
              <a:rPr lang="en-US" altLang="ja-JP" dirty="0"/>
              <a:t>Typically, the inspection will take 2 to 3 hours.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39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83691-CC65-0F4A-8ED3-73999F6D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具体的なことは訳しやすい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FAA395-5EB9-DB49-A403-045DC45E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以下を訳せ</a:t>
            </a:r>
            <a:endParaRPr kumimoji="1" lang="en-US" altLang="ja-JP" dirty="0"/>
          </a:p>
          <a:p>
            <a:pPr lvl="1"/>
            <a:r>
              <a:rPr lang="ja-JP" altLang="en-US"/>
              <a:t>生産は数千万だ。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kumimoji="1" lang="ja-JP" altLang="en-US"/>
              <a:t>これだけだと翻訳できない</a:t>
            </a:r>
            <a:endParaRPr kumimoji="1" lang="en-US" altLang="ja-JP" dirty="0"/>
          </a:p>
          <a:p>
            <a:pPr lvl="1"/>
            <a:r>
              <a:rPr lang="ja-JP" altLang="en-US"/>
              <a:t>今年の生産の目標は数千万だ。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66638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4492F9-0445-234A-BFCB-80498843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「数千万」を訳すと？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840F91-4086-D844-9621-2B82F1EB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 ten million 100</a:t>
            </a:r>
            <a:r>
              <a:rPr kumimoji="1" lang="ja-JP" altLang="en-US"/>
              <a:t>万</a:t>
            </a:r>
            <a:r>
              <a:rPr kumimoji="1" lang="en-US" altLang="ja-JP" dirty="0"/>
              <a:t>×10 = </a:t>
            </a:r>
            <a:r>
              <a:rPr kumimoji="1" lang="ja-JP" altLang="en-US"/>
              <a:t>一千万</a:t>
            </a:r>
            <a:endParaRPr kumimoji="1" lang="en-US" altLang="ja-JP" dirty="0"/>
          </a:p>
          <a:p>
            <a:r>
              <a:rPr lang="en-US" altLang="ja-JP" dirty="0"/>
              <a:t>ten millions 100</a:t>
            </a:r>
            <a:r>
              <a:rPr lang="ja-JP" altLang="en-US"/>
              <a:t>万</a:t>
            </a:r>
            <a:r>
              <a:rPr lang="en-US" altLang="ja-JP" dirty="0"/>
              <a:t>×10 = </a:t>
            </a:r>
            <a:r>
              <a:rPr lang="ja-JP" altLang="en-US"/>
              <a:t>一千万</a:t>
            </a:r>
            <a:endParaRPr lang="en-US" altLang="ja-JP" dirty="0"/>
          </a:p>
          <a:p>
            <a:r>
              <a:rPr lang="en-US" altLang="ja-JP" u="sng" dirty="0"/>
              <a:t>tens of millions = </a:t>
            </a:r>
            <a:r>
              <a:rPr lang="ja-JP" altLang="en-US" u="sng"/>
              <a:t>数百万円　</a:t>
            </a:r>
            <a:r>
              <a:rPr lang="en-US" altLang="ja-JP" u="sng" dirty="0"/>
              <a:t>×</a:t>
            </a:r>
            <a:r>
              <a:rPr lang="ja-JP" altLang="en-US" u="sng"/>
              <a:t>　数十　＝　数千万</a:t>
            </a:r>
            <a:endParaRPr lang="en-US" altLang="ja-JP" u="sng" dirty="0"/>
          </a:p>
          <a:p>
            <a:r>
              <a:rPr lang="en-US" altLang="ja-JP" dirty="0"/>
              <a:t>hundreds of millions </a:t>
            </a:r>
            <a:r>
              <a:rPr lang="ja-JP" altLang="en-US"/>
              <a:t>数百万　</a:t>
            </a:r>
            <a:r>
              <a:rPr lang="en-US" altLang="ja-JP" dirty="0"/>
              <a:t>×</a:t>
            </a:r>
            <a:r>
              <a:rPr lang="ja-JP" altLang="en-US"/>
              <a:t>　数百　＝　数億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生産の目標は数千万だ</a:t>
            </a:r>
            <a:endParaRPr lang="en-US" altLang="ja-JP" dirty="0"/>
          </a:p>
          <a:p>
            <a:pPr lvl="1"/>
            <a:r>
              <a:rPr lang="en-US" altLang="ja-JP" dirty="0"/>
              <a:t>The target of production is tens of millions.</a:t>
            </a:r>
          </a:p>
          <a:p>
            <a:pPr lvl="1"/>
            <a:r>
              <a:rPr lang="ja-JP" altLang="en-US"/>
              <a:t>正しく理解される？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D1F97B-15D2-A744-860A-C52CAE479C84}"/>
              </a:ext>
            </a:extLst>
          </p:cNvPr>
          <p:cNvSpPr/>
          <p:nvPr/>
        </p:nvSpPr>
        <p:spPr>
          <a:xfrm>
            <a:off x="3789452" y="5719763"/>
            <a:ext cx="461309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/>
              <a:t>具体的な数字にしよう</a:t>
            </a:r>
          </a:p>
        </p:txBody>
      </p:sp>
    </p:spTree>
    <p:extLst>
      <p:ext uri="{BB962C8B-B14F-4D97-AF65-F5344CB8AC3E}">
        <p14:creationId xmlns:p14="http://schemas.microsoft.com/office/powerpoint/2010/main" val="791729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65EED4-DBFF-3C4B-AC6D-58F55D64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調べた結果、数千万ではなくて、</a:t>
            </a:r>
            <a:r>
              <a:rPr kumimoji="1" lang="en-US" altLang="ja-JP" dirty="0"/>
              <a:t>3600</a:t>
            </a:r>
            <a:r>
              <a:rPr kumimoji="1" lang="ja-JP" altLang="en-US"/>
              <a:t>万</a:t>
            </a:r>
            <a:br>
              <a:rPr kumimoji="1" lang="en-US" altLang="ja-JP" dirty="0"/>
            </a:br>
            <a:r>
              <a:rPr kumimoji="1" lang="ja-JP" altLang="en-US"/>
              <a:t>だっとすると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AF2705-AA35-3D40-897E-7E8F818B9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The target of production is 36000000</a:t>
            </a:r>
          </a:p>
          <a:p>
            <a:r>
              <a:rPr lang="ja-JP" altLang="en-US"/>
              <a:t>３桁ごとにカンマをつける</a:t>
            </a:r>
            <a:endParaRPr lang="en-US" altLang="ja-JP" dirty="0"/>
          </a:p>
          <a:p>
            <a:pPr lvl="1"/>
            <a:r>
              <a:rPr lang="en-US" altLang="ja-JP" dirty="0"/>
              <a:t>The target of production is 36,000,000</a:t>
            </a:r>
          </a:p>
          <a:p>
            <a:r>
              <a:rPr lang="en-US" altLang="ja-JP" dirty="0"/>
              <a:t>3</a:t>
            </a:r>
            <a:r>
              <a:rPr lang="ja-JP" altLang="en-US"/>
              <a:t>桁ごとの表記</a:t>
            </a:r>
            <a:r>
              <a:rPr lang="en-US" altLang="ja-JP" dirty="0"/>
              <a:t>(thousand, million,…)</a:t>
            </a:r>
            <a:r>
              <a:rPr lang="ja-JP" altLang="en-US"/>
              <a:t>を用いる</a:t>
            </a:r>
            <a:endParaRPr lang="en-US" altLang="ja-JP" dirty="0"/>
          </a:p>
          <a:p>
            <a:pPr lvl="1"/>
            <a:r>
              <a:rPr lang="en-US" altLang="ja-JP" u="sng" dirty="0"/>
              <a:t>The target of production is 36 million.</a:t>
            </a:r>
          </a:p>
        </p:txBody>
      </p:sp>
    </p:spTree>
    <p:extLst>
      <p:ext uri="{BB962C8B-B14F-4D97-AF65-F5344CB8AC3E}">
        <p14:creationId xmlns:p14="http://schemas.microsoft.com/office/powerpoint/2010/main" val="361582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876ED9-EF40-264F-BD24-A0A222A8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略語もあいまい表現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7861CE-E9FB-9648-B134-4FCE0F70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最近の自動車には、</a:t>
            </a:r>
            <a:r>
              <a:rPr lang="en-US" altLang="ja-JP" dirty="0"/>
              <a:t>ABS</a:t>
            </a:r>
            <a:r>
              <a:rPr lang="ja-JP" altLang="en-US"/>
              <a:t>が使われている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4419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C94C8E-7138-8846-94F1-7C089D09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ABS</a:t>
            </a:r>
            <a:r>
              <a:rPr kumimoji="1" lang="ja-JP" altLang="en-US"/>
              <a:t>とは</a:t>
            </a:r>
            <a:r>
              <a:rPr lang="en-US" altLang="ja-JP" dirty="0"/>
              <a:t>?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BB17BB-CA70-224B-96A9-B2A3D7A32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antilock braking system</a:t>
            </a:r>
          </a:p>
          <a:p>
            <a:pPr lvl="1"/>
            <a:r>
              <a:rPr lang="ja-JP" altLang="en-US"/>
              <a:t>今回はこれの意味にする</a:t>
            </a:r>
            <a:endParaRPr kumimoji="1" lang="en-US" altLang="ja-JP" dirty="0"/>
          </a:p>
          <a:p>
            <a:r>
              <a:rPr lang="en-US" altLang="ja-JP" dirty="0"/>
              <a:t>automatic braking system</a:t>
            </a:r>
          </a:p>
          <a:p>
            <a:r>
              <a:rPr kumimoji="1" lang="en-US" altLang="ja-JP" dirty="0"/>
              <a:t>acrylonitrile butadiene styrene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30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EA1A5-3485-B243-BAA9-E1A8D187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略語のスペルアウトの仕方</a:t>
            </a:r>
            <a:br>
              <a:rPr kumimoji="1" lang="en-US" altLang="ja-JP" dirty="0"/>
            </a:br>
            <a:r>
              <a:rPr kumimoji="1" lang="ja-JP" altLang="en-US"/>
              <a:t>どれがいいでしょう？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1BD17F-CA4C-6041-9852-80510BB2C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an antilock braking system (ABS)</a:t>
            </a:r>
            <a:r>
              <a:rPr kumimoji="1" lang="ja-JP" altLang="en-US"/>
              <a:t>　</a:t>
            </a:r>
            <a:r>
              <a:rPr kumimoji="1" lang="en-US" altLang="ja-JP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an ABS (antilock braking system)</a:t>
            </a:r>
            <a:r>
              <a:rPr lang="ja-JP" altLang="en-US"/>
              <a:t>　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an Antilock Braking System (ABS)</a:t>
            </a:r>
            <a:r>
              <a:rPr kumimoji="1" lang="ja-JP" altLang="en-US"/>
              <a:t>　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an ABS (Antilock Braking System)</a:t>
            </a:r>
            <a:r>
              <a:rPr lang="ja-JP" altLang="en-US"/>
              <a:t>　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57725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EA1A5-3485-B243-BAA9-E1A8D187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略語のスペルアウトの仕方</a:t>
            </a:r>
            <a:br>
              <a:rPr kumimoji="1" lang="en-US" altLang="ja-JP" dirty="0"/>
            </a:br>
            <a:r>
              <a:rPr kumimoji="1" lang="ja-JP" altLang="en-US"/>
              <a:t>どれがいいでしょう？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1BD17F-CA4C-6041-9852-80510BB2C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an antilock braking system (ABS)</a:t>
            </a:r>
            <a:r>
              <a:rPr kumimoji="1" lang="ja-JP" altLang="en-US"/>
              <a:t>　◎</a:t>
            </a:r>
            <a:r>
              <a:rPr kumimoji="1" lang="en-US" altLang="ja-JP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an ABS (antilock braking system)</a:t>
            </a:r>
            <a:r>
              <a:rPr lang="ja-JP" altLang="en-US"/>
              <a:t>　◯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an Antilock Braking System (ABS)</a:t>
            </a:r>
            <a:r>
              <a:rPr kumimoji="1" lang="ja-JP" altLang="en-US"/>
              <a:t>　☓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an ABS (Antilock Braking System)</a:t>
            </a:r>
            <a:r>
              <a:rPr lang="ja-JP" altLang="en-US"/>
              <a:t>　△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7020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FA274D-C7FF-0D49-8023-906340A4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技術英語ライティングの基本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AE2638-60D5-BD45-8FFE-B43770B9D2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/>
              <a:t>第一部</a:t>
            </a:r>
            <a:endParaRPr lang="en-US" altLang="ja-JP" dirty="0"/>
          </a:p>
          <a:p>
            <a:pPr lvl="1"/>
            <a:r>
              <a:rPr lang="ja-JP" altLang="en-US"/>
              <a:t>すっきり最小主義</a:t>
            </a:r>
            <a:endParaRPr lang="en-US" altLang="ja-JP" dirty="0"/>
          </a:p>
          <a:p>
            <a:pPr lvl="1"/>
            <a:r>
              <a:rPr lang="ja-JP" altLang="en-US"/>
              <a:t>まずは具体化主義</a:t>
            </a:r>
            <a:endParaRPr lang="en-US" altLang="ja-JP" dirty="0"/>
          </a:p>
          <a:p>
            <a:pPr lvl="1"/>
            <a:r>
              <a:rPr lang="ja-JP" altLang="en-US">
                <a:solidFill>
                  <a:srgbClr val="FF0000"/>
                </a:solidFill>
              </a:rPr>
              <a:t>とことん動詞主義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/>
              <a:t>まっすぐ能動態主義</a:t>
            </a:r>
            <a:endParaRPr lang="en-US" altLang="ja-JP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51C3873-55E2-3340-B0E7-0400BF6671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/>
              <a:t>第２部</a:t>
            </a:r>
            <a:br>
              <a:rPr lang="en-US" altLang="ja-JP" dirty="0"/>
            </a:br>
            <a:r>
              <a:rPr lang="ja-JP" altLang="en-US"/>
              <a:t>これならわかる英文法</a:t>
            </a:r>
            <a:endParaRPr lang="en-US" altLang="ja-JP" dirty="0"/>
          </a:p>
          <a:p>
            <a:r>
              <a:rPr lang="ja-JP" altLang="en-US"/>
              <a:t>第３部</a:t>
            </a:r>
            <a:br>
              <a:rPr lang="en-US" altLang="ja-JP" dirty="0"/>
            </a:br>
            <a:r>
              <a:rPr lang="ja-JP" altLang="en-US"/>
              <a:t>これですっきり数字と記号</a:t>
            </a:r>
          </a:p>
        </p:txBody>
      </p:sp>
    </p:spTree>
    <p:extLst>
      <p:ext uri="{BB962C8B-B14F-4D97-AF65-F5344CB8AC3E}">
        <p14:creationId xmlns:p14="http://schemas.microsoft.com/office/powerpoint/2010/main" val="4217709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CB0263-F7B4-F440-9D28-158204EF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とことん動詞主義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35B9F0-4C3E-6845-9A24-3DE60365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以下、厳密に言うと訳しもれているところがある。どこか？</a:t>
            </a:r>
            <a:endParaRPr kumimoji="1" lang="en-US" altLang="ja-JP" dirty="0"/>
          </a:p>
          <a:p>
            <a:pPr lvl="1"/>
            <a:r>
              <a:rPr lang="ja-JP" altLang="en-US" sz="3600"/>
              <a:t>オイルチェックは</a:t>
            </a:r>
            <a:r>
              <a:rPr lang="en-US" altLang="ja-JP" sz="3600" dirty="0"/>
              <a:t>1</a:t>
            </a:r>
            <a:r>
              <a:rPr lang="ja-JP" altLang="en-US" sz="3600"/>
              <a:t>日</a:t>
            </a:r>
            <a:r>
              <a:rPr lang="en-US" altLang="ja-JP" sz="3600" dirty="0"/>
              <a:t>1</a:t>
            </a:r>
            <a:r>
              <a:rPr lang="ja-JP" altLang="en-US" sz="3600"/>
              <a:t>度行うこと</a:t>
            </a:r>
            <a:endParaRPr lang="en-US" altLang="ja-JP" sz="3600" dirty="0"/>
          </a:p>
          <a:p>
            <a:pPr lvl="1"/>
            <a:r>
              <a:rPr kumimoji="1" lang="en-US" altLang="ja-JP" sz="3600" dirty="0"/>
              <a:t>Check the oil level at least once a day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2634395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9BCD1E-D06C-474C-8BBE-F754665B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「行うこと」を訳していない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CE690F-A41D-5C41-9CCE-4D8D6BCF8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訳すとすると</a:t>
            </a:r>
            <a:endParaRPr kumimoji="1" lang="en-US" altLang="ja-JP" dirty="0"/>
          </a:p>
          <a:p>
            <a:pPr lvl="1"/>
            <a:r>
              <a:rPr lang="en-US" altLang="ja-JP" dirty="0"/>
              <a:t>Do oil check at least once a day</a:t>
            </a:r>
          </a:p>
          <a:p>
            <a:pPr lvl="1"/>
            <a:r>
              <a:rPr kumimoji="1" lang="en-US" altLang="ja-JP" dirty="0"/>
              <a:t>Perform oil check at least once a day</a:t>
            </a:r>
          </a:p>
          <a:p>
            <a:r>
              <a:rPr lang="ja-JP" altLang="en-US"/>
              <a:t>「名詞</a:t>
            </a:r>
            <a:r>
              <a:rPr lang="en-US" altLang="ja-JP" dirty="0"/>
              <a:t>+</a:t>
            </a:r>
            <a:r>
              <a:rPr lang="ja-JP" altLang="en-US"/>
              <a:t>行う」とか「名詞</a:t>
            </a:r>
            <a:r>
              <a:rPr lang="en-US" altLang="ja-JP" dirty="0"/>
              <a:t>+</a:t>
            </a:r>
            <a:r>
              <a:rPr lang="ja-JP" altLang="en-US"/>
              <a:t>である」は一つの動詞で表したほうがすっきりする</a:t>
            </a:r>
            <a:endParaRPr lang="en-US" altLang="ja-JP" dirty="0"/>
          </a:p>
          <a:p>
            <a:pPr lvl="1"/>
            <a:r>
              <a:rPr kumimoji="1" lang="ja-JP" altLang="en-US"/>
              <a:t>（日本語でも、「</a:t>
            </a:r>
            <a:r>
              <a:rPr kumimoji="1" lang="en-US" altLang="ja-JP" dirty="0"/>
              <a:t>~</a:t>
            </a:r>
            <a:r>
              <a:rPr kumimoji="1" lang="ja-JP" altLang="en-US"/>
              <a:t>行う」は避けたほうがいい）</a:t>
            </a:r>
          </a:p>
        </p:txBody>
      </p:sp>
    </p:spTree>
    <p:extLst>
      <p:ext uri="{BB962C8B-B14F-4D97-AF65-F5344CB8AC3E}">
        <p14:creationId xmlns:p14="http://schemas.microsoft.com/office/powerpoint/2010/main" val="2725360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121F4-FFD2-774D-A551-5340021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「行う」は英語でもカット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EA3C95-1289-F443-BAB6-570732EEA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以下の訳を簡単にせよ</a:t>
            </a:r>
            <a:endParaRPr kumimoji="1" lang="en-US" altLang="ja-JP" dirty="0"/>
          </a:p>
          <a:p>
            <a:pPr lvl="1"/>
            <a:r>
              <a:rPr lang="ja-JP" altLang="en-US"/>
              <a:t>両企業はライセンス契約の修正を行った</a:t>
            </a:r>
            <a:endParaRPr lang="en-US" altLang="ja-JP" dirty="0"/>
          </a:p>
          <a:p>
            <a:pPr lvl="1"/>
            <a:r>
              <a:rPr kumimoji="1" lang="en-US" altLang="ja-JP" dirty="0"/>
              <a:t>The two companies made an amendment to the license agreement</a:t>
            </a:r>
          </a:p>
        </p:txBody>
      </p:sp>
    </p:spTree>
    <p:extLst>
      <p:ext uri="{BB962C8B-B14F-4D97-AF65-F5344CB8AC3E}">
        <p14:creationId xmlns:p14="http://schemas.microsoft.com/office/powerpoint/2010/main" val="2415336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3A9FB-D312-D146-BEAC-F484A887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解答例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132FCA-9A0A-9C45-B0D2-F56DD41E2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The two companies amended the license agreement</a:t>
            </a:r>
          </a:p>
          <a:p>
            <a:r>
              <a:rPr lang="ja-JP" altLang="en-US"/>
              <a:t>強い動詞</a:t>
            </a:r>
            <a:r>
              <a:rPr lang="en-US" altLang="ja-JP" dirty="0"/>
              <a:t> &gt; </a:t>
            </a:r>
            <a:r>
              <a:rPr lang="ja-JP" altLang="en-US"/>
              <a:t>弱い動詞</a:t>
            </a:r>
            <a:r>
              <a:rPr lang="en-US" altLang="ja-JP" dirty="0"/>
              <a:t> + </a:t>
            </a:r>
            <a:r>
              <a:rPr lang="ja-JP" altLang="en-US"/>
              <a:t>名詞</a:t>
            </a:r>
            <a:endParaRPr lang="en-US" altLang="ja-JP" dirty="0"/>
          </a:p>
          <a:p>
            <a:pPr lvl="1"/>
            <a:r>
              <a:rPr lang="en-US" altLang="ja-JP" dirty="0"/>
              <a:t>The two companies made </a:t>
            </a:r>
          </a:p>
          <a:p>
            <a:pPr lvl="1"/>
            <a:r>
              <a:rPr lang="en-US" altLang="ja-JP" u="sng" dirty="0"/>
              <a:t>The two companies amended</a:t>
            </a:r>
          </a:p>
        </p:txBody>
      </p:sp>
    </p:spTree>
    <p:extLst>
      <p:ext uri="{BB962C8B-B14F-4D97-AF65-F5344CB8AC3E}">
        <p14:creationId xmlns:p14="http://schemas.microsoft.com/office/powerpoint/2010/main" val="777908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FDE53-F285-6944-9B98-E03458F67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名詞に化けた動詞を探せ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935C98-D218-154E-BD7F-1BEA4EF6A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以下の訳を簡単にせよ</a:t>
            </a:r>
            <a:endParaRPr lang="en-US" altLang="ja-JP" dirty="0"/>
          </a:p>
          <a:p>
            <a:pPr lvl="1"/>
            <a:r>
              <a:rPr lang="ja-JP" altLang="en-US"/>
              <a:t>付録</a:t>
            </a:r>
            <a:r>
              <a:rPr lang="en-US" altLang="ja-JP" dirty="0"/>
              <a:t>1</a:t>
            </a:r>
            <a:r>
              <a:rPr lang="ja-JP" altLang="en-US"/>
              <a:t>はユニットの分解手順の説明である</a:t>
            </a:r>
            <a:endParaRPr lang="en-US" altLang="ja-JP" dirty="0"/>
          </a:p>
          <a:p>
            <a:pPr lvl="1"/>
            <a:r>
              <a:rPr lang="en-US" altLang="ja-JP" dirty="0"/>
              <a:t>Appendix 1 is a description of the disassembly procedure of the unit</a:t>
            </a:r>
          </a:p>
          <a:p>
            <a:pPr marL="0" indent="0">
              <a:buNone/>
            </a:pPr>
            <a:endParaRPr lang="en-US" altLang="ja-JP" dirty="0"/>
          </a:p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44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9C63E-6FF7-5C42-A9F6-E2ADF519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名詞句の中に名詞句がいっぱい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7FDEE9-D0A3-414E-B88D-96FFBDDD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 description of the disassembly procedure of the unit</a:t>
            </a:r>
          </a:p>
          <a:p>
            <a:r>
              <a:rPr lang="en-US" altLang="ja-JP" dirty="0"/>
              <a:t>a description of the disassembly procedure</a:t>
            </a:r>
          </a:p>
          <a:p>
            <a:r>
              <a:rPr lang="en-US" altLang="ja-JP" dirty="0"/>
              <a:t>the disassembly procedure of the unit</a:t>
            </a:r>
          </a:p>
          <a:p>
            <a:r>
              <a:rPr lang="en-US" altLang="ja-JP" dirty="0"/>
              <a:t>the disassembly procedure</a:t>
            </a:r>
          </a:p>
          <a:p>
            <a:r>
              <a:rPr lang="en-US" altLang="ja-JP" dirty="0"/>
              <a:t>a description</a:t>
            </a:r>
          </a:p>
          <a:p>
            <a:r>
              <a:rPr lang="en-US" altLang="ja-JP" dirty="0"/>
              <a:t>the unit</a:t>
            </a:r>
          </a:p>
          <a:p>
            <a:r>
              <a:rPr lang="en-US" altLang="ja-JP" dirty="0"/>
              <a:t>Appendix 1</a:t>
            </a:r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3762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3E874-4D2E-6D4D-9285-17CA0053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動詞を使おう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433531-C205-4E49-BA47-FAE250790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Appendix 1 describes the disassembly procedure of the unit</a:t>
            </a:r>
          </a:p>
          <a:p>
            <a:r>
              <a:rPr lang="en-US" altLang="ja-JP" dirty="0"/>
              <a:t>Appendix 1 describes how to disassemble the unit</a:t>
            </a:r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3045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4E70E-9ADF-FA48-B07A-8F741745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動詞を使って簡単にしよう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3200B0-2C1A-7E41-BA8C-FFE7C37F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汚染の原因は工場からの有害物質の漏れであった</a:t>
            </a:r>
            <a:endParaRPr kumimoji="1" lang="en-US" altLang="ja-JP" dirty="0"/>
          </a:p>
          <a:p>
            <a:r>
              <a:rPr kumimoji="1" lang="en-US" altLang="ja-JP" dirty="0"/>
              <a:t>The cause of the pollution was a leak of hazardous materials from the plant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13850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5E345A-432A-4F4D-88D8-BEFFEB85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色々な解答例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EDF194-329B-0945-B14F-4FC0546F4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 leak of hazardous materials from the plant caused the pollution</a:t>
            </a:r>
          </a:p>
          <a:p>
            <a:r>
              <a:rPr kumimoji="1" lang="en-US" altLang="ja-JP" dirty="0"/>
              <a:t>Hazardous materials leaked from the plant and caused the pollution</a:t>
            </a:r>
          </a:p>
          <a:p>
            <a:r>
              <a:rPr lang="en-US" altLang="ja-JP" dirty="0"/>
              <a:t>Hazardous materials leaking from the plant caused the pollution</a:t>
            </a:r>
          </a:p>
          <a:p>
            <a:r>
              <a:rPr kumimoji="1" lang="en-US" altLang="ja-JP" dirty="0"/>
              <a:t>We found that hazardous materials leaking from the plant caused the pollution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022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4210CD-43CC-224E-AC92-44049CB9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とことん動詞主義の</a:t>
            </a:r>
            <a:br>
              <a:rPr kumimoji="1" lang="en-US" altLang="ja-JP" dirty="0"/>
            </a:br>
            <a:r>
              <a:rPr kumimoji="1" lang="en-US" altLang="ja-JP" dirty="0"/>
              <a:t>2</a:t>
            </a:r>
            <a:r>
              <a:rPr kumimoji="1" lang="ja-JP" altLang="en-US"/>
              <a:t>つのおまけメリット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E08BFE-F504-E743-996C-8F1A18284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前置詞がいらない（ことが多い）</a:t>
            </a:r>
            <a:endParaRPr kumimoji="1" lang="en-US" altLang="ja-JP" dirty="0"/>
          </a:p>
          <a:p>
            <a:pPr lvl="1"/>
            <a:r>
              <a:rPr lang="en-US" altLang="ja-JP" dirty="0"/>
              <a:t>The two companies made an amendment (     ) the license agreement</a:t>
            </a:r>
          </a:p>
          <a:p>
            <a:pPr lvl="1"/>
            <a:r>
              <a:rPr lang="ja-JP" altLang="en-US"/>
              <a:t>動詞を使うと</a:t>
            </a:r>
            <a:r>
              <a:rPr lang="en-US" altLang="ja-JP" dirty="0"/>
              <a:t>: The two companies amended the license agreement</a:t>
            </a:r>
          </a:p>
          <a:p>
            <a:pPr lvl="1"/>
            <a:r>
              <a:rPr kumimoji="1" lang="ja-JP" altLang="en-US"/>
              <a:t>日本語の問題だと？</a:t>
            </a:r>
            <a:endParaRPr kumimoji="1" lang="en-US" altLang="ja-JP" dirty="0"/>
          </a:p>
          <a:p>
            <a:pPr lvl="2"/>
            <a:r>
              <a:rPr lang="ja-JP" altLang="en-US"/>
              <a:t>両企業はライセンス契約</a:t>
            </a:r>
            <a:r>
              <a:rPr lang="en-US" altLang="ja-JP" dirty="0"/>
              <a:t>(   )</a:t>
            </a:r>
            <a:r>
              <a:rPr lang="ja-JP" altLang="en-US"/>
              <a:t>修正を行った</a:t>
            </a:r>
            <a:endParaRPr lang="en-US" altLang="ja-JP" dirty="0"/>
          </a:p>
          <a:p>
            <a:pPr lvl="2"/>
            <a:r>
              <a:rPr kumimoji="1" lang="ja-JP" altLang="en-US"/>
              <a:t>両企業はライセンス契約</a:t>
            </a:r>
            <a:r>
              <a:rPr kumimoji="1" lang="en-US" altLang="ja-JP" dirty="0"/>
              <a:t>(  )</a:t>
            </a:r>
            <a:r>
              <a:rPr kumimoji="1" lang="ja-JP" altLang="en-US"/>
              <a:t>修正した</a:t>
            </a:r>
            <a:endParaRPr kumimoji="1" lang="en-US" altLang="ja-JP" dirty="0"/>
          </a:p>
          <a:p>
            <a:r>
              <a:rPr lang="ja-JP" altLang="en-US"/>
              <a:t>冠詞がいらない</a:t>
            </a:r>
            <a:endParaRPr lang="en-US" altLang="ja-JP" dirty="0"/>
          </a:p>
          <a:p>
            <a:pPr lvl="1"/>
            <a:r>
              <a:rPr lang="en-US" altLang="ja-JP" dirty="0"/>
              <a:t>an amendment, the two companies, the agreement </a:t>
            </a:r>
          </a:p>
          <a:p>
            <a:pPr lvl="1"/>
            <a:r>
              <a:rPr kumimoji="1" lang="ja-JP" altLang="en-US"/>
              <a:t>動詞を使えば冠詞はいらない</a:t>
            </a:r>
          </a:p>
        </p:txBody>
      </p:sp>
    </p:spTree>
    <p:extLst>
      <p:ext uri="{BB962C8B-B14F-4D97-AF65-F5344CB8AC3E}">
        <p14:creationId xmlns:p14="http://schemas.microsoft.com/office/powerpoint/2010/main" val="3833740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62CBD-BA96-1D4B-881E-02AEDCA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427864-2384-BB4F-AD73-FFB448F6B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結局、日本語（母国語）の能力が重要</a:t>
            </a:r>
            <a:endParaRPr kumimoji="1" lang="en-US" altLang="ja-JP" dirty="0"/>
          </a:p>
          <a:p>
            <a:r>
              <a:rPr lang="ja-JP" altLang="en-US"/>
              <a:t>必要最小限の日本語にしてから、英語にする⇒技術英語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毎回、</a:t>
            </a:r>
            <a:r>
              <a:rPr lang="en-US" altLang="ja-JP" dirty="0"/>
              <a:t>Miro</a:t>
            </a:r>
            <a:r>
              <a:rPr lang="ja-JP" altLang="en-US"/>
              <a:t>を使った演習、数回の課題提出</a:t>
            </a:r>
            <a:endParaRPr lang="en-US" altLang="ja-JP" dirty="0"/>
          </a:p>
          <a:p>
            <a:pPr lvl="1"/>
            <a:r>
              <a:rPr lang="ja-JP" altLang="en-US"/>
              <a:t>英語論文を書く予定があれば、それを提出してもいいです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1428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6345</TotalTime>
  <Words>1072</Words>
  <Application>Microsoft Macintosh PowerPoint</Application>
  <PresentationFormat>ワイド画面</PresentationFormat>
  <Paragraphs>155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游ゴシック</vt:lpstr>
      <vt:lpstr>游ゴシック Light</vt:lpstr>
      <vt:lpstr>Arial</vt:lpstr>
      <vt:lpstr>Office テーマ</vt:lpstr>
      <vt:lpstr>2024情報論2 2024/4/17 2限(10:40)</vt:lpstr>
      <vt:lpstr>技術英語ライティングの基本</vt:lpstr>
      <vt:lpstr>まず具体化主義</vt:lpstr>
      <vt:lpstr>具体化による英訳の簡略化</vt:lpstr>
      <vt:lpstr>時間のあいまい表現</vt:lpstr>
      <vt:lpstr>時間はどれぐらい？</vt:lpstr>
      <vt:lpstr>「通常」の表現</vt:lpstr>
      <vt:lpstr>具体的なことは訳しやすい</vt:lpstr>
      <vt:lpstr>「数千万」を訳すと？</vt:lpstr>
      <vt:lpstr>調べた結果、数千万ではなくて、3600万 だっとすると</vt:lpstr>
      <vt:lpstr>略語もあいまい表現</vt:lpstr>
      <vt:lpstr>ABSとは?</vt:lpstr>
      <vt:lpstr>略語のスペルアウトの仕方 どれがいいでしょう？</vt:lpstr>
      <vt:lpstr>略語のスペルアウトの仕方 どれがいいでしょう？</vt:lpstr>
      <vt:lpstr>技術英語ライティングの基本</vt:lpstr>
      <vt:lpstr>とことん動詞主義</vt:lpstr>
      <vt:lpstr>「行うこと」を訳していない</vt:lpstr>
      <vt:lpstr>「行う」は英語でもカット</vt:lpstr>
      <vt:lpstr>解答例</vt:lpstr>
      <vt:lpstr>名詞に化けた動詞を探せ</vt:lpstr>
      <vt:lpstr>名詞句の中に名詞句がいっぱい</vt:lpstr>
      <vt:lpstr>動詞を使おう</vt:lpstr>
      <vt:lpstr>動詞を使って簡単にしよう</vt:lpstr>
      <vt:lpstr>色々な解答例</vt:lpstr>
      <vt:lpstr>とことん動詞主義の 2つのおまけメリット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マツノユタカ</dc:creator>
  <cp:lastModifiedBy>マツノユタカ</cp:lastModifiedBy>
  <cp:revision>192</cp:revision>
  <cp:lastPrinted>2020-09-30T21:56:33Z</cp:lastPrinted>
  <dcterms:created xsi:type="dcterms:W3CDTF">2020-09-21T06:31:47Z</dcterms:created>
  <dcterms:modified xsi:type="dcterms:W3CDTF">2025-04-16T09:26:45Z</dcterms:modified>
</cp:coreProperties>
</file>