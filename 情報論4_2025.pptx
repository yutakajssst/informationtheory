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360"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78" r:id="rId19"/>
    <p:sldId id="347" r:id="rId20"/>
    <p:sldId id="348" r:id="rId21"/>
    <p:sldId id="349" r:id="rId22"/>
    <p:sldId id="350" r:id="rId23"/>
    <p:sldId id="351" r:id="rId24"/>
    <p:sldId id="352" r:id="rId25"/>
    <p:sldId id="353" r:id="rId26"/>
    <p:sldId id="379" r:id="rId27"/>
    <p:sldId id="354" r:id="rId28"/>
    <p:sldId id="381" r:id="rId29"/>
    <p:sldId id="355" r:id="rId30"/>
    <p:sldId id="356" r:id="rId31"/>
    <p:sldId id="380" r:id="rId32"/>
    <p:sldId id="357" r:id="rId33"/>
    <p:sldId id="377" r:id="rId34"/>
    <p:sldId id="358" r:id="rId35"/>
    <p:sldId id="359" r:id="rId36"/>
    <p:sldId id="363" r:id="rId37"/>
    <p:sldId id="362" r:id="rId38"/>
    <p:sldId id="364" r:id="rId39"/>
    <p:sldId id="365" r:id="rId40"/>
    <p:sldId id="367" r:id="rId41"/>
    <p:sldId id="368" r:id="rId42"/>
    <p:sldId id="369" r:id="rId43"/>
    <p:sldId id="370" r:id="rId44"/>
    <p:sldId id="371" r:id="rId45"/>
    <p:sldId id="372" r:id="rId46"/>
    <p:sldId id="373" r:id="rId47"/>
    <p:sldId id="374" r:id="rId48"/>
    <p:sldId id="375" r:id="rId49"/>
    <p:sldId id="376" r:id="rId50"/>
    <p:sldId id="273" r:id="rId5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84"/>
    <p:restoredTop sz="96327"/>
  </p:normalViewPr>
  <p:slideViewPr>
    <p:cSldViewPr snapToGrid="0" snapToObjects="1">
      <p:cViewPr varScale="1">
        <p:scale>
          <a:sx n="128" d="100"/>
          <a:sy n="128" d="100"/>
        </p:scale>
        <p:origin x="4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2E8E6D-4253-44EA-9B54-7FB98FC622FD}"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45C0CCEF-19CC-4B6A-B65F-D2AACF44421E}">
      <dgm:prSet/>
      <dgm:spPr/>
      <dgm:t>
        <a:bodyPr/>
        <a:lstStyle/>
        <a:p>
          <a:r>
            <a:rPr kumimoji="1" lang="ja-JP">
              <a:solidFill>
                <a:srgbClr val="FF0000"/>
              </a:solidFill>
            </a:rPr>
            <a:t>名詞をきちんと使おう</a:t>
          </a:r>
          <a:endParaRPr lang="en-US" dirty="0">
            <a:solidFill>
              <a:srgbClr val="FF0000"/>
            </a:solidFill>
          </a:endParaRPr>
        </a:p>
      </dgm:t>
    </dgm:pt>
    <dgm:pt modelId="{3ACB7C50-B953-4A45-8473-2810FAA0803A}" type="parTrans" cxnId="{BD98AD9E-088B-408F-9029-1BF0C07E053D}">
      <dgm:prSet/>
      <dgm:spPr/>
      <dgm:t>
        <a:bodyPr/>
        <a:lstStyle/>
        <a:p>
          <a:endParaRPr lang="en-US"/>
        </a:p>
      </dgm:t>
    </dgm:pt>
    <dgm:pt modelId="{5B84649E-4998-4973-AF1A-EBC57E459A22}" type="sibTrans" cxnId="{BD98AD9E-088B-408F-9029-1BF0C07E053D}">
      <dgm:prSet/>
      <dgm:spPr/>
      <dgm:t>
        <a:bodyPr/>
        <a:lstStyle/>
        <a:p>
          <a:endParaRPr lang="en-US"/>
        </a:p>
      </dgm:t>
    </dgm:pt>
    <dgm:pt modelId="{B9938D94-0FD0-401A-A916-89F04CF65154}">
      <dgm:prSet/>
      <dgm:spPr/>
      <dgm:t>
        <a:bodyPr/>
        <a:lstStyle/>
        <a:p>
          <a:r>
            <a:rPr kumimoji="1" lang="ja-JP">
              <a:solidFill>
                <a:srgbClr val="FF0000"/>
              </a:solidFill>
            </a:rPr>
            <a:t>冠詞のはなし</a:t>
          </a:r>
          <a:endParaRPr lang="en-US" dirty="0">
            <a:solidFill>
              <a:srgbClr val="FF0000"/>
            </a:solidFill>
          </a:endParaRPr>
        </a:p>
      </dgm:t>
    </dgm:pt>
    <dgm:pt modelId="{851C8090-B663-4B44-BD27-74E8F83F3285}" type="parTrans" cxnId="{C939326A-B16A-4EB0-97B6-7020229334B8}">
      <dgm:prSet/>
      <dgm:spPr/>
      <dgm:t>
        <a:bodyPr/>
        <a:lstStyle/>
        <a:p>
          <a:endParaRPr lang="en-US"/>
        </a:p>
      </dgm:t>
    </dgm:pt>
    <dgm:pt modelId="{7FBFB42D-400A-4F47-9EB3-2AC1C5BD024B}" type="sibTrans" cxnId="{C939326A-B16A-4EB0-97B6-7020229334B8}">
      <dgm:prSet/>
      <dgm:spPr/>
      <dgm:t>
        <a:bodyPr/>
        <a:lstStyle/>
        <a:p>
          <a:endParaRPr lang="en-US"/>
        </a:p>
      </dgm:t>
    </dgm:pt>
    <dgm:pt modelId="{57DB6FBE-C521-48B9-B549-D230978E039B}">
      <dgm:prSet/>
      <dgm:spPr/>
      <dgm:t>
        <a:bodyPr/>
        <a:lstStyle/>
        <a:p>
          <a:r>
            <a:rPr kumimoji="1" lang="ja-JP">
              <a:solidFill>
                <a:srgbClr val="FF0000"/>
              </a:solidFill>
            </a:rPr>
            <a:t>他動詞、自動詞をきちんと使おう</a:t>
          </a:r>
          <a:endParaRPr lang="en-US" dirty="0">
            <a:solidFill>
              <a:srgbClr val="FF0000"/>
            </a:solidFill>
          </a:endParaRPr>
        </a:p>
      </dgm:t>
    </dgm:pt>
    <dgm:pt modelId="{6DA0E94D-D867-4F34-8B2E-840AB672CAE6}" type="parTrans" cxnId="{6C413134-4DA4-490F-9A1A-035790907EFA}">
      <dgm:prSet/>
      <dgm:spPr/>
      <dgm:t>
        <a:bodyPr/>
        <a:lstStyle/>
        <a:p>
          <a:endParaRPr lang="en-US"/>
        </a:p>
      </dgm:t>
    </dgm:pt>
    <dgm:pt modelId="{4632A61F-61B1-4EF6-AEE5-9EAB0F3FCB7D}" type="sibTrans" cxnId="{6C413134-4DA4-490F-9A1A-035790907EFA}">
      <dgm:prSet/>
      <dgm:spPr/>
      <dgm:t>
        <a:bodyPr/>
        <a:lstStyle/>
        <a:p>
          <a:endParaRPr lang="en-US"/>
        </a:p>
      </dgm:t>
    </dgm:pt>
    <dgm:pt modelId="{0351D36B-AAF4-498B-8689-065CDB2CF80E}">
      <dgm:prSet/>
      <dgm:spPr/>
      <dgm:t>
        <a:bodyPr/>
        <a:lstStyle/>
        <a:p>
          <a:r>
            <a:rPr kumimoji="1" lang="ja-JP"/>
            <a:t>時制をきちんと書こう</a:t>
          </a:r>
          <a:endParaRPr lang="en-US"/>
        </a:p>
      </dgm:t>
    </dgm:pt>
    <dgm:pt modelId="{62B3719B-E6C7-4D60-8B8E-C265E672FD06}" type="parTrans" cxnId="{0B78FB7A-E844-4906-B229-F452148D238D}">
      <dgm:prSet/>
      <dgm:spPr/>
      <dgm:t>
        <a:bodyPr/>
        <a:lstStyle/>
        <a:p>
          <a:endParaRPr lang="en-US"/>
        </a:p>
      </dgm:t>
    </dgm:pt>
    <dgm:pt modelId="{DE1F2E32-C897-4A74-9FD5-A2EB5139F6C4}" type="sibTrans" cxnId="{0B78FB7A-E844-4906-B229-F452148D238D}">
      <dgm:prSet/>
      <dgm:spPr/>
      <dgm:t>
        <a:bodyPr/>
        <a:lstStyle/>
        <a:p>
          <a:endParaRPr lang="en-US"/>
        </a:p>
      </dgm:t>
    </dgm:pt>
    <dgm:pt modelId="{3D74095C-8FCD-4738-A8A9-49073111E203}">
      <dgm:prSet/>
      <dgm:spPr/>
      <dgm:t>
        <a:bodyPr/>
        <a:lstStyle/>
        <a:p>
          <a:r>
            <a:rPr kumimoji="1" lang="ja-JP"/>
            <a:t>助動詞でニュアンスを足そう</a:t>
          </a:r>
          <a:endParaRPr lang="en-US"/>
        </a:p>
      </dgm:t>
    </dgm:pt>
    <dgm:pt modelId="{B8AE2ABA-F9B3-485A-B65E-339FDC6D9315}" type="parTrans" cxnId="{AE24231E-3345-4C4A-8D9C-7CAC70453ADD}">
      <dgm:prSet/>
      <dgm:spPr/>
      <dgm:t>
        <a:bodyPr/>
        <a:lstStyle/>
        <a:p>
          <a:endParaRPr lang="en-US"/>
        </a:p>
      </dgm:t>
    </dgm:pt>
    <dgm:pt modelId="{53CBE310-C017-405A-B6EF-EAFF37FC32AC}" type="sibTrans" cxnId="{AE24231E-3345-4C4A-8D9C-7CAC70453ADD}">
      <dgm:prSet/>
      <dgm:spPr/>
      <dgm:t>
        <a:bodyPr/>
        <a:lstStyle/>
        <a:p>
          <a:endParaRPr lang="en-US"/>
        </a:p>
      </dgm:t>
    </dgm:pt>
    <dgm:pt modelId="{53F91823-40E4-4901-A938-34A86F3BA368}">
      <dgm:prSet/>
      <dgm:spPr/>
      <dgm:t>
        <a:bodyPr/>
        <a:lstStyle/>
        <a:p>
          <a:r>
            <a:rPr kumimoji="1" lang="ja-JP"/>
            <a:t>前置詞は意味を考えて選ぼう</a:t>
          </a:r>
          <a:endParaRPr lang="en-US"/>
        </a:p>
      </dgm:t>
    </dgm:pt>
    <dgm:pt modelId="{2203DD35-3EFE-4367-AEB3-B472207119A8}" type="parTrans" cxnId="{133587F6-AC76-4DD6-962A-1D1C480E098D}">
      <dgm:prSet/>
      <dgm:spPr/>
      <dgm:t>
        <a:bodyPr/>
        <a:lstStyle/>
        <a:p>
          <a:endParaRPr lang="en-US"/>
        </a:p>
      </dgm:t>
    </dgm:pt>
    <dgm:pt modelId="{A0C8DDFC-9595-4DDB-9E84-2F8655D8930A}" type="sibTrans" cxnId="{133587F6-AC76-4DD6-962A-1D1C480E098D}">
      <dgm:prSet/>
      <dgm:spPr/>
      <dgm:t>
        <a:bodyPr/>
        <a:lstStyle/>
        <a:p>
          <a:endParaRPr lang="en-US"/>
        </a:p>
      </dgm:t>
    </dgm:pt>
    <dgm:pt modelId="{DEFA2F7B-5679-B24B-B3A1-170F1A441735}" type="pres">
      <dgm:prSet presAssocID="{9F2E8E6D-4253-44EA-9B54-7FB98FC622FD}" presName="diagram" presStyleCnt="0">
        <dgm:presLayoutVars>
          <dgm:dir/>
          <dgm:resizeHandles val="exact"/>
        </dgm:presLayoutVars>
      </dgm:prSet>
      <dgm:spPr/>
    </dgm:pt>
    <dgm:pt modelId="{0E4F533B-0736-934B-B00C-8BDDEB3F4A5C}" type="pres">
      <dgm:prSet presAssocID="{45C0CCEF-19CC-4B6A-B65F-D2AACF44421E}" presName="node" presStyleLbl="node1" presStyleIdx="0" presStyleCnt="6">
        <dgm:presLayoutVars>
          <dgm:bulletEnabled val="1"/>
        </dgm:presLayoutVars>
      </dgm:prSet>
      <dgm:spPr/>
    </dgm:pt>
    <dgm:pt modelId="{BCDB4615-A50E-874D-8FE7-450BC926C8A9}" type="pres">
      <dgm:prSet presAssocID="{5B84649E-4998-4973-AF1A-EBC57E459A22}" presName="sibTrans" presStyleCnt="0"/>
      <dgm:spPr/>
    </dgm:pt>
    <dgm:pt modelId="{914993B8-2EC8-6442-9D2A-40D173C3C678}" type="pres">
      <dgm:prSet presAssocID="{B9938D94-0FD0-401A-A916-89F04CF65154}" presName="node" presStyleLbl="node1" presStyleIdx="1" presStyleCnt="6">
        <dgm:presLayoutVars>
          <dgm:bulletEnabled val="1"/>
        </dgm:presLayoutVars>
      </dgm:prSet>
      <dgm:spPr/>
    </dgm:pt>
    <dgm:pt modelId="{9EB5D43D-F61A-1F46-8836-49EC984C7630}" type="pres">
      <dgm:prSet presAssocID="{7FBFB42D-400A-4F47-9EB3-2AC1C5BD024B}" presName="sibTrans" presStyleCnt="0"/>
      <dgm:spPr/>
    </dgm:pt>
    <dgm:pt modelId="{5C35A46E-31AA-8244-B29D-00F9E4E3D2C0}" type="pres">
      <dgm:prSet presAssocID="{57DB6FBE-C521-48B9-B549-D230978E039B}" presName="node" presStyleLbl="node1" presStyleIdx="2" presStyleCnt="6">
        <dgm:presLayoutVars>
          <dgm:bulletEnabled val="1"/>
        </dgm:presLayoutVars>
      </dgm:prSet>
      <dgm:spPr/>
    </dgm:pt>
    <dgm:pt modelId="{57FBEF61-2B72-9140-BACB-A3988BE6DF3F}" type="pres">
      <dgm:prSet presAssocID="{4632A61F-61B1-4EF6-AEE5-9EAB0F3FCB7D}" presName="sibTrans" presStyleCnt="0"/>
      <dgm:spPr/>
    </dgm:pt>
    <dgm:pt modelId="{8A2FD582-B16D-9940-94C3-BC33EE9295EC}" type="pres">
      <dgm:prSet presAssocID="{0351D36B-AAF4-498B-8689-065CDB2CF80E}" presName="node" presStyleLbl="node1" presStyleIdx="3" presStyleCnt="6">
        <dgm:presLayoutVars>
          <dgm:bulletEnabled val="1"/>
        </dgm:presLayoutVars>
      </dgm:prSet>
      <dgm:spPr/>
    </dgm:pt>
    <dgm:pt modelId="{C0519626-E19C-014B-AC9A-6CB4BE578092}" type="pres">
      <dgm:prSet presAssocID="{DE1F2E32-C897-4A74-9FD5-A2EB5139F6C4}" presName="sibTrans" presStyleCnt="0"/>
      <dgm:spPr/>
    </dgm:pt>
    <dgm:pt modelId="{39316302-6E13-6F4B-9DE6-4CA080BC475F}" type="pres">
      <dgm:prSet presAssocID="{3D74095C-8FCD-4738-A8A9-49073111E203}" presName="node" presStyleLbl="node1" presStyleIdx="4" presStyleCnt="6">
        <dgm:presLayoutVars>
          <dgm:bulletEnabled val="1"/>
        </dgm:presLayoutVars>
      </dgm:prSet>
      <dgm:spPr/>
    </dgm:pt>
    <dgm:pt modelId="{9426C821-4EFD-C244-9509-35B57BB8831F}" type="pres">
      <dgm:prSet presAssocID="{53CBE310-C017-405A-B6EF-EAFF37FC32AC}" presName="sibTrans" presStyleCnt="0"/>
      <dgm:spPr/>
    </dgm:pt>
    <dgm:pt modelId="{F30CAE04-7E37-334F-8DF8-1EAAFF625056}" type="pres">
      <dgm:prSet presAssocID="{53F91823-40E4-4901-A938-34A86F3BA368}" presName="node" presStyleLbl="node1" presStyleIdx="5" presStyleCnt="6">
        <dgm:presLayoutVars>
          <dgm:bulletEnabled val="1"/>
        </dgm:presLayoutVars>
      </dgm:prSet>
      <dgm:spPr/>
    </dgm:pt>
  </dgm:ptLst>
  <dgm:cxnLst>
    <dgm:cxn modelId="{4B481D18-B7CD-B346-9FEA-AE2519D5CBD4}" type="presOf" srcId="{B9938D94-0FD0-401A-A916-89F04CF65154}" destId="{914993B8-2EC8-6442-9D2A-40D173C3C678}" srcOrd="0" destOrd="0" presId="urn:microsoft.com/office/officeart/2005/8/layout/default"/>
    <dgm:cxn modelId="{AE24231E-3345-4C4A-8D9C-7CAC70453ADD}" srcId="{9F2E8E6D-4253-44EA-9B54-7FB98FC622FD}" destId="{3D74095C-8FCD-4738-A8A9-49073111E203}" srcOrd="4" destOrd="0" parTransId="{B8AE2ABA-F9B3-485A-B65E-339FDC6D9315}" sibTransId="{53CBE310-C017-405A-B6EF-EAFF37FC32AC}"/>
    <dgm:cxn modelId="{6C413134-4DA4-490F-9A1A-035790907EFA}" srcId="{9F2E8E6D-4253-44EA-9B54-7FB98FC622FD}" destId="{57DB6FBE-C521-48B9-B549-D230978E039B}" srcOrd="2" destOrd="0" parTransId="{6DA0E94D-D867-4F34-8B2E-840AB672CAE6}" sibTransId="{4632A61F-61B1-4EF6-AEE5-9EAB0F3FCB7D}"/>
    <dgm:cxn modelId="{86D1B742-72FA-A145-B20E-0C8264A45925}" type="presOf" srcId="{0351D36B-AAF4-498B-8689-065CDB2CF80E}" destId="{8A2FD582-B16D-9940-94C3-BC33EE9295EC}" srcOrd="0" destOrd="0" presId="urn:microsoft.com/office/officeart/2005/8/layout/default"/>
    <dgm:cxn modelId="{73EABC4C-352C-AC4D-ACE1-A3CC92AADEEC}" type="presOf" srcId="{53F91823-40E4-4901-A938-34A86F3BA368}" destId="{F30CAE04-7E37-334F-8DF8-1EAAFF625056}" srcOrd="0" destOrd="0" presId="urn:microsoft.com/office/officeart/2005/8/layout/default"/>
    <dgm:cxn modelId="{4762FF54-AF0B-7146-8CFC-D18D4613FDBF}" type="presOf" srcId="{3D74095C-8FCD-4738-A8A9-49073111E203}" destId="{39316302-6E13-6F4B-9DE6-4CA080BC475F}" srcOrd="0" destOrd="0" presId="urn:microsoft.com/office/officeart/2005/8/layout/default"/>
    <dgm:cxn modelId="{C939326A-B16A-4EB0-97B6-7020229334B8}" srcId="{9F2E8E6D-4253-44EA-9B54-7FB98FC622FD}" destId="{B9938D94-0FD0-401A-A916-89F04CF65154}" srcOrd="1" destOrd="0" parTransId="{851C8090-B663-4B44-BD27-74E8F83F3285}" sibTransId="{7FBFB42D-400A-4F47-9EB3-2AC1C5BD024B}"/>
    <dgm:cxn modelId="{0B78FB7A-E844-4906-B229-F452148D238D}" srcId="{9F2E8E6D-4253-44EA-9B54-7FB98FC622FD}" destId="{0351D36B-AAF4-498B-8689-065CDB2CF80E}" srcOrd="3" destOrd="0" parTransId="{62B3719B-E6C7-4D60-8B8E-C265E672FD06}" sibTransId="{DE1F2E32-C897-4A74-9FD5-A2EB5139F6C4}"/>
    <dgm:cxn modelId="{21177C91-9F93-BF4F-96B1-56C5FE92ACAA}" type="presOf" srcId="{57DB6FBE-C521-48B9-B549-D230978E039B}" destId="{5C35A46E-31AA-8244-B29D-00F9E4E3D2C0}" srcOrd="0" destOrd="0" presId="urn:microsoft.com/office/officeart/2005/8/layout/default"/>
    <dgm:cxn modelId="{BD98AD9E-088B-408F-9029-1BF0C07E053D}" srcId="{9F2E8E6D-4253-44EA-9B54-7FB98FC622FD}" destId="{45C0CCEF-19CC-4B6A-B65F-D2AACF44421E}" srcOrd="0" destOrd="0" parTransId="{3ACB7C50-B953-4A45-8473-2810FAA0803A}" sibTransId="{5B84649E-4998-4973-AF1A-EBC57E459A22}"/>
    <dgm:cxn modelId="{F9C343A2-4D7D-D14E-BA68-39AA94057813}" type="presOf" srcId="{45C0CCEF-19CC-4B6A-B65F-D2AACF44421E}" destId="{0E4F533B-0736-934B-B00C-8BDDEB3F4A5C}" srcOrd="0" destOrd="0" presId="urn:microsoft.com/office/officeart/2005/8/layout/default"/>
    <dgm:cxn modelId="{B54E6AE2-B330-7146-B0F9-9F2CEA8DF26F}" type="presOf" srcId="{9F2E8E6D-4253-44EA-9B54-7FB98FC622FD}" destId="{DEFA2F7B-5679-B24B-B3A1-170F1A441735}" srcOrd="0" destOrd="0" presId="urn:microsoft.com/office/officeart/2005/8/layout/default"/>
    <dgm:cxn modelId="{133587F6-AC76-4DD6-962A-1D1C480E098D}" srcId="{9F2E8E6D-4253-44EA-9B54-7FB98FC622FD}" destId="{53F91823-40E4-4901-A938-34A86F3BA368}" srcOrd="5" destOrd="0" parTransId="{2203DD35-3EFE-4367-AEB3-B472207119A8}" sibTransId="{A0C8DDFC-9595-4DDB-9E84-2F8655D8930A}"/>
    <dgm:cxn modelId="{4F091944-1DC1-8A41-8D27-499A4F459B05}" type="presParOf" srcId="{DEFA2F7B-5679-B24B-B3A1-170F1A441735}" destId="{0E4F533B-0736-934B-B00C-8BDDEB3F4A5C}" srcOrd="0" destOrd="0" presId="urn:microsoft.com/office/officeart/2005/8/layout/default"/>
    <dgm:cxn modelId="{F54E4817-1C86-EC40-9B4A-B567638EC874}" type="presParOf" srcId="{DEFA2F7B-5679-B24B-B3A1-170F1A441735}" destId="{BCDB4615-A50E-874D-8FE7-450BC926C8A9}" srcOrd="1" destOrd="0" presId="urn:microsoft.com/office/officeart/2005/8/layout/default"/>
    <dgm:cxn modelId="{E97F42B7-1783-0A4E-82C5-76DBAFED8CC3}" type="presParOf" srcId="{DEFA2F7B-5679-B24B-B3A1-170F1A441735}" destId="{914993B8-2EC8-6442-9D2A-40D173C3C678}" srcOrd="2" destOrd="0" presId="urn:microsoft.com/office/officeart/2005/8/layout/default"/>
    <dgm:cxn modelId="{56B48F94-D442-7645-86D0-A0ADEB922AF8}" type="presParOf" srcId="{DEFA2F7B-5679-B24B-B3A1-170F1A441735}" destId="{9EB5D43D-F61A-1F46-8836-49EC984C7630}" srcOrd="3" destOrd="0" presId="urn:microsoft.com/office/officeart/2005/8/layout/default"/>
    <dgm:cxn modelId="{1E278F36-0839-594A-9314-850214357196}" type="presParOf" srcId="{DEFA2F7B-5679-B24B-B3A1-170F1A441735}" destId="{5C35A46E-31AA-8244-B29D-00F9E4E3D2C0}" srcOrd="4" destOrd="0" presId="urn:microsoft.com/office/officeart/2005/8/layout/default"/>
    <dgm:cxn modelId="{E278253A-9622-AA49-81D7-DABC614255DB}" type="presParOf" srcId="{DEFA2F7B-5679-B24B-B3A1-170F1A441735}" destId="{57FBEF61-2B72-9140-BACB-A3988BE6DF3F}" srcOrd="5" destOrd="0" presId="urn:microsoft.com/office/officeart/2005/8/layout/default"/>
    <dgm:cxn modelId="{A9C22597-B4EC-EA4C-AF65-C7C3B47B2002}" type="presParOf" srcId="{DEFA2F7B-5679-B24B-B3A1-170F1A441735}" destId="{8A2FD582-B16D-9940-94C3-BC33EE9295EC}" srcOrd="6" destOrd="0" presId="urn:microsoft.com/office/officeart/2005/8/layout/default"/>
    <dgm:cxn modelId="{27A0D848-126E-9F4B-A069-37C3CB7F63A8}" type="presParOf" srcId="{DEFA2F7B-5679-B24B-B3A1-170F1A441735}" destId="{C0519626-E19C-014B-AC9A-6CB4BE578092}" srcOrd="7" destOrd="0" presId="urn:microsoft.com/office/officeart/2005/8/layout/default"/>
    <dgm:cxn modelId="{4FFA8342-4285-D84C-9F91-CE68440B706F}" type="presParOf" srcId="{DEFA2F7B-5679-B24B-B3A1-170F1A441735}" destId="{39316302-6E13-6F4B-9DE6-4CA080BC475F}" srcOrd="8" destOrd="0" presId="urn:microsoft.com/office/officeart/2005/8/layout/default"/>
    <dgm:cxn modelId="{7CE47E3E-9A42-C24C-948B-4D14B0DEF5B2}" type="presParOf" srcId="{DEFA2F7B-5679-B24B-B3A1-170F1A441735}" destId="{9426C821-4EFD-C244-9509-35B57BB8831F}" srcOrd="9" destOrd="0" presId="urn:microsoft.com/office/officeart/2005/8/layout/default"/>
    <dgm:cxn modelId="{E32E8756-D418-BD4A-94E6-85669A3C1B43}" type="presParOf" srcId="{DEFA2F7B-5679-B24B-B3A1-170F1A441735}" destId="{F30CAE04-7E37-334F-8DF8-1EAAFF625056}"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4F533B-0736-934B-B00C-8BDDEB3F4A5C}">
      <dsp:nvSpPr>
        <dsp:cNvPr id="0" name=""/>
        <dsp:cNvSpPr/>
      </dsp:nvSpPr>
      <dsp:spPr>
        <a:xfrm>
          <a:off x="356483" y="3344"/>
          <a:ext cx="3342037" cy="200522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solidFill>
                <a:srgbClr val="FF0000"/>
              </a:solidFill>
            </a:rPr>
            <a:t>名詞をきちんと使おう</a:t>
          </a:r>
          <a:endParaRPr lang="en-US" sz="3000" kern="1200" dirty="0">
            <a:solidFill>
              <a:srgbClr val="FF0000"/>
            </a:solidFill>
          </a:endParaRPr>
        </a:p>
      </dsp:txBody>
      <dsp:txXfrm>
        <a:off x="356483" y="3344"/>
        <a:ext cx="3342037" cy="2005222"/>
      </dsp:txXfrm>
    </dsp:sp>
    <dsp:sp modelId="{914993B8-2EC8-6442-9D2A-40D173C3C678}">
      <dsp:nvSpPr>
        <dsp:cNvPr id="0" name=""/>
        <dsp:cNvSpPr/>
      </dsp:nvSpPr>
      <dsp:spPr>
        <a:xfrm>
          <a:off x="4032724" y="3344"/>
          <a:ext cx="3342037" cy="2005222"/>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solidFill>
                <a:srgbClr val="FF0000"/>
              </a:solidFill>
            </a:rPr>
            <a:t>冠詞のはなし</a:t>
          </a:r>
          <a:endParaRPr lang="en-US" sz="3000" kern="1200" dirty="0">
            <a:solidFill>
              <a:srgbClr val="FF0000"/>
            </a:solidFill>
          </a:endParaRPr>
        </a:p>
      </dsp:txBody>
      <dsp:txXfrm>
        <a:off x="4032724" y="3344"/>
        <a:ext cx="3342037" cy="2005222"/>
      </dsp:txXfrm>
    </dsp:sp>
    <dsp:sp modelId="{5C35A46E-31AA-8244-B29D-00F9E4E3D2C0}">
      <dsp:nvSpPr>
        <dsp:cNvPr id="0" name=""/>
        <dsp:cNvSpPr/>
      </dsp:nvSpPr>
      <dsp:spPr>
        <a:xfrm>
          <a:off x="7708965" y="3344"/>
          <a:ext cx="3342037" cy="2005222"/>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solidFill>
                <a:srgbClr val="FF0000"/>
              </a:solidFill>
            </a:rPr>
            <a:t>他動詞、自動詞をきちんと使おう</a:t>
          </a:r>
          <a:endParaRPr lang="en-US" sz="3000" kern="1200" dirty="0">
            <a:solidFill>
              <a:srgbClr val="FF0000"/>
            </a:solidFill>
          </a:endParaRPr>
        </a:p>
      </dsp:txBody>
      <dsp:txXfrm>
        <a:off x="7708965" y="3344"/>
        <a:ext cx="3342037" cy="2005222"/>
      </dsp:txXfrm>
    </dsp:sp>
    <dsp:sp modelId="{8A2FD582-B16D-9940-94C3-BC33EE9295EC}">
      <dsp:nvSpPr>
        <dsp:cNvPr id="0" name=""/>
        <dsp:cNvSpPr/>
      </dsp:nvSpPr>
      <dsp:spPr>
        <a:xfrm>
          <a:off x="356483" y="2342770"/>
          <a:ext cx="3342037" cy="2005222"/>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t>時制をきちんと書こう</a:t>
          </a:r>
          <a:endParaRPr lang="en-US" sz="3000" kern="1200"/>
        </a:p>
      </dsp:txBody>
      <dsp:txXfrm>
        <a:off x="356483" y="2342770"/>
        <a:ext cx="3342037" cy="2005222"/>
      </dsp:txXfrm>
    </dsp:sp>
    <dsp:sp modelId="{39316302-6E13-6F4B-9DE6-4CA080BC475F}">
      <dsp:nvSpPr>
        <dsp:cNvPr id="0" name=""/>
        <dsp:cNvSpPr/>
      </dsp:nvSpPr>
      <dsp:spPr>
        <a:xfrm>
          <a:off x="4032724" y="2342770"/>
          <a:ext cx="3342037" cy="2005222"/>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t>助動詞でニュアンスを足そう</a:t>
          </a:r>
          <a:endParaRPr lang="en-US" sz="3000" kern="1200"/>
        </a:p>
      </dsp:txBody>
      <dsp:txXfrm>
        <a:off x="4032724" y="2342770"/>
        <a:ext cx="3342037" cy="2005222"/>
      </dsp:txXfrm>
    </dsp:sp>
    <dsp:sp modelId="{F30CAE04-7E37-334F-8DF8-1EAAFF625056}">
      <dsp:nvSpPr>
        <dsp:cNvPr id="0" name=""/>
        <dsp:cNvSpPr/>
      </dsp:nvSpPr>
      <dsp:spPr>
        <a:xfrm>
          <a:off x="7708965" y="2342770"/>
          <a:ext cx="3342037" cy="2005222"/>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kumimoji="1" lang="ja-JP" sz="3000" kern="1200"/>
            <a:t>前置詞は意味を考えて選ぼう</a:t>
          </a:r>
          <a:endParaRPr lang="en-US" sz="3000" kern="1200"/>
        </a:p>
      </dsp:txBody>
      <dsp:txXfrm>
        <a:off x="7708965" y="2342770"/>
        <a:ext cx="3342037" cy="200522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981953-FB4F-CD4F-846E-E9BB8487644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A3C4F5C-C917-1E4C-A66A-15ED9E39C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DBA0696-A198-2440-AAB6-07D3EB7E2A50}"/>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DF415D60-8677-E140-A024-4DFEF22473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A3548F-70D6-3A4A-8E00-795AE6AC61E0}"/>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351135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C74176-1327-BD45-AF17-C84999A78C3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F14666-8685-7E41-8073-CD8082D0A83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A5639C0-8EEE-EC44-A892-34F6F8515ABB}"/>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0972660E-8783-6149-B06C-9D4F69BD7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AC925F-8EF6-2949-A584-425E14876671}"/>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16925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369DDC-95D3-FF47-91D5-2B2A8A488F2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E464F6C-5F6B-4A4E-94CC-A4DD0E436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E599145-154E-2E41-8940-076CA487DAD5}"/>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26188BB7-EADB-5D4D-A808-C71E0150774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7E6CA6-D9D5-DD48-A17D-F7DB0196A9C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032755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6C9324-FA5D-1E4D-B0A9-98DA800F54C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D812CA-FDF0-2348-96EF-717853E8CF5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23A4D42-044E-0D44-99E3-4BF618D9554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394CDEC-0A74-754F-9DBA-8D3EFFB76475}"/>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6" name="フッター プレースホルダー 5">
            <a:extLst>
              <a:ext uri="{FF2B5EF4-FFF2-40B4-BE49-F238E27FC236}">
                <a16:creationId xmlns:a16="http://schemas.microsoft.com/office/drawing/2014/main" id="{B6A115FA-D86A-F14B-BAF3-0FC814AA3B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C09D8C-C831-2140-AE26-FE474A55D2C8}"/>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451625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D14F03-3A61-2A4E-A0B1-6B6DFA8E7C8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EFDE3-B0C6-E04E-A4C3-5680E679C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68ECDB8-B9D9-DD4F-B9EE-9F508CC5FD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BE20BD7-55BC-E443-A7E8-C975BE515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3F698DF-F84E-2F4A-A9D9-0B712B50615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421C911-7864-B645-97C2-4F1BBE8FC2FC}"/>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8" name="フッター プレースホルダー 7">
            <a:extLst>
              <a:ext uri="{FF2B5EF4-FFF2-40B4-BE49-F238E27FC236}">
                <a16:creationId xmlns:a16="http://schemas.microsoft.com/office/drawing/2014/main" id="{18DA7EF2-22B4-1C4D-B088-8DE68A824E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F91A03A-7024-CB4B-80D1-66A9C3B7A97F}"/>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707321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92252B-2E5E-174B-8C2D-0F57B4C5043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9170A83-5CFD-1146-8B45-06A39BF78D8C}"/>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4" name="フッター プレースホルダー 3">
            <a:extLst>
              <a:ext uri="{FF2B5EF4-FFF2-40B4-BE49-F238E27FC236}">
                <a16:creationId xmlns:a16="http://schemas.microsoft.com/office/drawing/2014/main" id="{137F3983-E737-8C40-9038-D40105CC9BF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7710954-3E3A-9047-BF70-A3A6C26E2BD8}"/>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726873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48B3A85-BA65-1749-BD33-1F54ABE144F3}"/>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3" name="フッター プレースホルダー 2">
            <a:extLst>
              <a:ext uri="{FF2B5EF4-FFF2-40B4-BE49-F238E27FC236}">
                <a16:creationId xmlns:a16="http://schemas.microsoft.com/office/drawing/2014/main" id="{C3BD3669-A7F0-FB42-8461-C5B85BDDD84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E3AB5B4-5F5C-4B4E-8BB1-EAE34F5C392A}"/>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4134119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100A7-EF59-6448-958E-D51212C8EB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9F755C-EF21-B04C-A1A8-2B9F5790D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D815294-0503-7E4E-808F-E0979EB7E9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023B99-7584-804E-8D35-4E64F9F1F687}"/>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6" name="フッター プレースホルダー 5">
            <a:extLst>
              <a:ext uri="{FF2B5EF4-FFF2-40B4-BE49-F238E27FC236}">
                <a16:creationId xmlns:a16="http://schemas.microsoft.com/office/drawing/2014/main" id="{3F463488-2CD2-C449-A477-2F90C53F435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526074-E9AD-A642-91B2-7502265FA306}"/>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08890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AAD13B-B4E9-2541-A5E2-82FDBCA66DA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360B1B5-B122-D446-AF28-B6967966D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6BFC4C8-C521-4348-B702-1C0970DCB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E92F803-97FE-5C49-AB13-1D10C7E66610}"/>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6" name="フッター プレースホルダー 5">
            <a:extLst>
              <a:ext uri="{FF2B5EF4-FFF2-40B4-BE49-F238E27FC236}">
                <a16:creationId xmlns:a16="http://schemas.microsoft.com/office/drawing/2014/main" id="{C8594BA6-D603-9243-846C-6C3020EA78B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931EE6B-A160-C844-AC15-CA8E5E15671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79266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35F966-3899-7346-881C-562961151E1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38E9B8F-2A3E-4340-AF26-5F630E7E1B0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4D383F-FC9C-6A40-8938-45B44E1DE5F8}"/>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AFECEDAA-89B5-A44D-A0DE-6F0532753B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A39C43-74D6-CA45-8817-91D67177312E}"/>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391750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AF537C3-D360-1446-9EB3-17526F85385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0B7D822-5108-EE4A-BAFE-6B419E07C71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AC4C77-648F-2B4B-9270-25FC06A7F162}"/>
              </a:ext>
            </a:extLst>
          </p:cNvPr>
          <p:cNvSpPr>
            <a:spLocks noGrp="1"/>
          </p:cNvSpPr>
          <p:nvPr>
            <p:ph type="dt" sz="half" idx="10"/>
          </p:nvPr>
        </p:nvSpPr>
        <p:spPr/>
        <p:txBody>
          <a:body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8E028DEB-538A-8746-B6D5-30BE4FC76C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171257-A18D-0B4A-B696-E357F2C311E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543348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60FAF1B-A2D2-8E4C-A430-F2DC9A47F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E607B9-D6D0-EE4F-9ED6-B3E7257BC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762EA4F-BFE1-0146-A159-104E7B0262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54E857-21D8-D348-91A9-994C9AAD514D}" type="datetimeFigureOut">
              <a:rPr kumimoji="1" lang="ja-JP" altLang="en-US" smtClean="0"/>
              <a:t>2024/5/15</a:t>
            </a:fld>
            <a:endParaRPr kumimoji="1" lang="ja-JP" altLang="en-US"/>
          </a:p>
        </p:txBody>
      </p:sp>
      <p:sp>
        <p:nvSpPr>
          <p:cNvPr id="5" name="フッター プレースホルダー 4">
            <a:extLst>
              <a:ext uri="{FF2B5EF4-FFF2-40B4-BE49-F238E27FC236}">
                <a16:creationId xmlns:a16="http://schemas.microsoft.com/office/drawing/2014/main" id="{17187D28-49FA-A746-8022-B7C9B8285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3D4DFE2-576A-3343-8818-B08369087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150850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tsuno.yutaka@nihon-u.ac.j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9CB7DD-5471-3F4E-9906-614C4E17D01E}"/>
              </a:ext>
            </a:extLst>
          </p:cNvPr>
          <p:cNvSpPr>
            <a:spLocks noGrp="1"/>
          </p:cNvSpPr>
          <p:nvPr>
            <p:ph type="ctrTitle"/>
          </p:nvPr>
        </p:nvSpPr>
        <p:spPr/>
        <p:txBody>
          <a:bodyPr>
            <a:normAutofit fontScale="90000"/>
          </a:bodyPr>
          <a:lstStyle/>
          <a:p>
            <a:r>
              <a:rPr kumimoji="1" lang="ja-JP" altLang="en-US"/>
              <a:t>情報論</a:t>
            </a:r>
            <a:r>
              <a:rPr lang="en-US" altLang="ja-JP" dirty="0"/>
              <a:t>4</a:t>
            </a:r>
            <a:br>
              <a:rPr kumimoji="1" lang="en-US" altLang="ja-JP" dirty="0"/>
            </a:br>
            <a:r>
              <a:rPr kumimoji="1" lang="en-US" altLang="ja-JP" dirty="0"/>
              <a:t>2024/5/8</a:t>
            </a:r>
            <a:br>
              <a:rPr kumimoji="1" lang="en-US" altLang="ja-JP" dirty="0"/>
            </a:br>
            <a:r>
              <a:rPr kumimoji="1" lang="en-US" altLang="ja-JP" dirty="0"/>
              <a:t>2</a:t>
            </a:r>
            <a:r>
              <a:rPr kumimoji="1" lang="ja-JP" altLang="en-US"/>
              <a:t>限</a:t>
            </a:r>
            <a:r>
              <a:rPr kumimoji="1" lang="en-US" altLang="ja-JP" dirty="0"/>
              <a:t>(10:40)</a:t>
            </a:r>
            <a:endParaRPr kumimoji="1" lang="ja-JP" altLang="en-US"/>
          </a:p>
        </p:txBody>
      </p:sp>
      <p:sp>
        <p:nvSpPr>
          <p:cNvPr id="3" name="字幕 2">
            <a:extLst>
              <a:ext uri="{FF2B5EF4-FFF2-40B4-BE49-F238E27FC236}">
                <a16:creationId xmlns:a16="http://schemas.microsoft.com/office/drawing/2014/main" id="{AEAE8F18-4B41-C948-9B52-95796EA00F7C}"/>
              </a:ext>
            </a:extLst>
          </p:cNvPr>
          <p:cNvSpPr>
            <a:spLocks noGrp="1"/>
          </p:cNvSpPr>
          <p:nvPr>
            <p:ph type="subTitle" idx="1"/>
          </p:nvPr>
        </p:nvSpPr>
        <p:spPr/>
        <p:txBody>
          <a:bodyPr/>
          <a:lstStyle/>
          <a:p>
            <a:r>
              <a:rPr kumimoji="1" lang="ja-JP" altLang="en-US"/>
              <a:t>情報科学専攻</a:t>
            </a:r>
            <a:endParaRPr kumimoji="1" lang="en-US" altLang="ja-JP" dirty="0"/>
          </a:p>
          <a:p>
            <a:r>
              <a:rPr lang="ja-JP" altLang="en-US"/>
              <a:t>松野裕</a:t>
            </a:r>
            <a:endParaRPr lang="en-US" altLang="ja-JP" dirty="0"/>
          </a:p>
          <a:p>
            <a:r>
              <a:rPr kumimoji="1" lang="en-US" altLang="ja-JP" dirty="0">
                <a:hlinkClick r:id="rId2"/>
              </a:rPr>
              <a:t>matsuno.yutaka@nihon-u.ac.jp</a:t>
            </a:r>
            <a:endParaRPr kumimoji="1" lang="en-US" altLang="ja-JP" dirty="0"/>
          </a:p>
          <a:p>
            <a:endParaRPr kumimoji="1" lang="ja-JP" altLang="en-US"/>
          </a:p>
        </p:txBody>
      </p:sp>
    </p:spTree>
    <p:extLst>
      <p:ext uri="{BB962C8B-B14F-4D97-AF65-F5344CB8AC3E}">
        <p14:creationId xmlns:p14="http://schemas.microsoft.com/office/powerpoint/2010/main" val="1970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FA274D-C7FF-0D49-8023-906340A43E9B}"/>
              </a:ext>
            </a:extLst>
          </p:cNvPr>
          <p:cNvSpPr>
            <a:spLocks noGrp="1"/>
          </p:cNvSpPr>
          <p:nvPr>
            <p:ph type="title"/>
          </p:nvPr>
        </p:nvSpPr>
        <p:spPr/>
        <p:txBody>
          <a:bodyPr/>
          <a:lstStyle/>
          <a:p>
            <a:r>
              <a:rPr kumimoji="1" lang="ja-JP" altLang="en-US"/>
              <a:t>技術英語ライティングの基本</a:t>
            </a:r>
          </a:p>
        </p:txBody>
      </p:sp>
      <p:sp>
        <p:nvSpPr>
          <p:cNvPr id="4" name="コンテンツ プレースホルダー 3">
            <a:extLst>
              <a:ext uri="{FF2B5EF4-FFF2-40B4-BE49-F238E27FC236}">
                <a16:creationId xmlns:a16="http://schemas.microsoft.com/office/drawing/2014/main" id="{40AE2638-60D5-BD45-8FFE-B43770B9D271}"/>
              </a:ext>
            </a:extLst>
          </p:cNvPr>
          <p:cNvSpPr>
            <a:spLocks noGrp="1"/>
          </p:cNvSpPr>
          <p:nvPr>
            <p:ph sz="half" idx="1"/>
          </p:nvPr>
        </p:nvSpPr>
        <p:spPr/>
        <p:txBody>
          <a:bodyPr/>
          <a:lstStyle/>
          <a:p>
            <a:r>
              <a:rPr lang="ja-JP" altLang="en-US"/>
              <a:t>第</a:t>
            </a:r>
            <a:r>
              <a:rPr lang="en-US" altLang="ja-JP" dirty="0"/>
              <a:t>1</a:t>
            </a:r>
            <a:r>
              <a:rPr lang="ja-JP" altLang="en-US"/>
              <a:t>部</a:t>
            </a:r>
            <a:endParaRPr lang="en-US" altLang="ja-JP" dirty="0"/>
          </a:p>
          <a:p>
            <a:pPr lvl="1"/>
            <a:r>
              <a:rPr lang="ja-JP" altLang="en-US"/>
              <a:t>すっきり最小主義</a:t>
            </a:r>
            <a:endParaRPr lang="en-US" altLang="ja-JP" dirty="0"/>
          </a:p>
          <a:p>
            <a:pPr lvl="1"/>
            <a:r>
              <a:rPr lang="ja-JP" altLang="en-US"/>
              <a:t>まずは具体化主義</a:t>
            </a:r>
            <a:endParaRPr lang="en-US" altLang="ja-JP" dirty="0"/>
          </a:p>
          <a:p>
            <a:pPr lvl="1"/>
            <a:r>
              <a:rPr lang="ja-JP" altLang="en-US"/>
              <a:t>とことん動詞主義</a:t>
            </a:r>
            <a:endParaRPr lang="en-US" altLang="ja-JP" dirty="0"/>
          </a:p>
          <a:p>
            <a:pPr lvl="1"/>
            <a:r>
              <a:rPr lang="ja-JP" altLang="en-US"/>
              <a:t>まっすぐ能動態主義</a:t>
            </a:r>
            <a:endParaRPr lang="en-US" altLang="ja-JP" dirty="0"/>
          </a:p>
        </p:txBody>
      </p:sp>
      <p:sp>
        <p:nvSpPr>
          <p:cNvPr id="5" name="コンテンツ プレースホルダー 4">
            <a:extLst>
              <a:ext uri="{FF2B5EF4-FFF2-40B4-BE49-F238E27FC236}">
                <a16:creationId xmlns:a16="http://schemas.microsoft.com/office/drawing/2014/main" id="{751C3873-55E2-3340-B0E7-0400BF66716D}"/>
              </a:ext>
            </a:extLst>
          </p:cNvPr>
          <p:cNvSpPr>
            <a:spLocks noGrp="1"/>
          </p:cNvSpPr>
          <p:nvPr>
            <p:ph sz="half" idx="2"/>
          </p:nvPr>
        </p:nvSpPr>
        <p:spPr/>
        <p:txBody>
          <a:bodyPr/>
          <a:lstStyle/>
          <a:p>
            <a:r>
              <a:rPr lang="ja-JP" altLang="en-US"/>
              <a:t>第２部</a:t>
            </a:r>
            <a:br>
              <a:rPr lang="en-US" altLang="ja-JP" dirty="0"/>
            </a:br>
            <a:r>
              <a:rPr lang="ja-JP" altLang="en-US">
                <a:solidFill>
                  <a:srgbClr val="FF0000"/>
                </a:solidFill>
              </a:rPr>
              <a:t>これならわかる英文法</a:t>
            </a:r>
            <a:endParaRPr lang="en-US" altLang="ja-JP" dirty="0">
              <a:solidFill>
                <a:srgbClr val="FF0000"/>
              </a:solidFill>
            </a:endParaRPr>
          </a:p>
          <a:p>
            <a:r>
              <a:rPr lang="ja-JP" altLang="en-US"/>
              <a:t>第３部</a:t>
            </a:r>
            <a:br>
              <a:rPr lang="en-US" altLang="ja-JP" dirty="0"/>
            </a:br>
            <a:r>
              <a:rPr lang="ja-JP" altLang="en-US"/>
              <a:t>これですっきり数字と記号</a:t>
            </a:r>
          </a:p>
        </p:txBody>
      </p:sp>
    </p:spTree>
    <p:extLst>
      <p:ext uri="{BB962C8B-B14F-4D97-AF65-F5344CB8AC3E}">
        <p14:creationId xmlns:p14="http://schemas.microsoft.com/office/powerpoint/2010/main" val="370436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D77606D-FAAA-3B49-A635-8720CE0C02F6}"/>
              </a:ext>
            </a:extLst>
          </p:cNvPr>
          <p:cNvSpPr>
            <a:spLocks noGrp="1"/>
          </p:cNvSpPr>
          <p:nvPr>
            <p:ph type="title"/>
          </p:nvPr>
        </p:nvSpPr>
        <p:spPr>
          <a:xfrm>
            <a:off x="396573" y="320675"/>
            <a:ext cx="11407487" cy="1325563"/>
          </a:xfrm>
        </p:spPr>
        <p:txBody>
          <a:bodyPr>
            <a:normAutofit/>
          </a:bodyPr>
          <a:lstStyle/>
          <a:p>
            <a:r>
              <a:rPr lang="ja-JP" altLang="en-US" sz="5400"/>
              <a:t>これならわかる英文法</a:t>
            </a:r>
          </a:p>
        </p:txBody>
      </p:sp>
      <p:sp>
        <p:nvSpPr>
          <p:cNvPr id="12" name="Rectangle 11">
            <a:extLst>
              <a:ext uri="{FF2B5EF4-FFF2-40B4-BE49-F238E27FC236}">
                <a16:creationId xmlns:a16="http://schemas.microsoft.com/office/drawing/2014/main" id="{37E32B78-23DD-4E77-8B9C-7779E3BF2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8" name="コンテンツ プレースホルダー 5">
            <a:extLst>
              <a:ext uri="{FF2B5EF4-FFF2-40B4-BE49-F238E27FC236}">
                <a16:creationId xmlns:a16="http://schemas.microsoft.com/office/drawing/2014/main" id="{1673FFAE-548A-4804-A456-184B58B8D1BA}"/>
              </a:ext>
            </a:extLst>
          </p:cNvPr>
          <p:cNvGraphicFramePr>
            <a:graphicFrameLocks noGrp="1"/>
          </p:cNvGraphicFramePr>
          <p:nvPr>
            <p:ph idx="1"/>
            <p:extLst>
              <p:ext uri="{D42A27DB-BD31-4B8C-83A1-F6EECF244321}">
                <p14:modId xmlns:p14="http://schemas.microsoft.com/office/powerpoint/2010/main" val="647311330"/>
              </p:ext>
            </p:extLst>
          </p:nvPr>
        </p:nvGraphicFramePr>
        <p:xfrm>
          <a:off x="396574" y="1825625"/>
          <a:ext cx="11407487"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1741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C64CC941-DC39-DA4E-A7CE-8931579A16A6}"/>
              </a:ext>
            </a:extLst>
          </p:cNvPr>
          <p:cNvSpPr>
            <a:spLocks noGrp="1"/>
          </p:cNvSpPr>
          <p:nvPr>
            <p:ph type="title"/>
          </p:nvPr>
        </p:nvSpPr>
        <p:spPr/>
        <p:txBody>
          <a:bodyPr/>
          <a:lstStyle/>
          <a:p>
            <a:r>
              <a:rPr lang="ja-JP" altLang="en-US"/>
              <a:t>これならわかる英文法</a:t>
            </a:r>
          </a:p>
        </p:txBody>
      </p:sp>
      <p:sp>
        <p:nvSpPr>
          <p:cNvPr id="6" name="コンテンツ プレースホルダー 5">
            <a:extLst>
              <a:ext uri="{FF2B5EF4-FFF2-40B4-BE49-F238E27FC236}">
                <a16:creationId xmlns:a16="http://schemas.microsoft.com/office/drawing/2014/main" id="{32A846FA-3FC2-C145-ABA3-F2CF9A1FEC4D}"/>
              </a:ext>
            </a:extLst>
          </p:cNvPr>
          <p:cNvSpPr>
            <a:spLocks noGrp="1"/>
          </p:cNvSpPr>
          <p:nvPr>
            <p:ph idx="1"/>
          </p:nvPr>
        </p:nvSpPr>
        <p:spPr/>
        <p:txBody>
          <a:bodyPr/>
          <a:lstStyle/>
          <a:p>
            <a:r>
              <a:rPr lang="ja-JP" altLang="en-US"/>
              <a:t>時制</a:t>
            </a:r>
            <a:r>
              <a:rPr lang="en-US" altLang="ja-JP" dirty="0"/>
              <a:t> </a:t>
            </a:r>
            <a:r>
              <a:rPr lang="ja-JP" altLang="en-US"/>
              <a:t>現在進行形、単純現在、現在完了</a:t>
            </a:r>
            <a:endParaRPr lang="en-US" altLang="ja-JP" dirty="0"/>
          </a:p>
          <a:p>
            <a:r>
              <a:rPr lang="ja-JP" altLang="en-US"/>
              <a:t>自動詞と他動詞　目的語を伴う、伴わない</a:t>
            </a:r>
            <a:endParaRPr lang="en-US" altLang="ja-JP" dirty="0"/>
          </a:p>
          <a:p>
            <a:r>
              <a:rPr lang="ja-JP" altLang="en-US"/>
              <a:t>前置詞</a:t>
            </a:r>
            <a:r>
              <a:rPr lang="en-US" altLang="ja-JP" dirty="0"/>
              <a:t> </a:t>
            </a:r>
            <a:r>
              <a:rPr lang="ja-JP" altLang="en-US"/>
              <a:t>なんとなくが多い</a:t>
            </a:r>
            <a:endParaRPr lang="en-US" altLang="ja-JP" dirty="0"/>
          </a:p>
          <a:p>
            <a:r>
              <a:rPr lang="ja-JP" altLang="en-US"/>
              <a:t>助動詞</a:t>
            </a:r>
            <a:r>
              <a:rPr lang="en-US" altLang="ja-JP" dirty="0"/>
              <a:t> can</a:t>
            </a:r>
            <a:r>
              <a:rPr lang="ja-JP" altLang="en-US"/>
              <a:t>と</a:t>
            </a:r>
            <a:r>
              <a:rPr lang="en-US" altLang="ja-JP" dirty="0"/>
              <a:t>could</a:t>
            </a:r>
            <a:r>
              <a:rPr lang="ja-JP" altLang="en-US"/>
              <a:t>とか</a:t>
            </a:r>
            <a:r>
              <a:rPr lang="en-US" altLang="ja-JP" dirty="0"/>
              <a:t> </a:t>
            </a:r>
          </a:p>
          <a:p>
            <a:r>
              <a:rPr lang="ja-JP" altLang="en-US"/>
              <a:t>冠詞</a:t>
            </a:r>
            <a:r>
              <a:rPr lang="en-US" altLang="ja-JP" dirty="0"/>
              <a:t> </a:t>
            </a:r>
            <a:r>
              <a:rPr lang="ja-JP" altLang="en-US"/>
              <a:t>日本人には難しい</a:t>
            </a:r>
          </a:p>
        </p:txBody>
      </p:sp>
    </p:spTree>
    <p:extLst>
      <p:ext uri="{BB962C8B-B14F-4D97-AF65-F5344CB8AC3E}">
        <p14:creationId xmlns:p14="http://schemas.microsoft.com/office/powerpoint/2010/main" val="1746360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9256C-31E6-2046-8836-0E797F0909C5}"/>
              </a:ext>
            </a:extLst>
          </p:cNvPr>
          <p:cNvSpPr>
            <a:spLocks noGrp="1"/>
          </p:cNvSpPr>
          <p:nvPr>
            <p:ph type="title"/>
          </p:nvPr>
        </p:nvSpPr>
        <p:spPr/>
        <p:txBody>
          <a:bodyPr/>
          <a:lstStyle/>
          <a:p>
            <a:r>
              <a:rPr kumimoji="1" lang="ja-JP" altLang="en-US"/>
              <a:t>名詞をきちんと使おう</a:t>
            </a:r>
          </a:p>
        </p:txBody>
      </p:sp>
      <p:sp>
        <p:nvSpPr>
          <p:cNvPr id="3" name="コンテンツ プレースホルダー 2">
            <a:extLst>
              <a:ext uri="{FF2B5EF4-FFF2-40B4-BE49-F238E27FC236}">
                <a16:creationId xmlns:a16="http://schemas.microsoft.com/office/drawing/2014/main" id="{25B0D12B-179A-914B-8136-C8DD1EE81759}"/>
              </a:ext>
            </a:extLst>
          </p:cNvPr>
          <p:cNvSpPr>
            <a:spLocks noGrp="1"/>
          </p:cNvSpPr>
          <p:nvPr>
            <p:ph idx="1"/>
          </p:nvPr>
        </p:nvSpPr>
        <p:spPr/>
        <p:txBody>
          <a:bodyPr/>
          <a:lstStyle/>
          <a:p>
            <a:r>
              <a:rPr kumimoji="1" lang="ja-JP" altLang="en-US"/>
              <a:t>以下の英文に対する適切な返答を英語で書こう</a:t>
            </a:r>
            <a:endParaRPr kumimoji="1" lang="en-US" altLang="ja-JP" dirty="0"/>
          </a:p>
          <a:p>
            <a:pPr lvl="1"/>
            <a:r>
              <a:rPr kumimoji="1" lang="en-US" altLang="ja-JP" dirty="0"/>
              <a:t>Would you like a cup of coffee?</a:t>
            </a:r>
            <a:endParaRPr kumimoji="1" lang="ja-JP" altLang="en-US"/>
          </a:p>
        </p:txBody>
      </p:sp>
    </p:spTree>
    <p:extLst>
      <p:ext uri="{BB962C8B-B14F-4D97-AF65-F5344CB8AC3E}">
        <p14:creationId xmlns:p14="http://schemas.microsoft.com/office/powerpoint/2010/main" val="2759031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83B8DE-1F14-834B-8E66-D118197F4ED0}"/>
              </a:ext>
            </a:extLst>
          </p:cNvPr>
          <p:cNvSpPr>
            <a:spLocks noGrp="1"/>
          </p:cNvSpPr>
          <p:nvPr>
            <p:ph type="title"/>
          </p:nvPr>
        </p:nvSpPr>
        <p:spPr/>
        <p:txBody>
          <a:bodyPr/>
          <a:lstStyle/>
          <a:p>
            <a:r>
              <a:rPr kumimoji="1" lang="ja-JP" altLang="en-US"/>
              <a:t>悪い解答例</a:t>
            </a:r>
          </a:p>
        </p:txBody>
      </p:sp>
      <p:sp>
        <p:nvSpPr>
          <p:cNvPr id="3" name="コンテンツ プレースホルダー 2">
            <a:extLst>
              <a:ext uri="{FF2B5EF4-FFF2-40B4-BE49-F238E27FC236}">
                <a16:creationId xmlns:a16="http://schemas.microsoft.com/office/drawing/2014/main" id="{3F17AA07-3A3A-A344-9237-F5CA8A33B824}"/>
              </a:ext>
            </a:extLst>
          </p:cNvPr>
          <p:cNvSpPr>
            <a:spLocks noGrp="1"/>
          </p:cNvSpPr>
          <p:nvPr>
            <p:ph idx="1"/>
          </p:nvPr>
        </p:nvSpPr>
        <p:spPr/>
        <p:txBody>
          <a:bodyPr/>
          <a:lstStyle/>
          <a:p>
            <a:r>
              <a:rPr kumimoji="1" lang="en-US" altLang="ja-JP" dirty="0"/>
              <a:t>I like coffees.</a:t>
            </a:r>
          </a:p>
          <a:p>
            <a:pPr lvl="1"/>
            <a:r>
              <a:rPr lang="ja-JP" altLang="en-US"/>
              <a:t>あまり良い返答になっていない？</a:t>
            </a:r>
            <a:endParaRPr lang="en-US" altLang="ja-JP" dirty="0"/>
          </a:p>
          <a:p>
            <a:pPr lvl="1"/>
            <a:r>
              <a:rPr lang="ja-JP" altLang="en-US"/>
              <a:t>複数形？</a:t>
            </a:r>
            <a:endParaRPr lang="en-US" altLang="ja-JP" dirty="0"/>
          </a:p>
          <a:p>
            <a:r>
              <a:rPr kumimoji="1" lang="en-US" altLang="ja-JP" dirty="0"/>
              <a:t>Yes, please</a:t>
            </a:r>
            <a:r>
              <a:rPr kumimoji="1" lang="ja-JP" altLang="en-US"/>
              <a:t>か、</a:t>
            </a:r>
            <a:r>
              <a:rPr kumimoji="1" lang="en-US" altLang="ja-JP" dirty="0"/>
              <a:t>No, thank you</a:t>
            </a:r>
            <a:r>
              <a:rPr kumimoji="1" lang="ja-JP" altLang="en-US"/>
              <a:t>ぐらい</a:t>
            </a:r>
          </a:p>
        </p:txBody>
      </p:sp>
    </p:spTree>
    <p:extLst>
      <p:ext uri="{BB962C8B-B14F-4D97-AF65-F5344CB8AC3E}">
        <p14:creationId xmlns:p14="http://schemas.microsoft.com/office/powerpoint/2010/main" val="1603438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E7BCF-062B-0341-BDCB-6C11394AED31}"/>
              </a:ext>
            </a:extLst>
          </p:cNvPr>
          <p:cNvSpPr>
            <a:spLocks noGrp="1"/>
          </p:cNvSpPr>
          <p:nvPr>
            <p:ph type="title"/>
          </p:nvPr>
        </p:nvSpPr>
        <p:spPr/>
        <p:txBody>
          <a:bodyPr/>
          <a:lstStyle/>
          <a:p>
            <a:r>
              <a:rPr kumimoji="1" lang="ja-JP" altLang="en-US"/>
              <a:t>数える・数えない</a:t>
            </a:r>
          </a:p>
        </p:txBody>
      </p:sp>
      <p:sp>
        <p:nvSpPr>
          <p:cNvPr id="3" name="コンテンツ プレースホルダー 2">
            <a:extLst>
              <a:ext uri="{FF2B5EF4-FFF2-40B4-BE49-F238E27FC236}">
                <a16:creationId xmlns:a16="http://schemas.microsoft.com/office/drawing/2014/main" id="{789AC55D-C316-BC4B-ABCB-6C14BE7CD9B4}"/>
              </a:ext>
            </a:extLst>
          </p:cNvPr>
          <p:cNvSpPr>
            <a:spLocks noGrp="1"/>
          </p:cNvSpPr>
          <p:nvPr>
            <p:ph idx="1"/>
          </p:nvPr>
        </p:nvSpPr>
        <p:spPr/>
        <p:txBody>
          <a:bodyPr/>
          <a:lstStyle/>
          <a:p>
            <a:r>
              <a:rPr kumimoji="1" lang="ja-JP" altLang="en-US"/>
              <a:t>可算名詞</a:t>
            </a:r>
            <a:r>
              <a:rPr kumimoji="1" lang="en-US" altLang="ja-JP" dirty="0"/>
              <a:t> (Countable)</a:t>
            </a:r>
          </a:p>
          <a:p>
            <a:pPr lvl="1"/>
            <a:r>
              <a:rPr lang="ja-JP" altLang="en-US"/>
              <a:t>１つ、２つと数えられるものを表す名詞。２つ以上の場合は語尾に</a:t>
            </a:r>
            <a:r>
              <a:rPr lang="en-US" altLang="ja-JP" dirty="0"/>
              <a:t>s</a:t>
            </a:r>
            <a:r>
              <a:rPr lang="ja-JP" altLang="en-US"/>
              <a:t>などをつけて複数形をとる。単数の場合は、冠詞の</a:t>
            </a:r>
            <a:r>
              <a:rPr lang="en-US" altLang="ja-JP" dirty="0"/>
              <a:t>a, an</a:t>
            </a:r>
            <a:r>
              <a:rPr lang="ja-JP" altLang="en-US"/>
              <a:t>を伴う</a:t>
            </a:r>
            <a:endParaRPr kumimoji="1" lang="en-US" altLang="ja-JP" dirty="0"/>
          </a:p>
          <a:p>
            <a:r>
              <a:rPr lang="ja-JP" altLang="en-US"/>
              <a:t>不可算名詞</a:t>
            </a:r>
            <a:r>
              <a:rPr lang="en-US" altLang="ja-JP" dirty="0"/>
              <a:t> (Uncountable)</a:t>
            </a:r>
          </a:p>
          <a:p>
            <a:pPr lvl="1"/>
            <a:r>
              <a:rPr kumimoji="1" lang="ja-JP" altLang="en-US"/>
              <a:t>１つ、２つと数えられないものを表す名詞。複数形をとらない</a:t>
            </a:r>
          </a:p>
        </p:txBody>
      </p:sp>
      <p:sp>
        <p:nvSpPr>
          <p:cNvPr id="4" name="正方形/長方形 3">
            <a:extLst>
              <a:ext uri="{FF2B5EF4-FFF2-40B4-BE49-F238E27FC236}">
                <a16:creationId xmlns:a16="http://schemas.microsoft.com/office/drawing/2014/main" id="{6F875102-04C8-5744-90E4-017E2A7D2766}"/>
              </a:ext>
            </a:extLst>
          </p:cNvPr>
          <p:cNvSpPr/>
          <p:nvPr/>
        </p:nvSpPr>
        <p:spPr>
          <a:xfrm>
            <a:off x="3270504" y="4540187"/>
            <a:ext cx="5650992" cy="1636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a:t>日本人にはどれが加算名詞でどれが不可算名詞は</a:t>
            </a:r>
            <a:endParaRPr lang="en-US" altLang="ja-JP" sz="3200" dirty="0"/>
          </a:p>
          <a:p>
            <a:pPr algn="ctr"/>
            <a:r>
              <a:rPr lang="ja-JP" altLang="en-US" sz="3200"/>
              <a:t>判断不能</a:t>
            </a:r>
            <a:r>
              <a:rPr lang="en-US" altLang="ja-JP" sz="3200" dirty="0"/>
              <a:t> </a:t>
            </a:r>
            <a:r>
              <a:rPr lang="ja-JP" altLang="en-US" sz="3200"/>
              <a:t>→</a:t>
            </a:r>
            <a:r>
              <a:rPr lang="en-US" altLang="ja-JP" sz="3200" dirty="0"/>
              <a:t> </a:t>
            </a:r>
            <a:r>
              <a:rPr lang="ja-JP" altLang="en-US" sz="3200"/>
              <a:t>辞書を使おう</a:t>
            </a:r>
            <a:endParaRPr lang="en-US" altLang="ja-JP" sz="3200" dirty="0"/>
          </a:p>
        </p:txBody>
      </p:sp>
    </p:spTree>
    <p:extLst>
      <p:ext uri="{BB962C8B-B14F-4D97-AF65-F5344CB8AC3E}">
        <p14:creationId xmlns:p14="http://schemas.microsoft.com/office/powerpoint/2010/main" val="158648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D6F48F-9367-4149-AF87-8749D61B75E8}"/>
              </a:ext>
            </a:extLst>
          </p:cNvPr>
          <p:cNvSpPr>
            <a:spLocks noGrp="1"/>
          </p:cNvSpPr>
          <p:nvPr>
            <p:ph type="title"/>
          </p:nvPr>
        </p:nvSpPr>
        <p:spPr/>
        <p:txBody>
          <a:bodyPr/>
          <a:lstStyle/>
          <a:p>
            <a:r>
              <a:rPr kumimoji="1" lang="ja-JP" altLang="en-US"/>
              <a:t>冠詞に気をつけて、英訳してみよう</a:t>
            </a:r>
          </a:p>
        </p:txBody>
      </p:sp>
      <p:sp>
        <p:nvSpPr>
          <p:cNvPr id="3" name="コンテンツ プレースホルダー 2">
            <a:extLst>
              <a:ext uri="{FF2B5EF4-FFF2-40B4-BE49-F238E27FC236}">
                <a16:creationId xmlns:a16="http://schemas.microsoft.com/office/drawing/2014/main" id="{09466F14-B7CB-0649-BA5B-FF6D60522F35}"/>
              </a:ext>
            </a:extLst>
          </p:cNvPr>
          <p:cNvSpPr>
            <a:spLocks noGrp="1"/>
          </p:cNvSpPr>
          <p:nvPr>
            <p:ph idx="1"/>
          </p:nvPr>
        </p:nvSpPr>
        <p:spPr/>
        <p:txBody>
          <a:bodyPr/>
          <a:lstStyle/>
          <a:p>
            <a:r>
              <a:rPr kumimoji="1" lang="ja-JP" altLang="en-US"/>
              <a:t>お昼にチキンを食べた</a:t>
            </a:r>
            <a:endParaRPr kumimoji="1" lang="en-US" altLang="ja-JP" dirty="0"/>
          </a:p>
          <a:p>
            <a:r>
              <a:rPr lang="en-US" altLang="ja-JP" dirty="0"/>
              <a:t>Miro</a:t>
            </a:r>
            <a:r>
              <a:rPr lang="ja-JP" altLang="en-US"/>
              <a:t>で書いてみよう！</a:t>
            </a:r>
            <a:endParaRPr kumimoji="1" lang="ja-JP" altLang="en-US"/>
          </a:p>
        </p:txBody>
      </p:sp>
      <p:sp>
        <p:nvSpPr>
          <p:cNvPr id="4" name="テキスト ボックス 3">
            <a:extLst>
              <a:ext uri="{FF2B5EF4-FFF2-40B4-BE49-F238E27FC236}">
                <a16:creationId xmlns:a16="http://schemas.microsoft.com/office/drawing/2014/main" id="{913294B7-1C44-EF5D-D540-BB6101970EC7}"/>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3768999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019B49-73DC-F74C-93D8-C225B87C20E3}"/>
              </a:ext>
            </a:extLst>
          </p:cNvPr>
          <p:cNvSpPr>
            <a:spLocks noGrp="1"/>
          </p:cNvSpPr>
          <p:nvPr>
            <p:ph type="title"/>
          </p:nvPr>
        </p:nvSpPr>
        <p:spPr/>
        <p:txBody>
          <a:bodyPr/>
          <a:lstStyle/>
          <a:p>
            <a:r>
              <a:rPr kumimoji="1" lang="ja-JP" altLang="en-US"/>
              <a:t>悪い解答例</a:t>
            </a:r>
          </a:p>
        </p:txBody>
      </p:sp>
      <p:sp>
        <p:nvSpPr>
          <p:cNvPr id="3" name="コンテンツ プレースホルダー 2">
            <a:extLst>
              <a:ext uri="{FF2B5EF4-FFF2-40B4-BE49-F238E27FC236}">
                <a16:creationId xmlns:a16="http://schemas.microsoft.com/office/drawing/2014/main" id="{B676D419-CA41-E54E-A916-6B2B297754D9}"/>
              </a:ext>
            </a:extLst>
          </p:cNvPr>
          <p:cNvSpPr>
            <a:spLocks noGrp="1"/>
          </p:cNvSpPr>
          <p:nvPr>
            <p:ph idx="1"/>
          </p:nvPr>
        </p:nvSpPr>
        <p:spPr/>
        <p:txBody>
          <a:bodyPr/>
          <a:lstStyle/>
          <a:p>
            <a:r>
              <a:rPr kumimoji="1" lang="en-US" altLang="ja-JP" dirty="0"/>
              <a:t>I ate a chicken for a lunch = </a:t>
            </a:r>
            <a:br>
              <a:rPr kumimoji="1" lang="en-US" altLang="ja-JP" dirty="0"/>
            </a:br>
            <a:r>
              <a:rPr kumimoji="1" lang="ja-JP" altLang="en-US"/>
              <a:t>１つのお昼で</a:t>
            </a:r>
            <a:r>
              <a:rPr kumimoji="1" lang="en-US" altLang="ja-JP" dirty="0"/>
              <a:t>1</a:t>
            </a:r>
            <a:r>
              <a:rPr kumimoji="1" lang="ja-JP" altLang="en-US"/>
              <a:t>羽のひよこを食べた</a:t>
            </a:r>
            <a:endParaRPr kumimoji="1" lang="en-US" altLang="ja-JP" dirty="0"/>
          </a:p>
          <a:p>
            <a:r>
              <a:rPr lang="ja-JP" altLang="en-US"/>
              <a:t>辞書で</a:t>
            </a:r>
            <a:r>
              <a:rPr lang="en-US" altLang="ja-JP" dirty="0"/>
              <a:t>chicken</a:t>
            </a:r>
            <a:r>
              <a:rPr lang="ja-JP" altLang="en-US"/>
              <a:t>を調べよう</a:t>
            </a:r>
            <a:endParaRPr lang="en-US" altLang="ja-JP" dirty="0"/>
          </a:p>
          <a:p>
            <a:pPr lvl="1"/>
            <a:r>
              <a:rPr lang="ja-JP" altLang="en-US"/>
              <a:t>名詞</a:t>
            </a:r>
            <a:endParaRPr lang="en-US" altLang="ja-JP" dirty="0"/>
          </a:p>
          <a:p>
            <a:pPr lvl="1"/>
            <a:r>
              <a:rPr lang="en-US" altLang="ja-JP" dirty="0"/>
              <a:t>Countable </a:t>
            </a:r>
            <a:r>
              <a:rPr lang="ja-JP" altLang="en-US"/>
              <a:t>ひよこ、ひなどり、ニワトリ、臆病者、弱虫</a:t>
            </a:r>
            <a:endParaRPr lang="en-US" altLang="ja-JP" dirty="0"/>
          </a:p>
          <a:p>
            <a:pPr lvl="1"/>
            <a:r>
              <a:rPr lang="en-US" altLang="ja-JP" dirty="0"/>
              <a:t>Uncountable </a:t>
            </a:r>
            <a:r>
              <a:rPr lang="ja-JP" altLang="en-US"/>
              <a:t>鶏肉、チキン</a:t>
            </a:r>
            <a:endParaRPr lang="en-US" altLang="ja-JP" dirty="0"/>
          </a:p>
          <a:p>
            <a:r>
              <a:rPr lang="en-US" altLang="ja-JP" dirty="0"/>
              <a:t>Lunch</a:t>
            </a:r>
            <a:r>
              <a:rPr lang="ja-JP" altLang="en-US"/>
              <a:t>は不可算のときは昼食。</a:t>
            </a:r>
            <a:r>
              <a:rPr lang="en-US" altLang="ja-JP" dirty="0"/>
              <a:t>A lunch</a:t>
            </a:r>
            <a:r>
              <a:rPr lang="ja-JP" altLang="en-US"/>
              <a:t>というと、１つのランチになり、何回も食べるの？と思われる。昼食は数えるものではない、というのが英語の常識</a:t>
            </a:r>
            <a:endParaRPr lang="en-US" altLang="ja-JP" dirty="0"/>
          </a:p>
          <a:p>
            <a:pPr lvl="1"/>
            <a:r>
              <a:rPr lang="ja-JP" altLang="en-US"/>
              <a:t>でも</a:t>
            </a:r>
            <a:r>
              <a:rPr lang="en-US" altLang="ja-JP" dirty="0"/>
              <a:t>a light lunch</a:t>
            </a:r>
            <a:r>
              <a:rPr lang="ja-JP" altLang="en-US"/>
              <a:t>とかいったりする</a:t>
            </a:r>
            <a:endParaRPr lang="en-US" altLang="ja-JP" dirty="0"/>
          </a:p>
        </p:txBody>
      </p:sp>
    </p:spTree>
    <p:extLst>
      <p:ext uri="{BB962C8B-B14F-4D97-AF65-F5344CB8AC3E}">
        <p14:creationId xmlns:p14="http://schemas.microsoft.com/office/powerpoint/2010/main" val="244061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C3A496-47AA-984D-B97E-05D6B94D680A}"/>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AAD5D3DF-40CE-3941-8E59-D62BB9EB27CE}"/>
              </a:ext>
            </a:extLst>
          </p:cNvPr>
          <p:cNvSpPr>
            <a:spLocks noGrp="1"/>
          </p:cNvSpPr>
          <p:nvPr>
            <p:ph idx="1"/>
          </p:nvPr>
        </p:nvSpPr>
        <p:spPr/>
        <p:txBody>
          <a:bodyPr/>
          <a:lstStyle/>
          <a:p>
            <a:r>
              <a:rPr kumimoji="1" lang="en-US" altLang="ja-JP" dirty="0"/>
              <a:t>I had chicken for lunch</a:t>
            </a:r>
          </a:p>
          <a:p>
            <a:pPr lvl="1"/>
            <a:r>
              <a:rPr lang="en-US" altLang="ja-JP" dirty="0"/>
              <a:t>ate (eat)</a:t>
            </a:r>
            <a:r>
              <a:rPr lang="ja-JP" altLang="en-US"/>
              <a:t>を使うと、口をもぐもぐするイメージがある</a:t>
            </a:r>
            <a:endParaRPr kumimoji="1" lang="ja-JP" altLang="en-US"/>
          </a:p>
        </p:txBody>
      </p:sp>
    </p:spTree>
    <p:extLst>
      <p:ext uri="{BB962C8B-B14F-4D97-AF65-F5344CB8AC3E}">
        <p14:creationId xmlns:p14="http://schemas.microsoft.com/office/powerpoint/2010/main" val="518311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7D8A2F-7E1B-B84E-BE9C-CE0B4E144173}"/>
              </a:ext>
            </a:extLst>
          </p:cNvPr>
          <p:cNvSpPr>
            <a:spLocks noGrp="1"/>
          </p:cNvSpPr>
          <p:nvPr>
            <p:ph type="title"/>
          </p:nvPr>
        </p:nvSpPr>
        <p:spPr/>
        <p:txBody>
          <a:bodyPr/>
          <a:lstStyle/>
          <a:p>
            <a:r>
              <a:rPr kumimoji="1" lang="ja-JP" altLang="en-US"/>
              <a:t>加算と不可算で意味が変わる単語</a:t>
            </a:r>
            <a:br>
              <a:rPr kumimoji="1" lang="en-US" altLang="ja-JP" dirty="0"/>
            </a:br>
            <a:r>
              <a:rPr kumimoji="1" lang="ja-JP" altLang="en-US"/>
              <a:t>日本語にしてみよう</a:t>
            </a:r>
          </a:p>
        </p:txBody>
      </p:sp>
      <p:sp>
        <p:nvSpPr>
          <p:cNvPr id="3" name="コンテンツ プレースホルダー 2">
            <a:extLst>
              <a:ext uri="{FF2B5EF4-FFF2-40B4-BE49-F238E27FC236}">
                <a16:creationId xmlns:a16="http://schemas.microsoft.com/office/drawing/2014/main" id="{C3CA8161-9423-6247-A43F-1F125C2C2D55}"/>
              </a:ext>
            </a:extLst>
          </p:cNvPr>
          <p:cNvSpPr>
            <a:spLocks noGrp="1"/>
          </p:cNvSpPr>
          <p:nvPr>
            <p:ph idx="1"/>
          </p:nvPr>
        </p:nvSpPr>
        <p:spPr/>
        <p:txBody>
          <a:bodyPr/>
          <a:lstStyle/>
          <a:p>
            <a:r>
              <a:rPr kumimoji="1" lang="en-US" altLang="ja-JP" dirty="0"/>
              <a:t>Iron</a:t>
            </a:r>
          </a:p>
          <a:p>
            <a:pPr lvl="1"/>
            <a:r>
              <a:rPr kumimoji="1" lang="en-US" altLang="ja-JP" dirty="0"/>
              <a:t>I need an iron to remove the wrinkles</a:t>
            </a:r>
          </a:p>
          <a:p>
            <a:pPr lvl="1"/>
            <a:r>
              <a:rPr lang="en-US" altLang="ja-JP" dirty="0"/>
              <a:t>I need iron to remove the wrinkles</a:t>
            </a:r>
          </a:p>
          <a:p>
            <a:r>
              <a:rPr kumimoji="1" lang="en-US" altLang="ja-JP" dirty="0"/>
              <a:t>Security</a:t>
            </a:r>
          </a:p>
          <a:p>
            <a:pPr lvl="1"/>
            <a:r>
              <a:rPr lang="en-US" altLang="ja-JP" dirty="0"/>
              <a:t>Trading securities over the Internet is a common practice today.</a:t>
            </a:r>
          </a:p>
          <a:p>
            <a:r>
              <a:rPr kumimoji="1" lang="en-US" altLang="ja-JP" dirty="0"/>
              <a:t>Matter</a:t>
            </a:r>
          </a:p>
          <a:p>
            <a:pPr lvl="1"/>
            <a:r>
              <a:rPr lang="en-US" altLang="ja-JP" dirty="0"/>
              <a:t>Measures have to be taken to address foreign matter.</a:t>
            </a:r>
          </a:p>
          <a:p>
            <a:pPr lvl="1"/>
            <a:r>
              <a:rPr kumimoji="1" lang="en-US" altLang="ja-JP" dirty="0"/>
              <a:t>Measures have to be taken to address foreign matters.</a:t>
            </a:r>
          </a:p>
          <a:p>
            <a:pPr lvl="1"/>
            <a:endParaRPr kumimoji="1" lang="ja-JP" altLang="en-US"/>
          </a:p>
        </p:txBody>
      </p:sp>
      <p:sp>
        <p:nvSpPr>
          <p:cNvPr id="4" name="テキスト ボックス 3">
            <a:extLst>
              <a:ext uri="{FF2B5EF4-FFF2-40B4-BE49-F238E27FC236}">
                <a16:creationId xmlns:a16="http://schemas.microsoft.com/office/drawing/2014/main" id="{83AF130F-9658-75CC-DFC5-F1F0C46C2E7C}"/>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473799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BF7EE5-DA12-854E-A6F7-ED44C95D9FC2}"/>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767CAA75-E20F-A944-A3F1-AAFACE7C17DE}"/>
              </a:ext>
            </a:extLst>
          </p:cNvPr>
          <p:cNvSpPr>
            <a:spLocks noGrp="1"/>
          </p:cNvSpPr>
          <p:nvPr>
            <p:ph idx="1"/>
          </p:nvPr>
        </p:nvSpPr>
        <p:spPr/>
        <p:txBody>
          <a:bodyPr>
            <a:normAutofit fontScale="92500" lnSpcReduction="20000"/>
          </a:bodyPr>
          <a:lstStyle/>
          <a:p>
            <a:r>
              <a:rPr lang="en-US" altLang="ja-JP" dirty="0"/>
              <a:t>Iron</a:t>
            </a:r>
          </a:p>
          <a:p>
            <a:pPr lvl="1"/>
            <a:r>
              <a:rPr lang="en-US" altLang="ja-JP" dirty="0"/>
              <a:t>I need an iron to remove the wrinkles</a:t>
            </a:r>
          </a:p>
          <a:p>
            <a:pPr lvl="2"/>
            <a:r>
              <a:rPr lang="ja-JP" altLang="en-US">
                <a:solidFill>
                  <a:srgbClr val="FF0000"/>
                </a:solidFill>
              </a:rPr>
              <a:t>しわをとりたいので、アイロンがいる</a:t>
            </a:r>
            <a:r>
              <a:rPr lang="en-US" altLang="ja-JP" dirty="0">
                <a:solidFill>
                  <a:srgbClr val="FF0000"/>
                </a:solidFill>
              </a:rPr>
              <a:t> (</a:t>
            </a:r>
            <a:r>
              <a:rPr lang="ja-JP" altLang="en-US">
                <a:solidFill>
                  <a:srgbClr val="FF0000"/>
                </a:solidFill>
              </a:rPr>
              <a:t>加算</a:t>
            </a:r>
            <a:r>
              <a:rPr lang="en-US" altLang="ja-JP" dirty="0">
                <a:solidFill>
                  <a:srgbClr val="FF0000"/>
                </a:solidFill>
              </a:rPr>
              <a:t>)</a:t>
            </a:r>
          </a:p>
          <a:p>
            <a:pPr lvl="1"/>
            <a:r>
              <a:rPr lang="en-US" altLang="ja-JP" dirty="0"/>
              <a:t>I need iron to remove the wrinkles</a:t>
            </a:r>
          </a:p>
          <a:p>
            <a:pPr lvl="2"/>
            <a:r>
              <a:rPr lang="ja-JP" altLang="en-US">
                <a:solidFill>
                  <a:srgbClr val="FF0000"/>
                </a:solidFill>
              </a:rPr>
              <a:t>しわを取りたいので、鉄分が必要だ</a:t>
            </a:r>
            <a:r>
              <a:rPr lang="en-US" altLang="ja-JP" dirty="0">
                <a:solidFill>
                  <a:srgbClr val="FF0000"/>
                </a:solidFill>
              </a:rPr>
              <a:t> (</a:t>
            </a:r>
            <a:r>
              <a:rPr lang="ja-JP" altLang="en-US">
                <a:solidFill>
                  <a:srgbClr val="FF0000"/>
                </a:solidFill>
              </a:rPr>
              <a:t>不可算</a:t>
            </a:r>
            <a:r>
              <a:rPr lang="en-US" altLang="ja-JP" dirty="0">
                <a:solidFill>
                  <a:srgbClr val="FF0000"/>
                </a:solidFill>
              </a:rPr>
              <a:t>)</a:t>
            </a:r>
          </a:p>
          <a:p>
            <a:r>
              <a:rPr lang="en-US" altLang="ja-JP" dirty="0"/>
              <a:t>Security</a:t>
            </a:r>
          </a:p>
          <a:p>
            <a:pPr lvl="1"/>
            <a:r>
              <a:rPr lang="en-US" altLang="ja-JP" dirty="0"/>
              <a:t>Trading securities over the Internet is a common practice today.</a:t>
            </a:r>
          </a:p>
          <a:p>
            <a:pPr lvl="2"/>
            <a:r>
              <a:rPr lang="ja-JP" altLang="en-US">
                <a:solidFill>
                  <a:srgbClr val="FF0000"/>
                </a:solidFill>
              </a:rPr>
              <a:t>インターネットを使った証券取引は今日では常識だ</a:t>
            </a:r>
            <a:r>
              <a:rPr lang="en-US" altLang="ja-JP" dirty="0">
                <a:solidFill>
                  <a:srgbClr val="FF0000"/>
                </a:solidFill>
              </a:rPr>
              <a:t> (</a:t>
            </a:r>
            <a:r>
              <a:rPr lang="ja-JP" altLang="en-US">
                <a:solidFill>
                  <a:srgbClr val="FF0000"/>
                </a:solidFill>
              </a:rPr>
              <a:t>加算</a:t>
            </a:r>
            <a:r>
              <a:rPr lang="en-US" altLang="ja-JP" dirty="0">
                <a:solidFill>
                  <a:srgbClr val="FF0000"/>
                </a:solidFill>
              </a:rPr>
              <a:t>)</a:t>
            </a:r>
          </a:p>
          <a:p>
            <a:r>
              <a:rPr lang="en-US" altLang="ja-JP" dirty="0"/>
              <a:t>Matter</a:t>
            </a:r>
          </a:p>
          <a:p>
            <a:pPr lvl="1"/>
            <a:r>
              <a:rPr lang="en-US" altLang="ja-JP" dirty="0"/>
              <a:t>Measures have to be taken to address foreign matter.</a:t>
            </a:r>
          </a:p>
          <a:p>
            <a:pPr lvl="2"/>
            <a:r>
              <a:rPr lang="ja-JP" altLang="en-US">
                <a:solidFill>
                  <a:srgbClr val="FF0000"/>
                </a:solidFill>
              </a:rPr>
              <a:t>異物に対処するために、対策をとる必要がある。</a:t>
            </a:r>
            <a:r>
              <a:rPr lang="en-US" altLang="ja-JP" dirty="0">
                <a:solidFill>
                  <a:srgbClr val="FF0000"/>
                </a:solidFill>
              </a:rPr>
              <a:t> (</a:t>
            </a:r>
            <a:r>
              <a:rPr lang="ja-JP" altLang="en-US">
                <a:solidFill>
                  <a:srgbClr val="FF0000"/>
                </a:solidFill>
              </a:rPr>
              <a:t>不可算</a:t>
            </a:r>
            <a:r>
              <a:rPr lang="en-US" altLang="ja-JP" dirty="0">
                <a:solidFill>
                  <a:srgbClr val="FF0000"/>
                </a:solidFill>
              </a:rPr>
              <a:t>)</a:t>
            </a:r>
          </a:p>
          <a:p>
            <a:pPr lvl="1"/>
            <a:r>
              <a:rPr lang="en-US" altLang="ja-JP" dirty="0"/>
              <a:t>Measures have to be taken to address foreign matters.</a:t>
            </a:r>
          </a:p>
          <a:p>
            <a:pPr lvl="2"/>
            <a:r>
              <a:rPr lang="ja-JP" altLang="en-US">
                <a:solidFill>
                  <a:srgbClr val="FF0000"/>
                </a:solidFill>
              </a:rPr>
              <a:t>国外の問題に対処するために、対策をとる必要がある。</a:t>
            </a:r>
            <a:r>
              <a:rPr lang="en-US" altLang="ja-JP" dirty="0">
                <a:solidFill>
                  <a:srgbClr val="FF0000"/>
                </a:solidFill>
              </a:rPr>
              <a:t>(</a:t>
            </a:r>
            <a:r>
              <a:rPr lang="ja-JP" altLang="en-US">
                <a:solidFill>
                  <a:srgbClr val="FF0000"/>
                </a:solidFill>
              </a:rPr>
              <a:t>加算</a:t>
            </a:r>
            <a:r>
              <a:rPr lang="en-US" altLang="ja-JP" dirty="0">
                <a:solidFill>
                  <a:srgbClr val="FF0000"/>
                </a:solidFill>
              </a:rPr>
              <a:t>)</a:t>
            </a:r>
          </a:p>
        </p:txBody>
      </p:sp>
    </p:spTree>
    <p:extLst>
      <p:ext uri="{BB962C8B-B14F-4D97-AF65-F5344CB8AC3E}">
        <p14:creationId xmlns:p14="http://schemas.microsoft.com/office/powerpoint/2010/main" val="3445933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CA660A-D7B3-9F47-8346-BC4B5A49A131}"/>
              </a:ext>
            </a:extLst>
          </p:cNvPr>
          <p:cNvSpPr>
            <a:spLocks noGrp="1"/>
          </p:cNvSpPr>
          <p:nvPr>
            <p:ph type="title"/>
          </p:nvPr>
        </p:nvSpPr>
        <p:spPr/>
        <p:txBody>
          <a:bodyPr/>
          <a:lstStyle/>
          <a:p>
            <a:r>
              <a:rPr kumimoji="1" lang="ja-JP" altLang="en-US"/>
              <a:t>冠詞のはなし</a:t>
            </a:r>
            <a:br>
              <a:rPr kumimoji="1" lang="en-US" altLang="ja-JP" dirty="0"/>
            </a:br>
            <a:r>
              <a:rPr kumimoji="1" lang="ja-JP" altLang="en-US"/>
              <a:t>どれが適切でしょうか</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75A9B7BA-B324-8549-B71E-F39B4D1A4483}"/>
              </a:ext>
            </a:extLst>
          </p:cNvPr>
          <p:cNvSpPr>
            <a:spLocks noGrp="1"/>
          </p:cNvSpPr>
          <p:nvPr>
            <p:ph idx="1"/>
          </p:nvPr>
        </p:nvSpPr>
        <p:spPr/>
        <p:txBody>
          <a:bodyPr/>
          <a:lstStyle/>
          <a:p>
            <a:pPr marL="514350" indent="-514350">
              <a:buFont typeface="+mj-lt"/>
              <a:buAutoNum type="arabicPeriod"/>
            </a:pPr>
            <a:r>
              <a:rPr kumimoji="1" lang="en-US" altLang="ja-JP" dirty="0"/>
              <a:t>I want to be a systems analyst.</a:t>
            </a:r>
          </a:p>
          <a:p>
            <a:pPr marL="514350" indent="-514350">
              <a:buFont typeface="+mj-lt"/>
              <a:buAutoNum type="arabicPeriod"/>
            </a:pPr>
            <a:r>
              <a:rPr lang="en-US" altLang="ja-JP" dirty="0"/>
              <a:t>I want to be the systems analyst.</a:t>
            </a:r>
          </a:p>
          <a:p>
            <a:pPr marL="514350" indent="-514350">
              <a:buFont typeface="+mj-lt"/>
              <a:buAutoNum type="arabicPeriod"/>
            </a:pPr>
            <a:r>
              <a:rPr lang="en-US" altLang="ja-JP" dirty="0"/>
              <a:t>I want to be systems analysts.</a:t>
            </a:r>
          </a:p>
          <a:p>
            <a:endParaRPr kumimoji="1" lang="ja-JP" altLang="en-US"/>
          </a:p>
        </p:txBody>
      </p:sp>
      <p:sp>
        <p:nvSpPr>
          <p:cNvPr id="4" name="テキスト ボックス 3">
            <a:extLst>
              <a:ext uri="{FF2B5EF4-FFF2-40B4-BE49-F238E27FC236}">
                <a16:creationId xmlns:a16="http://schemas.microsoft.com/office/drawing/2014/main" id="{94A50240-B076-E285-77D8-938593853CD8}"/>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998674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9CEB05-C047-D543-A7AD-FEAF64536236}"/>
              </a:ext>
            </a:extLst>
          </p:cNvPr>
          <p:cNvSpPr>
            <a:spLocks noGrp="1"/>
          </p:cNvSpPr>
          <p:nvPr>
            <p:ph type="title"/>
          </p:nvPr>
        </p:nvSpPr>
        <p:spPr/>
        <p:txBody>
          <a:bodyPr/>
          <a:lstStyle/>
          <a:p>
            <a:r>
              <a:rPr kumimoji="1" lang="ja-JP" altLang="en-US"/>
              <a:t>日本語にすると</a:t>
            </a:r>
          </a:p>
        </p:txBody>
      </p:sp>
      <p:sp>
        <p:nvSpPr>
          <p:cNvPr id="3" name="コンテンツ プレースホルダー 2">
            <a:extLst>
              <a:ext uri="{FF2B5EF4-FFF2-40B4-BE49-F238E27FC236}">
                <a16:creationId xmlns:a16="http://schemas.microsoft.com/office/drawing/2014/main" id="{4EFD79B2-00A5-7B46-8E1A-4D150A6498AF}"/>
              </a:ext>
            </a:extLst>
          </p:cNvPr>
          <p:cNvSpPr>
            <a:spLocks noGrp="1"/>
          </p:cNvSpPr>
          <p:nvPr>
            <p:ph idx="1"/>
          </p:nvPr>
        </p:nvSpPr>
        <p:spPr/>
        <p:txBody>
          <a:bodyPr/>
          <a:lstStyle/>
          <a:p>
            <a:r>
              <a:rPr kumimoji="1" lang="ja-JP" altLang="en-US">
                <a:solidFill>
                  <a:srgbClr val="FF0000"/>
                </a:solidFill>
              </a:rPr>
              <a:t>システムアナリストになりたい</a:t>
            </a:r>
            <a:endParaRPr kumimoji="1" lang="en-US" altLang="ja-JP" dirty="0">
              <a:solidFill>
                <a:srgbClr val="FF0000"/>
              </a:solidFill>
            </a:endParaRPr>
          </a:p>
          <a:p>
            <a:r>
              <a:rPr lang="ja-JP" altLang="en-US"/>
              <a:t>あのシステムアナリストになりたい</a:t>
            </a:r>
            <a:endParaRPr lang="en-US" altLang="ja-JP" dirty="0"/>
          </a:p>
          <a:p>
            <a:r>
              <a:rPr kumimoji="1" lang="ja-JP" altLang="en-US"/>
              <a:t>複数のシステムアナリストになりたい</a:t>
            </a:r>
          </a:p>
        </p:txBody>
      </p:sp>
    </p:spTree>
    <p:extLst>
      <p:ext uri="{BB962C8B-B14F-4D97-AF65-F5344CB8AC3E}">
        <p14:creationId xmlns:p14="http://schemas.microsoft.com/office/powerpoint/2010/main" val="899101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0B496D-909D-9746-A159-D38F2F9DAF69}"/>
              </a:ext>
            </a:extLst>
          </p:cNvPr>
          <p:cNvSpPr>
            <a:spLocks noGrp="1"/>
          </p:cNvSpPr>
          <p:nvPr>
            <p:ph type="title"/>
          </p:nvPr>
        </p:nvSpPr>
        <p:spPr/>
        <p:txBody>
          <a:bodyPr/>
          <a:lstStyle/>
          <a:p>
            <a:r>
              <a:rPr kumimoji="1" lang="en-US" altLang="ja-JP" dirty="0"/>
              <a:t>the </a:t>
            </a:r>
            <a:r>
              <a:rPr kumimoji="1" lang="ja-JP" altLang="en-US"/>
              <a:t>と</a:t>
            </a:r>
            <a:r>
              <a:rPr kumimoji="1" lang="en-US" altLang="ja-JP" dirty="0"/>
              <a:t> a</a:t>
            </a:r>
            <a:r>
              <a:rPr kumimoji="1" lang="ja-JP" altLang="en-US"/>
              <a:t>の</a:t>
            </a:r>
            <a:r>
              <a:rPr lang="ja-JP" altLang="en-US"/>
              <a:t>違い</a:t>
            </a:r>
            <a:r>
              <a:rPr lang="en-US" altLang="ja-JP" dirty="0"/>
              <a:t>(</a:t>
            </a:r>
            <a:r>
              <a:rPr lang="ja-JP" altLang="en-US"/>
              <a:t>日本人には難しい</a:t>
            </a:r>
            <a:r>
              <a:rPr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BA24F614-6F65-2840-BF65-30511E0C219D}"/>
              </a:ext>
            </a:extLst>
          </p:cNvPr>
          <p:cNvSpPr>
            <a:spLocks noGrp="1"/>
          </p:cNvSpPr>
          <p:nvPr>
            <p:ph idx="1"/>
          </p:nvPr>
        </p:nvSpPr>
        <p:spPr/>
        <p:txBody>
          <a:bodyPr/>
          <a:lstStyle/>
          <a:p>
            <a:r>
              <a:rPr kumimoji="1" lang="ja-JP" altLang="en-US"/>
              <a:t>冠詞</a:t>
            </a:r>
            <a:r>
              <a:rPr kumimoji="1" lang="en-US" altLang="ja-JP" dirty="0"/>
              <a:t>(article)</a:t>
            </a:r>
            <a:r>
              <a:rPr kumimoji="1" lang="ja-JP" altLang="en-US"/>
              <a:t>の定義</a:t>
            </a:r>
            <a:endParaRPr kumimoji="1" lang="en-US" altLang="ja-JP" dirty="0"/>
          </a:p>
          <a:p>
            <a:pPr lvl="1"/>
            <a:r>
              <a:rPr lang="en-US" altLang="ja-JP" dirty="0"/>
              <a:t>A word, as a, an or the, that is linked to a noun and identifies the noun as a noun</a:t>
            </a:r>
          </a:p>
          <a:p>
            <a:r>
              <a:rPr lang="en-US" altLang="ja-JP" dirty="0"/>
              <a:t>the = </a:t>
            </a:r>
            <a:r>
              <a:rPr lang="ja-JP" altLang="en-US"/>
              <a:t>定める冠詞</a:t>
            </a:r>
            <a:r>
              <a:rPr lang="en-US" altLang="ja-JP" dirty="0"/>
              <a:t> </a:t>
            </a:r>
            <a:r>
              <a:rPr lang="ja-JP" altLang="en-US"/>
              <a:t>→</a:t>
            </a:r>
            <a:r>
              <a:rPr lang="en-US" altLang="ja-JP" dirty="0"/>
              <a:t> </a:t>
            </a:r>
            <a:r>
              <a:rPr lang="ja-JP" altLang="en-US"/>
              <a:t>あの〇〇、例の〇〇</a:t>
            </a:r>
            <a:endParaRPr lang="en-US" altLang="ja-JP" dirty="0"/>
          </a:p>
          <a:p>
            <a:r>
              <a:rPr kumimoji="1" lang="en-US" altLang="ja-JP" dirty="0"/>
              <a:t>a = </a:t>
            </a:r>
            <a:r>
              <a:rPr kumimoji="1" lang="ja-JP" altLang="en-US"/>
              <a:t>定めない冠詞</a:t>
            </a:r>
            <a:r>
              <a:rPr kumimoji="1" lang="en-US" altLang="ja-JP" dirty="0"/>
              <a:t> </a:t>
            </a:r>
            <a:r>
              <a:rPr kumimoji="1" lang="ja-JP" altLang="en-US"/>
              <a:t>→</a:t>
            </a:r>
            <a:r>
              <a:rPr kumimoji="1" lang="en-US" altLang="ja-JP" dirty="0"/>
              <a:t> </a:t>
            </a:r>
            <a:r>
              <a:rPr kumimoji="1" lang="ja-JP" altLang="en-US"/>
              <a:t>ある〇〇、とある〇〇</a:t>
            </a:r>
          </a:p>
        </p:txBody>
      </p:sp>
    </p:spTree>
    <p:extLst>
      <p:ext uri="{BB962C8B-B14F-4D97-AF65-F5344CB8AC3E}">
        <p14:creationId xmlns:p14="http://schemas.microsoft.com/office/powerpoint/2010/main" val="3194916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3AFF18-E44A-604C-AC89-89D03617D36A}"/>
              </a:ext>
            </a:extLst>
          </p:cNvPr>
          <p:cNvSpPr>
            <a:spLocks noGrp="1"/>
          </p:cNvSpPr>
          <p:nvPr>
            <p:ph type="title"/>
          </p:nvPr>
        </p:nvSpPr>
        <p:spPr/>
        <p:txBody>
          <a:bodyPr/>
          <a:lstStyle/>
          <a:p>
            <a:r>
              <a:rPr lang="ja-JP" altLang="en-US"/>
              <a:t>訳し分けてみよう</a:t>
            </a:r>
            <a:endParaRPr kumimoji="1" lang="ja-JP" altLang="en-US"/>
          </a:p>
        </p:txBody>
      </p:sp>
      <p:sp>
        <p:nvSpPr>
          <p:cNvPr id="3" name="コンテンツ プレースホルダー 2">
            <a:extLst>
              <a:ext uri="{FF2B5EF4-FFF2-40B4-BE49-F238E27FC236}">
                <a16:creationId xmlns:a16="http://schemas.microsoft.com/office/drawing/2014/main" id="{4C209324-403C-184E-BE86-A860125109A0}"/>
              </a:ext>
            </a:extLst>
          </p:cNvPr>
          <p:cNvSpPr>
            <a:spLocks noGrp="1"/>
          </p:cNvSpPr>
          <p:nvPr>
            <p:ph idx="1"/>
          </p:nvPr>
        </p:nvSpPr>
        <p:spPr/>
        <p:txBody>
          <a:bodyPr/>
          <a:lstStyle/>
          <a:p>
            <a:r>
              <a:rPr kumimoji="1" lang="en-US" altLang="ja-JP" dirty="0"/>
              <a:t>He had a book</a:t>
            </a:r>
            <a:r>
              <a:rPr lang="en-US" altLang="ja-JP" dirty="0"/>
              <a:t>.</a:t>
            </a:r>
          </a:p>
          <a:p>
            <a:r>
              <a:rPr kumimoji="1" lang="en-US" altLang="ja-JP" dirty="0"/>
              <a:t>He had the book.</a:t>
            </a:r>
          </a:p>
          <a:p>
            <a:r>
              <a:rPr lang="en-US" altLang="ja-JP" dirty="0"/>
              <a:t>He had your book.</a:t>
            </a:r>
            <a:endParaRPr kumimoji="1" lang="en-US" altLang="ja-JP" dirty="0"/>
          </a:p>
        </p:txBody>
      </p:sp>
    </p:spTree>
    <p:extLst>
      <p:ext uri="{BB962C8B-B14F-4D97-AF65-F5344CB8AC3E}">
        <p14:creationId xmlns:p14="http://schemas.microsoft.com/office/powerpoint/2010/main" val="2112098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526DD-66B0-594D-BA33-FA0195B52D94}"/>
              </a:ext>
            </a:extLst>
          </p:cNvPr>
          <p:cNvSpPr>
            <a:spLocks noGrp="1"/>
          </p:cNvSpPr>
          <p:nvPr>
            <p:ph type="title"/>
          </p:nvPr>
        </p:nvSpPr>
        <p:spPr/>
        <p:txBody>
          <a:bodyPr/>
          <a:lstStyle/>
          <a:p>
            <a:r>
              <a:rPr kumimoji="1" lang="ja-JP" altLang="en-US"/>
              <a:t>訳し分けてみよう</a:t>
            </a:r>
          </a:p>
        </p:txBody>
      </p:sp>
      <p:sp>
        <p:nvSpPr>
          <p:cNvPr id="3" name="コンテンツ プレースホルダー 2">
            <a:extLst>
              <a:ext uri="{FF2B5EF4-FFF2-40B4-BE49-F238E27FC236}">
                <a16:creationId xmlns:a16="http://schemas.microsoft.com/office/drawing/2014/main" id="{F9C9CB4A-1DDB-F441-B455-61AE4200CAA9}"/>
              </a:ext>
            </a:extLst>
          </p:cNvPr>
          <p:cNvSpPr>
            <a:spLocks noGrp="1"/>
          </p:cNvSpPr>
          <p:nvPr>
            <p:ph idx="1"/>
          </p:nvPr>
        </p:nvSpPr>
        <p:spPr/>
        <p:txBody>
          <a:bodyPr/>
          <a:lstStyle/>
          <a:p>
            <a:r>
              <a:rPr kumimoji="1" lang="en-US" altLang="ja-JP" dirty="0"/>
              <a:t>I have driven the car in the showroom.</a:t>
            </a:r>
          </a:p>
          <a:p>
            <a:r>
              <a:rPr lang="en-US" altLang="ja-JP" dirty="0"/>
              <a:t>I have driven a car in the showroom.</a:t>
            </a:r>
          </a:p>
        </p:txBody>
      </p:sp>
      <p:sp>
        <p:nvSpPr>
          <p:cNvPr id="4" name="テキスト ボックス 3">
            <a:extLst>
              <a:ext uri="{FF2B5EF4-FFF2-40B4-BE49-F238E27FC236}">
                <a16:creationId xmlns:a16="http://schemas.microsoft.com/office/drawing/2014/main" id="{870D0421-379A-A6B7-9EE9-712D694BCB66}"/>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4205444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526DD-66B0-594D-BA33-FA0195B52D94}"/>
              </a:ext>
            </a:extLst>
          </p:cNvPr>
          <p:cNvSpPr>
            <a:spLocks noGrp="1"/>
          </p:cNvSpPr>
          <p:nvPr>
            <p:ph type="title"/>
          </p:nvPr>
        </p:nvSpPr>
        <p:spPr/>
        <p:txBody>
          <a:bodyPr/>
          <a:lstStyle/>
          <a:p>
            <a:r>
              <a:rPr kumimoji="1" lang="ja-JP" altLang="en-US"/>
              <a:t>訳し分けてみよう</a:t>
            </a:r>
          </a:p>
        </p:txBody>
      </p:sp>
      <p:sp>
        <p:nvSpPr>
          <p:cNvPr id="3" name="コンテンツ プレースホルダー 2">
            <a:extLst>
              <a:ext uri="{FF2B5EF4-FFF2-40B4-BE49-F238E27FC236}">
                <a16:creationId xmlns:a16="http://schemas.microsoft.com/office/drawing/2014/main" id="{F9C9CB4A-1DDB-F441-B455-61AE4200CAA9}"/>
              </a:ext>
            </a:extLst>
          </p:cNvPr>
          <p:cNvSpPr>
            <a:spLocks noGrp="1"/>
          </p:cNvSpPr>
          <p:nvPr>
            <p:ph idx="1"/>
          </p:nvPr>
        </p:nvSpPr>
        <p:spPr/>
        <p:txBody>
          <a:bodyPr/>
          <a:lstStyle/>
          <a:p>
            <a:r>
              <a:rPr kumimoji="1" lang="en-US" altLang="ja-JP" dirty="0"/>
              <a:t>I have driven the car in the showroom.</a:t>
            </a:r>
          </a:p>
          <a:p>
            <a:pPr lvl="1"/>
            <a:r>
              <a:rPr kumimoji="1" lang="ja-JP" altLang="en-US"/>
              <a:t>あのショールームにある、あの車を運転したことがある。</a:t>
            </a:r>
            <a:endParaRPr kumimoji="1" lang="en-US" altLang="ja-JP" dirty="0"/>
          </a:p>
          <a:p>
            <a:r>
              <a:rPr lang="en-US" altLang="ja-JP" dirty="0"/>
              <a:t>I have driven a car in the showroom.</a:t>
            </a:r>
          </a:p>
          <a:p>
            <a:pPr lvl="1"/>
            <a:r>
              <a:rPr kumimoji="1" lang="ja-JP" altLang="en-US"/>
              <a:t>あのショールームの中で、車を運転したことがある。</a:t>
            </a:r>
          </a:p>
        </p:txBody>
      </p:sp>
      <p:sp>
        <p:nvSpPr>
          <p:cNvPr id="4" name="テキスト ボックス 3">
            <a:extLst>
              <a:ext uri="{FF2B5EF4-FFF2-40B4-BE49-F238E27FC236}">
                <a16:creationId xmlns:a16="http://schemas.microsoft.com/office/drawing/2014/main" id="{870D0421-379A-A6B7-9EE9-712D694BCB66}"/>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2543886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43907F-B056-C04C-A065-709F445CF11A}"/>
              </a:ext>
            </a:extLst>
          </p:cNvPr>
          <p:cNvSpPr>
            <a:spLocks noGrp="1"/>
          </p:cNvSpPr>
          <p:nvPr>
            <p:ph type="title"/>
          </p:nvPr>
        </p:nvSpPr>
        <p:spPr/>
        <p:txBody>
          <a:bodyPr/>
          <a:lstStyle/>
          <a:p>
            <a:r>
              <a:rPr lang="ja-JP" altLang="en-US"/>
              <a:t>訳し分けてみよう</a:t>
            </a:r>
            <a:endParaRPr kumimoji="1" lang="ja-JP" altLang="en-US"/>
          </a:p>
        </p:txBody>
      </p:sp>
      <p:sp>
        <p:nvSpPr>
          <p:cNvPr id="3" name="コンテンツ プレースホルダー 2">
            <a:extLst>
              <a:ext uri="{FF2B5EF4-FFF2-40B4-BE49-F238E27FC236}">
                <a16:creationId xmlns:a16="http://schemas.microsoft.com/office/drawing/2014/main" id="{0200351C-EE47-DA4A-A1E1-2B9B1E6D4BEC}"/>
              </a:ext>
            </a:extLst>
          </p:cNvPr>
          <p:cNvSpPr>
            <a:spLocks noGrp="1"/>
          </p:cNvSpPr>
          <p:nvPr>
            <p:ph idx="1"/>
          </p:nvPr>
        </p:nvSpPr>
        <p:spPr/>
        <p:txBody>
          <a:bodyPr/>
          <a:lstStyle/>
          <a:p>
            <a:r>
              <a:rPr kumimoji="1" lang="en-US" altLang="ja-JP" dirty="0"/>
              <a:t>I like the movies.</a:t>
            </a:r>
          </a:p>
          <a:p>
            <a:r>
              <a:rPr lang="en-US" altLang="ja-JP" dirty="0"/>
              <a:t>I like movies.</a:t>
            </a:r>
            <a:endParaRPr kumimoji="1" lang="ja-JP" altLang="en-US"/>
          </a:p>
        </p:txBody>
      </p:sp>
    </p:spTree>
    <p:extLst>
      <p:ext uri="{BB962C8B-B14F-4D97-AF65-F5344CB8AC3E}">
        <p14:creationId xmlns:p14="http://schemas.microsoft.com/office/powerpoint/2010/main" val="3561501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479DC-638D-294C-81A3-1E6715123245}"/>
              </a:ext>
            </a:extLst>
          </p:cNvPr>
          <p:cNvSpPr>
            <a:spLocks noGrp="1"/>
          </p:cNvSpPr>
          <p:nvPr>
            <p:ph type="title"/>
          </p:nvPr>
        </p:nvSpPr>
        <p:spPr/>
        <p:txBody>
          <a:bodyPr/>
          <a:lstStyle/>
          <a:p>
            <a:r>
              <a:rPr kumimoji="1" lang="ja-JP" altLang="en-US"/>
              <a:t>訳し分けてみよう</a:t>
            </a:r>
          </a:p>
        </p:txBody>
      </p:sp>
      <p:sp>
        <p:nvSpPr>
          <p:cNvPr id="3" name="コンテンツ プレースホルダー 2">
            <a:extLst>
              <a:ext uri="{FF2B5EF4-FFF2-40B4-BE49-F238E27FC236}">
                <a16:creationId xmlns:a16="http://schemas.microsoft.com/office/drawing/2014/main" id="{F5609090-B150-D349-93DF-8F8C9C1DA810}"/>
              </a:ext>
            </a:extLst>
          </p:cNvPr>
          <p:cNvSpPr>
            <a:spLocks noGrp="1"/>
          </p:cNvSpPr>
          <p:nvPr>
            <p:ph idx="1"/>
          </p:nvPr>
        </p:nvSpPr>
        <p:spPr/>
        <p:txBody>
          <a:bodyPr/>
          <a:lstStyle/>
          <a:p>
            <a:r>
              <a:rPr kumimoji="1" lang="en-US" altLang="ja-JP" dirty="0"/>
              <a:t>Why is a man like that ?</a:t>
            </a:r>
          </a:p>
          <a:p>
            <a:r>
              <a:rPr lang="en-US" altLang="ja-JP" dirty="0"/>
              <a:t>Why is the man like that ?</a:t>
            </a:r>
            <a:endParaRPr kumimoji="1" lang="ja-JP" altLang="en-US"/>
          </a:p>
        </p:txBody>
      </p:sp>
    </p:spTree>
    <p:extLst>
      <p:ext uri="{BB962C8B-B14F-4D97-AF65-F5344CB8AC3E}">
        <p14:creationId xmlns:p14="http://schemas.microsoft.com/office/powerpoint/2010/main" val="3991848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BFDDCC-3E9E-E540-A3C6-7070F356DEA1}"/>
              </a:ext>
            </a:extLst>
          </p:cNvPr>
          <p:cNvSpPr>
            <a:spLocks noGrp="1"/>
          </p:cNvSpPr>
          <p:nvPr>
            <p:ph type="title"/>
          </p:nvPr>
        </p:nvSpPr>
        <p:spPr/>
        <p:txBody>
          <a:bodyPr>
            <a:normAutofit/>
          </a:bodyPr>
          <a:lstStyle/>
          <a:p>
            <a:r>
              <a:rPr lang="en-US" altLang="ja-JP" dirty="0"/>
              <a:t>t</a:t>
            </a:r>
            <a:r>
              <a:rPr kumimoji="1" lang="en-US" altLang="ja-JP" dirty="0"/>
              <a:t>he</a:t>
            </a:r>
            <a:r>
              <a:rPr kumimoji="1" lang="ja-JP" altLang="en-US"/>
              <a:t>の用法</a:t>
            </a:r>
            <a:r>
              <a:rPr kumimoji="1" lang="en-US" altLang="ja-JP" dirty="0"/>
              <a:t> (a</a:t>
            </a:r>
            <a:r>
              <a:rPr kumimoji="1" lang="ja-JP" altLang="en-US"/>
              <a:t>か</a:t>
            </a:r>
            <a:r>
              <a:rPr kumimoji="1" lang="en-US" altLang="ja-JP" dirty="0"/>
              <a:t>the</a:t>
            </a:r>
            <a:r>
              <a:rPr kumimoji="1" lang="ja-JP" altLang="en-US"/>
              <a:t>か、ではなく、</a:t>
            </a:r>
            <a:r>
              <a:rPr kumimoji="1" lang="en-US" altLang="ja-JP" dirty="0"/>
              <a:t>the</a:t>
            </a:r>
            <a:r>
              <a:rPr kumimoji="1" lang="ja-JP" altLang="en-US"/>
              <a:t>を使うべきか考える</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C4117C64-81C0-B145-B535-931368769D32}"/>
              </a:ext>
            </a:extLst>
          </p:cNvPr>
          <p:cNvSpPr>
            <a:spLocks noGrp="1"/>
          </p:cNvSpPr>
          <p:nvPr>
            <p:ph idx="1"/>
          </p:nvPr>
        </p:nvSpPr>
        <p:spPr/>
        <p:txBody>
          <a:bodyPr/>
          <a:lstStyle/>
          <a:p>
            <a:r>
              <a:rPr kumimoji="1" lang="ja-JP" altLang="en-US"/>
              <a:t>唯一照応の</a:t>
            </a:r>
            <a:r>
              <a:rPr kumimoji="1" lang="en-US" altLang="ja-JP" dirty="0"/>
              <a:t>the</a:t>
            </a:r>
          </a:p>
          <a:p>
            <a:pPr lvl="1"/>
            <a:r>
              <a:rPr kumimoji="1" lang="ja-JP" altLang="en-US"/>
              <a:t>唯一のものには</a:t>
            </a:r>
            <a:r>
              <a:rPr kumimoji="1" lang="en-US" altLang="ja-JP" dirty="0"/>
              <a:t>the</a:t>
            </a:r>
            <a:r>
              <a:rPr kumimoji="1" lang="ja-JP" altLang="en-US"/>
              <a:t>をつける</a:t>
            </a:r>
            <a:endParaRPr kumimoji="1" lang="en-US" altLang="ja-JP" dirty="0"/>
          </a:p>
          <a:p>
            <a:r>
              <a:rPr lang="ja-JP" altLang="en-US"/>
              <a:t>前方照応の</a:t>
            </a:r>
            <a:r>
              <a:rPr lang="en-US" altLang="ja-JP" dirty="0"/>
              <a:t>the</a:t>
            </a:r>
          </a:p>
          <a:p>
            <a:pPr lvl="1"/>
            <a:r>
              <a:rPr lang="ja-JP" altLang="en-US"/>
              <a:t>前に言及したものには</a:t>
            </a:r>
            <a:r>
              <a:rPr lang="en-US" altLang="ja-JP" dirty="0"/>
              <a:t>the</a:t>
            </a:r>
            <a:r>
              <a:rPr lang="ja-JP" altLang="en-US"/>
              <a:t>をつける</a:t>
            </a:r>
            <a:endParaRPr lang="en-US" altLang="ja-JP" dirty="0"/>
          </a:p>
          <a:p>
            <a:r>
              <a:rPr kumimoji="1" lang="ja-JP" altLang="en-US"/>
              <a:t>後方照応の</a:t>
            </a:r>
            <a:r>
              <a:rPr kumimoji="1" lang="en-US" altLang="ja-JP" dirty="0"/>
              <a:t>the</a:t>
            </a:r>
          </a:p>
          <a:p>
            <a:pPr lvl="1"/>
            <a:r>
              <a:rPr kumimoji="1" lang="ja-JP" altLang="en-US"/>
              <a:t>後ろから修飾される単語には</a:t>
            </a:r>
            <a:r>
              <a:rPr kumimoji="1" lang="en-US" altLang="ja-JP" dirty="0"/>
              <a:t>the</a:t>
            </a:r>
            <a:r>
              <a:rPr kumimoji="1" lang="ja-JP" altLang="en-US"/>
              <a:t>をつける</a:t>
            </a:r>
          </a:p>
        </p:txBody>
      </p:sp>
    </p:spTree>
    <p:extLst>
      <p:ext uri="{BB962C8B-B14F-4D97-AF65-F5344CB8AC3E}">
        <p14:creationId xmlns:p14="http://schemas.microsoft.com/office/powerpoint/2010/main" val="2622714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8E31EB-D206-CA49-8E88-E8989DEDCFA4}"/>
              </a:ext>
            </a:extLst>
          </p:cNvPr>
          <p:cNvSpPr>
            <a:spLocks noGrp="1"/>
          </p:cNvSpPr>
          <p:nvPr>
            <p:ph type="title"/>
          </p:nvPr>
        </p:nvSpPr>
        <p:spPr/>
        <p:txBody>
          <a:bodyPr/>
          <a:lstStyle/>
          <a:p>
            <a:r>
              <a:rPr kumimoji="1" lang="ja-JP" altLang="en-US"/>
              <a:t>唯一照応の</a:t>
            </a:r>
            <a:r>
              <a:rPr kumimoji="1" lang="en-US" altLang="ja-JP" dirty="0"/>
              <a:t>the</a:t>
            </a:r>
            <a:endParaRPr kumimoji="1" lang="ja-JP" altLang="en-US"/>
          </a:p>
        </p:txBody>
      </p:sp>
      <p:sp>
        <p:nvSpPr>
          <p:cNvPr id="3" name="コンテンツ プレースホルダー 2">
            <a:extLst>
              <a:ext uri="{FF2B5EF4-FFF2-40B4-BE49-F238E27FC236}">
                <a16:creationId xmlns:a16="http://schemas.microsoft.com/office/drawing/2014/main" id="{FDA9E150-ECBC-334A-9B49-6E5FCAB34258}"/>
              </a:ext>
            </a:extLst>
          </p:cNvPr>
          <p:cNvSpPr>
            <a:spLocks noGrp="1"/>
          </p:cNvSpPr>
          <p:nvPr>
            <p:ph idx="1"/>
          </p:nvPr>
        </p:nvSpPr>
        <p:spPr/>
        <p:txBody>
          <a:bodyPr/>
          <a:lstStyle/>
          <a:p>
            <a:r>
              <a:rPr kumimoji="1" lang="ja-JP" altLang="en-US"/>
              <a:t>太陽</a:t>
            </a:r>
            <a:r>
              <a:rPr kumimoji="1" lang="en-US" altLang="ja-JP" dirty="0"/>
              <a:t> the sun (</a:t>
            </a:r>
            <a:r>
              <a:rPr kumimoji="1" lang="ja-JP" altLang="en-US"/>
              <a:t>宇宙に１つしかない</a:t>
            </a:r>
            <a:r>
              <a:rPr kumimoji="1" lang="en-US" altLang="ja-JP" dirty="0"/>
              <a:t>)</a:t>
            </a:r>
          </a:p>
          <a:p>
            <a:r>
              <a:rPr lang="ja-JP" altLang="en-US"/>
              <a:t>ホワイトハウス</a:t>
            </a:r>
            <a:r>
              <a:rPr lang="en-US" altLang="ja-JP" dirty="0"/>
              <a:t> the White House (</a:t>
            </a:r>
            <a:r>
              <a:rPr lang="ja-JP" altLang="en-US"/>
              <a:t>国に１つしかない</a:t>
            </a:r>
            <a:r>
              <a:rPr lang="en-US" altLang="ja-JP" dirty="0"/>
              <a:t>)</a:t>
            </a:r>
          </a:p>
          <a:p>
            <a:r>
              <a:rPr kumimoji="1" lang="ja-JP" altLang="en-US"/>
              <a:t>塩</a:t>
            </a:r>
            <a:r>
              <a:rPr kumimoji="1" lang="en-US" altLang="ja-JP" dirty="0"/>
              <a:t> the salt (</a:t>
            </a:r>
            <a:r>
              <a:rPr kumimoji="1" lang="ja-JP" altLang="en-US"/>
              <a:t>テーブル上に</a:t>
            </a:r>
            <a:r>
              <a:rPr kumimoji="1" lang="en-US" altLang="ja-JP" dirty="0"/>
              <a:t>(</a:t>
            </a:r>
            <a:r>
              <a:rPr kumimoji="1" lang="ja-JP" altLang="en-US"/>
              <a:t>常識的に</a:t>
            </a:r>
            <a:r>
              <a:rPr kumimoji="1" lang="en-US" altLang="ja-JP" dirty="0"/>
              <a:t>)</a:t>
            </a:r>
            <a:r>
              <a:rPr kumimoji="1" lang="ja-JP" altLang="en-US"/>
              <a:t>１つしかない</a:t>
            </a:r>
            <a:r>
              <a:rPr kumimoji="1" lang="en-US" altLang="ja-JP" dirty="0"/>
              <a:t>)</a:t>
            </a:r>
          </a:p>
          <a:p>
            <a:endParaRPr lang="en-US" altLang="ja-JP" dirty="0"/>
          </a:p>
          <a:p>
            <a:r>
              <a:rPr lang="ja-JP" altLang="en-US"/>
              <a:t>英語の世界</a:t>
            </a:r>
            <a:r>
              <a:rPr lang="en-US" altLang="ja-JP" dirty="0"/>
              <a:t>: </a:t>
            </a:r>
            <a:r>
              <a:rPr lang="ja-JP" altLang="en-US"/>
              <a:t>みんなが知っているものに</a:t>
            </a:r>
            <a:r>
              <a:rPr lang="en-US" altLang="ja-JP" dirty="0"/>
              <a:t>the</a:t>
            </a:r>
            <a:r>
              <a:rPr lang="ja-JP" altLang="en-US"/>
              <a:t>「あの」をつける</a:t>
            </a:r>
            <a:endParaRPr lang="en-US" altLang="ja-JP" dirty="0"/>
          </a:p>
          <a:p>
            <a:r>
              <a:rPr kumimoji="1" lang="ja-JP" altLang="en-US"/>
              <a:t>日本語の世界</a:t>
            </a:r>
            <a:r>
              <a:rPr kumimoji="1" lang="en-US" altLang="ja-JP" dirty="0"/>
              <a:t>: </a:t>
            </a:r>
            <a:r>
              <a:rPr kumimoji="1" lang="ja-JP" altLang="en-US"/>
              <a:t>みんなが知っているなら「</a:t>
            </a:r>
            <a:r>
              <a:rPr lang="ja-JP" altLang="en-US"/>
              <a:t>あの</a:t>
            </a:r>
            <a:r>
              <a:rPr kumimoji="1" lang="ja-JP" altLang="en-US"/>
              <a:t>」はいらない</a:t>
            </a:r>
          </a:p>
        </p:txBody>
      </p:sp>
    </p:spTree>
    <p:extLst>
      <p:ext uri="{BB962C8B-B14F-4D97-AF65-F5344CB8AC3E}">
        <p14:creationId xmlns:p14="http://schemas.microsoft.com/office/powerpoint/2010/main" val="3543746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2C58F6-E955-4546-910B-35271BE3D9E4}"/>
              </a:ext>
            </a:extLst>
          </p:cNvPr>
          <p:cNvSpPr>
            <a:spLocks noGrp="1"/>
          </p:cNvSpPr>
          <p:nvPr>
            <p:ph type="title"/>
          </p:nvPr>
        </p:nvSpPr>
        <p:spPr/>
        <p:txBody>
          <a:bodyPr/>
          <a:lstStyle/>
          <a:p>
            <a:r>
              <a:rPr kumimoji="1" lang="ja-JP" altLang="en-US"/>
              <a:t>訳し分けて見よう</a:t>
            </a:r>
          </a:p>
        </p:txBody>
      </p:sp>
      <p:sp>
        <p:nvSpPr>
          <p:cNvPr id="3" name="コンテンツ プレースホルダー 2">
            <a:extLst>
              <a:ext uri="{FF2B5EF4-FFF2-40B4-BE49-F238E27FC236}">
                <a16:creationId xmlns:a16="http://schemas.microsoft.com/office/drawing/2014/main" id="{F92094F8-C1CF-0342-93D7-0ADD44703FED}"/>
              </a:ext>
            </a:extLst>
          </p:cNvPr>
          <p:cNvSpPr>
            <a:spLocks noGrp="1"/>
          </p:cNvSpPr>
          <p:nvPr>
            <p:ph idx="1"/>
          </p:nvPr>
        </p:nvSpPr>
        <p:spPr/>
        <p:txBody>
          <a:bodyPr/>
          <a:lstStyle/>
          <a:p>
            <a:r>
              <a:rPr kumimoji="1" lang="en-US" altLang="ja-JP" dirty="0"/>
              <a:t>The national government should be democratic.</a:t>
            </a:r>
          </a:p>
          <a:p>
            <a:pPr lvl="1"/>
            <a:r>
              <a:rPr lang="ja-JP" altLang="en-US"/>
              <a:t>あの政府は民主的であるべきだ</a:t>
            </a:r>
            <a:endParaRPr kumimoji="1" lang="en-US" altLang="ja-JP" dirty="0"/>
          </a:p>
          <a:p>
            <a:r>
              <a:rPr kumimoji="1" lang="en-US" altLang="ja-JP" dirty="0"/>
              <a:t>A national government should be democratic.</a:t>
            </a:r>
          </a:p>
          <a:p>
            <a:pPr lvl="1"/>
            <a:r>
              <a:rPr lang="ja-JP" altLang="en-US"/>
              <a:t>政府というものは民主的であるべきだ</a:t>
            </a:r>
            <a:endParaRPr lang="en-US" altLang="ja-JP" dirty="0"/>
          </a:p>
          <a:p>
            <a:r>
              <a:rPr kumimoji="1" lang="en-US" altLang="ja-JP" dirty="0"/>
              <a:t>Click the left button.</a:t>
            </a:r>
          </a:p>
          <a:p>
            <a:pPr lvl="1"/>
            <a:r>
              <a:rPr lang="ja-JP" altLang="en-US"/>
              <a:t>左ボタンをクリックしてください。</a:t>
            </a:r>
            <a:endParaRPr kumimoji="1" lang="en-US" altLang="ja-JP" dirty="0"/>
          </a:p>
          <a:p>
            <a:r>
              <a:rPr lang="en-US" altLang="ja-JP" dirty="0"/>
              <a:t>Click a left button.</a:t>
            </a:r>
          </a:p>
          <a:p>
            <a:pPr lvl="1"/>
            <a:r>
              <a:rPr kumimoji="1" lang="ja-JP" altLang="en-US"/>
              <a:t>左ボタンを一つクリックしてください。</a:t>
            </a:r>
          </a:p>
        </p:txBody>
      </p:sp>
    </p:spTree>
    <p:extLst>
      <p:ext uri="{BB962C8B-B14F-4D97-AF65-F5344CB8AC3E}">
        <p14:creationId xmlns:p14="http://schemas.microsoft.com/office/powerpoint/2010/main" val="1305654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30883E-70D6-EC48-AC59-C31C410CB8BF}"/>
              </a:ext>
            </a:extLst>
          </p:cNvPr>
          <p:cNvSpPr>
            <a:spLocks noGrp="1"/>
          </p:cNvSpPr>
          <p:nvPr>
            <p:ph type="title"/>
          </p:nvPr>
        </p:nvSpPr>
        <p:spPr/>
        <p:txBody>
          <a:bodyPr/>
          <a:lstStyle/>
          <a:p>
            <a:r>
              <a:rPr kumimoji="1" lang="ja-JP" altLang="en-US"/>
              <a:t>前方照応の</a:t>
            </a:r>
            <a:r>
              <a:rPr kumimoji="1" lang="en-US" altLang="ja-JP" dirty="0"/>
              <a:t>the</a:t>
            </a:r>
            <a:br>
              <a:rPr kumimoji="1" lang="en-US" altLang="ja-JP" dirty="0"/>
            </a:br>
            <a:r>
              <a:rPr kumimoji="1" lang="ja-JP" altLang="en-US"/>
              <a:t>前に出てきたものを照応する</a:t>
            </a:r>
          </a:p>
        </p:txBody>
      </p:sp>
      <p:sp>
        <p:nvSpPr>
          <p:cNvPr id="3" name="コンテンツ プレースホルダー 2">
            <a:extLst>
              <a:ext uri="{FF2B5EF4-FFF2-40B4-BE49-F238E27FC236}">
                <a16:creationId xmlns:a16="http://schemas.microsoft.com/office/drawing/2014/main" id="{A0999072-028D-3443-BC87-8F69D130B6C2}"/>
              </a:ext>
            </a:extLst>
          </p:cNvPr>
          <p:cNvSpPr>
            <a:spLocks noGrp="1"/>
          </p:cNvSpPr>
          <p:nvPr>
            <p:ph idx="1"/>
          </p:nvPr>
        </p:nvSpPr>
        <p:spPr/>
        <p:txBody>
          <a:bodyPr/>
          <a:lstStyle/>
          <a:p>
            <a:r>
              <a:rPr kumimoji="1" lang="en-US" altLang="ja-JP" dirty="0"/>
              <a:t>Click the button to open </a:t>
            </a:r>
            <a:r>
              <a:rPr kumimoji="1" lang="en-US" altLang="ja-JP" u="sng" dirty="0"/>
              <a:t>a new window</a:t>
            </a:r>
            <a:r>
              <a:rPr kumimoji="1" lang="en-US" altLang="ja-JP" dirty="0"/>
              <a:t>. Drag and drop the images on </a:t>
            </a:r>
            <a:r>
              <a:rPr kumimoji="1" lang="en-US" altLang="ja-JP" u="sng" dirty="0"/>
              <a:t>the</a:t>
            </a:r>
            <a:r>
              <a:rPr kumimoji="1" lang="en-US" altLang="ja-JP" dirty="0"/>
              <a:t> new window</a:t>
            </a:r>
          </a:p>
          <a:p>
            <a:pPr lvl="1"/>
            <a:r>
              <a:rPr kumimoji="1" lang="ja-JP" altLang="en-US"/>
              <a:t>ボタンをクリックすると新しいウインドウが開きます。画像をその新しいウインドウにドラッグアンドドロップしてください</a:t>
            </a:r>
            <a:endParaRPr kumimoji="1" lang="en-US" altLang="ja-JP" dirty="0"/>
          </a:p>
          <a:p>
            <a:endParaRPr lang="en-US" altLang="ja-JP" dirty="0"/>
          </a:p>
          <a:p>
            <a:r>
              <a:rPr kumimoji="1" lang="en-US" altLang="ja-JP" dirty="0"/>
              <a:t>Open the lid and locate </a:t>
            </a:r>
            <a:r>
              <a:rPr kumimoji="1" lang="en-US" altLang="ja-JP" u="sng" dirty="0"/>
              <a:t>four screws</a:t>
            </a:r>
            <a:r>
              <a:rPr kumimoji="1" lang="en-US" altLang="ja-JP" dirty="0"/>
              <a:t>. Loosen </a:t>
            </a:r>
            <a:r>
              <a:rPr kumimoji="1" lang="en-US" altLang="ja-JP" u="sng" dirty="0"/>
              <a:t>the</a:t>
            </a:r>
            <a:r>
              <a:rPr kumimoji="1" lang="en-US" altLang="ja-JP" dirty="0"/>
              <a:t> four screws and remove the lid</a:t>
            </a:r>
          </a:p>
          <a:p>
            <a:pPr lvl="1"/>
            <a:r>
              <a:rPr kumimoji="1" lang="ja-JP" altLang="en-US"/>
              <a:t>蓋を開け、４本のネジを見つけてください。その４本のネジをゆるめて、ふたをはずしてください</a:t>
            </a:r>
          </a:p>
        </p:txBody>
      </p:sp>
    </p:spTree>
    <p:extLst>
      <p:ext uri="{BB962C8B-B14F-4D97-AF65-F5344CB8AC3E}">
        <p14:creationId xmlns:p14="http://schemas.microsoft.com/office/powerpoint/2010/main" val="3373956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326B58-EBA2-BA44-8280-9B7F8292759B}"/>
              </a:ext>
            </a:extLst>
          </p:cNvPr>
          <p:cNvSpPr>
            <a:spLocks noGrp="1"/>
          </p:cNvSpPr>
          <p:nvPr>
            <p:ph type="title"/>
          </p:nvPr>
        </p:nvSpPr>
        <p:spPr/>
        <p:txBody>
          <a:bodyPr/>
          <a:lstStyle/>
          <a:p>
            <a:r>
              <a:rPr kumimoji="1" lang="ja-JP" altLang="en-US"/>
              <a:t>訳し分けてみよう</a:t>
            </a:r>
          </a:p>
        </p:txBody>
      </p:sp>
      <p:sp>
        <p:nvSpPr>
          <p:cNvPr id="3" name="コンテンツ プレースホルダー 2">
            <a:extLst>
              <a:ext uri="{FF2B5EF4-FFF2-40B4-BE49-F238E27FC236}">
                <a16:creationId xmlns:a16="http://schemas.microsoft.com/office/drawing/2014/main" id="{7C8CF03C-2D02-8249-84C1-BC1F63538227}"/>
              </a:ext>
            </a:extLst>
          </p:cNvPr>
          <p:cNvSpPr>
            <a:spLocks noGrp="1"/>
          </p:cNvSpPr>
          <p:nvPr>
            <p:ph idx="1"/>
          </p:nvPr>
        </p:nvSpPr>
        <p:spPr/>
        <p:txBody>
          <a:bodyPr>
            <a:normAutofit/>
          </a:bodyPr>
          <a:lstStyle/>
          <a:p>
            <a:r>
              <a:rPr kumimoji="1" lang="en-US" altLang="ja-JP" dirty="0"/>
              <a:t>Today, we will demonstrate the new products.</a:t>
            </a:r>
          </a:p>
          <a:p>
            <a:pPr lvl="1"/>
            <a:endParaRPr kumimoji="1" lang="en-US" altLang="ja-JP" dirty="0"/>
          </a:p>
          <a:p>
            <a:r>
              <a:rPr lang="en-US" altLang="ja-JP" dirty="0"/>
              <a:t>Today, we will demonstrate new products.</a:t>
            </a:r>
          </a:p>
          <a:p>
            <a:pPr lvl="1"/>
            <a:endParaRPr kumimoji="1" lang="en-US" altLang="ja-JP" dirty="0"/>
          </a:p>
          <a:p>
            <a:r>
              <a:rPr lang="en-US" altLang="ja-JP" dirty="0"/>
              <a:t>New masks are supplied at the entrance. Wear a new mask every day.</a:t>
            </a:r>
          </a:p>
          <a:p>
            <a:pPr lvl="1"/>
            <a:endParaRPr lang="en-US" altLang="ja-JP" dirty="0"/>
          </a:p>
          <a:p>
            <a:r>
              <a:rPr lang="en-US" altLang="ja-JP" dirty="0"/>
              <a:t>A new mask will be supplied at the entrance. Wear the new mask every day.</a:t>
            </a:r>
          </a:p>
          <a:p>
            <a:pPr lvl="1"/>
            <a:endParaRPr kumimoji="1" lang="ja-JP" altLang="en-US"/>
          </a:p>
        </p:txBody>
      </p:sp>
      <p:sp>
        <p:nvSpPr>
          <p:cNvPr id="4" name="テキスト ボックス 3">
            <a:extLst>
              <a:ext uri="{FF2B5EF4-FFF2-40B4-BE49-F238E27FC236}">
                <a16:creationId xmlns:a16="http://schemas.microsoft.com/office/drawing/2014/main" id="{9326F7DC-22CD-468E-A212-3598A125D1A4}"/>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2634637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326B58-EBA2-BA44-8280-9B7F8292759B}"/>
              </a:ext>
            </a:extLst>
          </p:cNvPr>
          <p:cNvSpPr>
            <a:spLocks noGrp="1"/>
          </p:cNvSpPr>
          <p:nvPr>
            <p:ph type="title"/>
          </p:nvPr>
        </p:nvSpPr>
        <p:spPr/>
        <p:txBody>
          <a:bodyPr/>
          <a:lstStyle/>
          <a:p>
            <a:r>
              <a:rPr kumimoji="1" lang="ja-JP" altLang="en-US"/>
              <a:t>訳し分けてみよう</a:t>
            </a:r>
          </a:p>
        </p:txBody>
      </p:sp>
      <p:sp>
        <p:nvSpPr>
          <p:cNvPr id="3" name="コンテンツ プレースホルダー 2">
            <a:extLst>
              <a:ext uri="{FF2B5EF4-FFF2-40B4-BE49-F238E27FC236}">
                <a16:creationId xmlns:a16="http://schemas.microsoft.com/office/drawing/2014/main" id="{7C8CF03C-2D02-8249-84C1-BC1F63538227}"/>
              </a:ext>
            </a:extLst>
          </p:cNvPr>
          <p:cNvSpPr>
            <a:spLocks noGrp="1"/>
          </p:cNvSpPr>
          <p:nvPr>
            <p:ph idx="1"/>
          </p:nvPr>
        </p:nvSpPr>
        <p:spPr/>
        <p:txBody>
          <a:bodyPr>
            <a:normAutofit fontScale="92500" lnSpcReduction="10000"/>
          </a:bodyPr>
          <a:lstStyle/>
          <a:p>
            <a:r>
              <a:rPr kumimoji="1" lang="en-US" altLang="ja-JP" dirty="0"/>
              <a:t>Today, we will demonstrate the new products.</a:t>
            </a:r>
          </a:p>
          <a:p>
            <a:pPr lvl="1"/>
            <a:r>
              <a:rPr lang="ja-JP" altLang="en-US"/>
              <a:t>本日、例の新製品のデモを行います</a:t>
            </a:r>
            <a:endParaRPr kumimoji="1" lang="en-US" altLang="ja-JP" dirty="0"/>
          </a:p>
          <a:p>
            <a:r>
              <a:rPr lang="en-US" altLang="ja-JP" dirty="0"/>
              <a:t>Today, we will demonstrate new products.</a:t>
            </a:r>
          </a:p>
          <a:p>
            <a:pPr lvl="1"/>
            <a:r>
              <a:rPr kumimoji="1" lang="ja-JP" altLang="en-US"/>
              <a:t>本日、ある新製品のデモを行います</a:t>
            </a:r>
            <a:endParaRPr kumimoji="1" lang="en-US" altLang="ja-JP" dirty="0"/>
          </a:p>
          <a:p>
            <a:r>
              <a:rPr lang="en-US" altLang="ja-JP" dirty="0"/>
              <a:t>New masks are supplied at the entrance. Wear a new mask every day.</a:t>
            </a:r>
          </a:p>
          <a:p>
            <a:pPr lvl="1"/>
            <a:r>
              <a:rPr lang="ja-JP" altLang="en-US"/>
              <a:t>入り口に新しいマスクを配っています。毎日新しいマスクを使ってください</a:t>
            </a:r>
            <a:endParaRPr lang="en-US" altLang="ja-JP" dirty="0"/>
          </a:p>
          <a:p>
            <a:r>
              <a:rPr lang="en-US" altLang="ja-JP" dirty="0"/>
              <a:t>A new mask will be supplied at the entrance. Wear the new mask every day.</a:t>
            </a:r>
          </a:p>
          <a:p>
            <a:pPr lvl="1"/>
            <a:r>
              <a:rPr kumimoji="1" lang="ja-JP" altLang="en-US"/>
              <a:t>入り口で新型のマスクを１枚配ります。その新型のマスクを毎日使ってください。</a:t>
            </a:r>
          </a:p>
        </p:txBody>
      </p:sp>
      <p:sp>
        <p:nvSpPr>
          <p:cNvPr id="4" name="テキスト ボックス 3">
            <a:extLst>
              <a:ext uri="{FF2B5EF4-FFF2-40B4-BE49-F238E27FC236}">
                <a16:creationId xmlns:a16="http://schemas.microsoft.com/office/drawing/2014/main" id="{9326F7DC-22CD-468E-A212-3598A125D1A4}"/>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1470945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E25029-0E3C-C04B-857A-354636A4EC56}"/>
              </a:ext>
            </a:extLst>
          </p:cNvPr>
          <p:cNvSpPr>
            <a:spLocks noGrp="1"/>
          </p:cNvSpPr>
          <p:nvPr>
            <p:ph type="title"/>
          </p:nvPr>
        </p:nvSpPr>
        <p:spPr/>
        <p:txBody>
          <a:bodyPr/>
          <a:lstStyle/>
          <a:p>
            <a:r>
              <a:rPr kumimoji="1" lang="ja-JP" altLang="en-US"/>
              <a:t>後方照応の</a:t>
            </a:r>
            <a:r>
              <a:rPr kumimoji="1" lang="en-US" altLang="ja-JP" dirty="0"/>
              <a:t>the</a:t>
            </a:r>
            <a:endParaRPr kumimoji="1" lang="ja-JP" altLang="en-US"/>
          </a:p>
        </p:txBody>
      </p:sp>
      <p:sp>
        <p:nvSpPr>
          <p:cNvPr id="3" name="コンテンツ プレースホルダー 2">
            <a:extLst>
              <a:ext uri="{FF2B5EF4-FFF2-40B4-BE49-F238E27FC236}">
                <a16:creationId xmlns:a16="http://schemas.microsoft.com/office/drawing/2014/main" id="{DF1659E0-87E6-4242-B230-A910112FBB0D}"/>
              </a:ext>
            </a:extLst>
          </p:cNvPr>
          <p:cNvSpPr>
            <a:spLocks noGrp="1"/>
          </p:cNvSpPr>
          <p:nvPr>
            <p:ph idx="1"/>
          </p:nvPr>
        </p:nvSpPr>
        <p:spPr/>
        <p:txBody>
          <a:bodyPr/>
          <a:lstStyle/>
          <a:p>
            <a:r>
              <a:rPr kumimoji="1" lang="en-US" altLang="ja-JP" dirty="0"/>
              <a:t>Locate </a:t>
            </a:r>
            <a:r>
              <a:rPr kumimoji="1" lang="en-US" altLang="ja-JP" u="sng" dirty="0"/>
              <a:t>the four screws </a:t>
            </a:r>
            <a:r>
              <a:rPr lang="ja-JP" altLang="en-US"/>
              <a:t>　</a:t>
            </a:r>
            <a:r>
              <a:rPr kumimoji="1" lang="en-US" altLang="ja-JP" u="sng" dirty="0"/>
              <a:t>that are behind the lid.</a:t>
            </a:r>
          </a:p>
          <a:p>
            <a:pPr lvl="1"/>
            <a:r>
              <a:rPr lang="ja-JP" altLang="en-US"/>
              <a:t>蓋の裏にある４本のネジをみつけてください</a:t>
            </a:r>
            <a:endParaRPr kumimoji="1" lang="en-US" altLang="ja-JP" dirty="0"/>
          </a:p>
          <a:p>
            <a:r>
              <a:rPr lang="en-US" altLang="ja-JP" dirty="0"/>
              <a:t>Look for </a:t>
            </a:r>
            <a:r>
              <a:rPr lang="en-US" altLang="ja-JP" u="sng" dirty="0"/>
              <a:t>the green LED </a:t>
            </a:r>
            <a:r>
              <a:rPr lang="en-US" altLang="ja-JP" dirty="0"/>
              <a:t>on </a:t>
            </a:r>
            <a:r>
              <a:rPr lang="en-US" altLang="ja-JP" u="sng" dirty="0"/>
              <a:t>the front panel</a:t>
            </a:r>
            <a:r>
              <a:rPr lang="en-US" altLang="ja-JP" dirty="0"/>
              <a:t>.</a:t>
            </a:r>
          </a:p>
          <a:p>
            <a:pPr lvl="1"/>
            <a:r>
              <a:rPr kumimoji="1" lang="ja-JP" altLang="en-US"/>
              <a:t>フロントパネルにある緑の</a:t>
            </a:r>
            <a:r>
              <a:rPr kumimoji="1" lang="en-US" altLang="ja-JP" dirty="0"/>
              <a:t>LED</a:t>
            </a:r>
            <a:r>
              <a:rPr kumimoji="1" lang="ja-JP" altLang="en-US"/>
              <a:t>を探してください</a:t>
            </a:r>
          </a:p>
        </p:txBody>
      </p:sp>
    </p:spTree>
    <p:extLst>
      <p:ext uri="{BB962C8B-B14F-4D97-AF65-F5344CB8AC3E}">
        <p14:creationId xmlns:p14="http://schemas.microsoft.com/office/powerpoint/2010/main" val="1453558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C5A59-5030-9E4D-ABEE-9DB007FD093E}"/>
              </a:ext>
            </a:extLst>
          </p:cNvPr>
          <p:cNvSpPr>
            <a:spLocks noGrp="1"/>
          </p:cNvSpPr>
          <p:nvPr>
            <p:ph type="title"/>
          </p:nvPr>
        </p:nvSpPr>
        <p:spPr/>
        <p:txBody>
          <a:bodyPr/>
          <a:lstStyle/>
          <a:p>
            <a:r>
              <a:rPr lang="ja-JP" altLang="en-US"/>
              <a:t>訳し分けてみよう</a:t>
            </a:r>
            <a:endParaRPr kumimoji="1" lang="ja-JP" altLang="en-US"/>
          </a:p>
        </p:txBody>
      </p:sp>
      <p:sp>
        <p:nvSpPr>
          <p:cNvPr id="3" name="コンテンツ プレースホルダー 2">
            <a:extLst>
              <a:ext uri="{FF2B5EF4-FFF2-40B4-BE49-F238E27FC236}">
                <a16:creationId xmlns:a16="http://schemas.microsoft.com/office/drawing/2014/main" id="{0854FB92-D571-8748-8816-3B741055578B}"/>
              </a:ext>
            </a:extLst>
          </p:cNvPr>
          <p:cNvSpPr>
            <a:spLocks noGrp="1"/>
          </p:cNvSpPr>
          <p:nvPr>
            <p:ph idx="1"/>
          </p:nvPr>
        </p:nvSpPr>
        <p:spPr/>
        <p:txBody>
          <a:bodyPr/>
          <a:lstStyle/>
          <a:p>
            <a:r>
              <a:rPr kumimoji="1" lang="en-US" altLang="ja-JP" dirty="0"/>
              <a:t>Select the files in the SOURCE window.</a:t>
            </a:r>
          </a:p>
          <a:p>
            <a:pPr lvl="1"/>
            <a:endParaRPr kumimoji="1" lang="en-US" altLang="ja-JP" dirty="0"/>
          </a:p>
          <a:p>
            <a:r>
              <a:rPr lang="en-US" altLang="ja-JP" dirty="0"/>
              <a:t>Select files in the SOURCE window.</a:t>
            </a:r>
          </a:p>
          <a:p>
            <a:pPr lvl="1"/>
            <a:endParaRPr lang="en-US" altLang="ja-JP" dirty="0"/>
          </a:p>
          <a:p>
            <a:pPr marL="0" indent="0">
              <a:buNone/>
            </a:pPr>
            <a:endParaRPr lang="en-US" altLang="ja-JP" dirty="0"/>
          </a:p>
          <a:p>
            <a:r>
              <a:rPr kumimoji="1" lang="en-US" altLang="ja-JP" dirty="0"/>
              <a:t>Watch out for the defect in plant No.3.</a:t>
            </a:r>
          </a:p>
          <a:p>
            <a:pPr lvl="1"/>
            <a:endParaRPr kumimoji="1" lang="en-US" altLang="ja-JP" dirty="0"/>
          </a:p>
          <a:p>
            <a:r>
              <a:rPr lang="en-US" altLang="ja-JP" dirty="0"/>
              <a:t>Watch out for a defect in plant No.3.</a:t>
            </a:r>
          </a:p>
          <a:p>
            <a:pPr lvl="1"/>
            <a:endParaRPr kumimoji="1" lang="ja-JP" altLang="en-US"/>
          </a:p>
        </p:txBody>
      </p:sp>
      <p:sp>
        <p:nvSpPr>
          <p:cNvPr id="4" name="テキスト ボックス 3">
            <a:extLst>
              <a:ext uri="{FF2B5EF4-FFF2-40B4-BE49-F238E27FC236}">
                <a16:creationId xmlns:a16="http://schemas.microsoft.com/office/drawing/2014/main" id="{8F41E676-178A-71DD-613A-F5C62B0311D1}"/>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2460900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C5A59-5030-9E4D-ABEE-9DB007FD093E}"/>
              </a:ext>
            </a:extLst>
          </p:cNvPr>
          <p:cNvSpPr>
            <a:spLocks noGrp="1"/>
          </p:cNvSpPr>
          <p:nvPr>
            <p:ph type="title"/>
          </p:nvPr>
        </p:nvSpPr>
        <p:spPr/>
        <p:txBody>
          <a:bodyPr/>
          <a:lstStyle/>
          <a:p>
            <a:r>
              <a:rPr lang="ja-JP" altLang="en-US"/>
              <a:t>訳し分けてみよう</a:t>
            </a:r>
            <a:endParaRPr kumimoji="1" lang="ja-JP" altLang="en-US"/>
          </a:p>
        </p:txBody>
      </p:sp>
      <p:sp>
        <p:nvSpPr>
          <p:cNvPr id="3" name="コンテンツ プレースホルダー 2">
            <a:extLst>
              <a:ext uri="{FF2B5EF4-FFF2-40B4-BE49-F238E27FC236}">
                <a16:creationId xmlns:a16="http://schemas.microsoft.com/office/drawing/2014/main" id="{0854FB92-D571-8748-8816-3B741055578B}"/>
              </a:ext>
            </a:extLst>
          </p:cNvPr>
          <p:cNvSpPr>
            <a:spLocks noGrp="1"/>
          </p:cNvSpPr>
          <p:nvPr>
            <p:ph idx="1"/>
          </p:nvPr>
        </p:nvSpPr>
        <p:spPr/>
        <p:txBody>
          <a:bodyPr/>
          <a:lstStyle/>
          <a:p>
            <a:r>
              <a:rPr kumimoji="1" lang="en-US" altLang="ja-JP" dirty="0"/>
              <a:t>Select the files in the SOURCE window.</a:t>
            </a:r>
          </a:p>
          <a:p>
            <a:pPr lvl="1"/>
            <a:r>
              <a:rPr lang="ja-JP" altLang="en-US"/>
              <a:t>ソースウインドウにある（すべての）ファイルを選択する</a:t>
            </a:r>
            <a:endParaRPr kumimoji="1" lang="en-US" altLang="ja-JP" dirty="0"/>
          </a:p>
          <a:p>
            <a:r>
              <a:rPr lang="en-US" altLang="ja-JP" dirty="0"/>
              <a:t>Select files in the SOURCE window.</a:t>
            </a:r>
          </a:p>
          <a:p>
            <a:pPr lvl="1"/>
            <a:r>
              <a:rPr lang="ja-JP" altLang="en-US"/>
              <a:t>ソースウインドウにあるファイルを（どれか）選択する</a:t>
            </a:r>
            <a:endParaRPr lang="en-US" altLang="ja-JP" dirty="0"/>
          </a:p>
          <a:p>
            <a:pPr marL="0" indent="0">
              <a:buNone/>
            </a:pPr>
            <a:endParaRPr lang="en-US" altLang="ja-JP" dirty="0"/>
          </a:p>
          <a:p>
            <a:r>
              <a:rPr kumimoji="1" lang="en-US" altLang="ja-JP" dirty="0"/>
              <a:t>Watch out for the defect in plant No.3.</a:t>
            </a:r>
          </a:p>
          <a:p>
            <a:pPr lvl="1"/>
            <a:r>
              <a:rPr kumimoji="1" lang="ja-JP" altLang="en-US"/>
              <a:t>第３工場のもともとの欠陥に気をつけよう</a:t>
            </a:r>
            <a:endParaRPr kumimoji="1" lang="en-US" altLang="ja-JP" dirty="0"/>
          </a:p>
          <a:p>
            <a:r>
              <a:rPr lang="en-US" altLang="ja-JP" dirty="0"/>
              <a:t>Watch out for a defect in plant No.3.</a:t>
            </a:r>
          </a:p>
          <a:p>
            <a:pPr lvl="1"/>
            <a:r>
              <a:rPr kumimoji="1" lang="ja-JP" altLang="en-US"/>
              <a:t>これから第３工場の欠陥に気をつけよう</a:t>
            </a:r>
          </a:p>
        </p:txBody>
      </p:sp>
    </p:spTree>
    <p:extLst>
      <p:ext uri="{BB962C8B-B14F-4D97-AF65-F5344CB8AC3E}">
        <p14:creationId xmlns:p14="http://schemas.microsoft.com/office/powerpoint/2010/main" val="1529423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71145F-926C-2244-ADFF-49D8ADA87D06}"/>
              </a:ext>
            </a:extLst>
          </p:cNvPr>
          <p:cNvSpPr>
            <a:spLocks noGrp="1"/>
          </p:cNvSpPr>
          <p:nvPr>
            <p:ph type="title"/>
          </p:nvPr>
        </p:nvSpPr>
        <p:spPr/>
        <p:txBody>
          <a:bodyPr/>
          <a:lstStyle/>
          <a:p>
            <a:r>
              <a:rPr kumimoji="1" lang="ja-JP" altLang="en-US"/>
              <a:t>練習問題</a:t>
            </a:r>
            <a:r>
              <a:rPr kumimoji="1" lang="en-US" altLang="ja-JP" dirty="0"/>
              <a:t> ()</a:t>
            </a:r>
            <a:r>
              <a:rPr lang="ja-JP" altLang="en-US"/>
              <a:t>に冠詞を入れよう</a:t>
            </a:r>
            <a:r>
              <a:rPr lang="en-US" altLang="ja-JP" dirty="0"/>
              <a:t>(</a:t>
            </a:r>
            <a:r>
              <a:rPr lang="ja-JP" altLang="en-US"/>
              <a:t>不要な場合もあります</a:t>
            </a:r>
            <a:r>
              <a:rPr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494B384B-B905-8440-BD5D-4AFAD7369B59}"/>
              </a:ext>
            </a:extLst>
          </p:cNvPr>
          <p:cNvSpPr>
            <a:spLocks noGrp="1"/>
          </p:cNvSpPr>
          <p:nvPr>
            <p:ph idx="1"/>
          </p:nvPr>
        </p:nvSpPr>
        <p:spPr/>
        <p:txBody>
          <a:bodyPr>
            <a:normAutofit fontScale="92500" lnSpcReduction="20000"/>
          </a:bodyPr>
          <a:lstStyle/>
          <a:p>
            <a:r>
              <a:rPr kumimoji="1" lang="ja-JP" altLang="en-US"/>
              <a:t>来週、ミーティングをしましょう</a:t>
            </a:r>
            <a:endParaRPr kumimoji="1" lang="en-US" altLang="ja-JP" dirty="0"/>
          </a:p>
          <a:p>
            <a:pPr lvl="1"/>
            <a:r>
              <a:rPr lang="en-US" altLang="ja-JP" dirty="0"/>
              <a:t>Let`s have ( ) meeting next week.</a:t>
            </a:r>
          </a:p>
          <a:p>
            <a:r>
              <a:rPr kumimoji="1" lang="ja-JP" altLang="en-US"/>
              <a:t>私が参加出来なかったミーティングは、彼が参加した</a:t>
            </a:r>
            <a:endParaRPr kumimoji="1" lang="en-US" altLang="ja-JP" dirty="0"/>
          </a:p>
          <a:p>
            <a:pPr lvl="1"/>
            <a:r>
              <a:rPr lang="en-US" altLang="ja-JP" dirty="0"/>
              <a:t>He attended ( ) meeting that I could not attend.</a:t>
            </a:r>
          </a:p>
          <a:p>
            <a:r>
              <a:rPr kumimoji="1" lang="ja-JP" altLang="en-US"/>
              <a:t>月曜日には、定例のミーティングがあった</a:t>
            </a:r>
            <a:endParaRPr kumimoji="1" lang="en-US" altLang="ja-JP" dirty="0"/>
          </a:p>
          <a:p>
            <a:pPr lvl="1"/>
            <a:r>
              <a:rPr lang="en-US" altLang="ja-JP" dirty="0"/>
              <a:t>We held ( ) regular meeting on Monday.</a:t>
            </a:r>
          </a:p>
          <a:p>
            <a:r>
              <a:rPr lang="ja-JP" altLang="en-US"/>
              <a:t>昨日</a:t>
            </a:r>
            <a:r>
              <a:rPr kumimoji="1" lang="ja-JP" altLang="en-US"/>
              <a:t>、第２会議室でのミーティングは</a:t>
            </a:r>
            <a:r>
              <a:rPr kumimoji="1" lang="en-US" altLang="ja-JP" dirty="0"/>
              <a:t>15:00</a:t>
            </a:r>
            <a:r>
              <a:rPr kumimoji="1" lang="ja-JP" altLang="en-US"/>
              <a:t>に終了した</a:t>
            </a:r>
            <a:endParaRPr kumimoji="1" lang="en-US" altLang="ja-JP" dirty="0"/>
          </a:p>
          <a:p>
            <a:pPr lvl="1"/>
            <a:r>
              <a:rPr lang="en-US" altLang="ja-JP" dirty="0"/>
              <a:t>Yesterday, ( ) meeting in the second meeting room ended at 15:00.</a:t>
            </a:r>
          </a:p>
          <a:p>
            <a:r>
              <a:rPr kumimoji="1" lang="en-US" altLang="ja-JP" dirty="0"/>
              <a:t>5</a:t>
            </a:r>
            <a:r>
              <a:rPr lang="ja-JP" altLang="en-US"/>
              <a:t>回のミーティングがあった。そのうち２つは新製品について、１つはカスタマーサービスについてだった。残り２つは、私は出席しなかった。</a:t>
            </a:r>
            <a:endParaRPr lang="en-US" altLang="ja-JP" dirty="0"/>
          </a:p>
          <a:p>
            <a:pPr lvl="1"/>
            <a:r>
              <a:rPr kumimoji="1" lang="en-US" altLang="ja-JP" dirty="0"/>
              <a:t>There were () five meetings. Of them, () two were about new products, and () one was about customer service. I did not attend (</a:t>
            </a:r>
            <a:r>
              <a:rPr lang="en-US" altLang="ja-JP" dirty="0"/>
              <a:t> </a:t>
            </a:r>
            <a:r>
              <a:rPr kumimoji="1" lang="en-US" altLang="ja-JP" dirty="0"/>
              <a:t>) remaining two.</a:t>
            </a:r>
          </a:p>
          <a:p>
            <a:pPr lvl="1"/>
            <a:endParaRPr kumimoji="1" lang="ja-JP" altLang="en-US"/>
          </a:p>
        </p:txBody>
      </p:sp>
    </p:spTree>
    <p:extLst>
      <p:ext uri="{BB962C8B-B14F-4D97-AF65-F5344CB8AC3E}">
        <p14:creationId xmlns:p14="http://schemas.microsoft.com/office/powerpoint/2010/main" val="127557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71145F-926C-2244-ADFF-49D8ADA87D06}"/>
              </a:ext>
            </a:extLst>
          </p:cNvPr>
          <p:cNvSpPr>
            <a:spLocks noGrp="1"/>
          </p:cNvSpPr>
          <p:nvPr>
            <p:ph type="title"/>
          </p:nvPr>
        </p:nvSpPr>
        <p:spPr/>
        <p:txBody>
          <a:bodyPr/>
          <a:lstStyle/>
          <a:p>
            <a:r>
              <a:rPr kumimoji="1" lang="ja-JP" altLang="en-US"/>
              <a:t>練習問題</a:t>
            </a:r>
            <a:r>
              <a:rPr kumimoji="1" lang="en-US" altLang="ja-JP" dirty="0"/>
              <a:t> ()</a:t>
            </a:r>
            <a:r>
              <a:rPr lang="ja-JP" altLang="en-US"/>
              <a:t>に冠詞を入れよう</a:t>
            </a:r>
            <a:r>
              <a:rPr lang="en-US" altLang="ja-JP" dirty="0"/>
              <a:t>(</a:t>
            </a:r>
            <a:r>
              <a:rPr lang="ja-JP" altLang="en-US"/>
              <a:t>不要な場合もあります</a:t>
            </a:r>
            <a:r>
              <a:rPr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494B384B-B905-8440-BD5D-4AFAD7369B59}"/>
              </a:ext>
            </a:extLst>
          </p:cNvPr>
          <p:cNvSpPr>
            <a:spLocks noGrp="1"/>
          </p:cNvSpPr>
          <p:nvPr>
            <p:ph idx="1"/>
          </p:nvPr>
        </p:nvSpPr>
        <p:spPr/>
        <p:txBody>
          <a:bodyPr>
            <a:normAutofit fontScale="92500" lnSpcReduction="20000"/>
          </a:bodyPr>
          <a:lstStyle/>
          <a:p>
            <a:r>
              <a:rPr kumimoji="1" lang="ja-JP" altLang="en-US"/>
              <a:t>来週、ミーティングをしましょう</a:t>
            </a:r>
            <a:endParaRPr kumimoji="1" lang="en-US" altLang="ja-JP" dirty="0"/>
          </a:p>
          <a:p>
            <a:pPr lvl="1"/>
            <a:r>
              <a:rPr lang="en-US" altLang="ja-JP" dirty="0"/>
              <a:t>Let`s have (a) meeting next week.</a:t>
            </a:r>
          </a:p>
          <a:p>
            <a:r>
              <a:rPr kumimoji="1" lang="ja-JP" altLang="en-US"/>
              <a:t>私が参加出来なかったミーティングは、彼が参加した</a:t>
            </a:r>
            <a:endParaRPr kumimoji="1" lang="en-US" altLang="ja-JP" dirty="0"/>
          </a:p>
          <a:p>
            <a:pPr lvl="1"/>
            <a:r>
              <a:rPr lang="en-US" altLang="ja-JP" dirty="0"/>
              <a:t>He attended (the) meeting that I could not attend.</a:t>
            </a:r>
          </a:p>
          <a:p>
            <a:r>
              <a:rPr kumimoji="1" lang="ja-JP" altLang="en-US"/>
              <a:t>月曜日には、定例のミーティングがあった</a:t>
            </a:r>
            <a:endParaRPr kumimoji="1" lang="en-US" altLang="ja-JP" dirty="0"/>
          </a:p>
          <a:p>
            <a:pPr lvl="1"/>
            <a:r>
              <a:rPr lang="en-US" altLang="ja-JP" dirty="0"/>
              <a:t>We held (a) regular meeting on Monday.</a:t>
            </a:r>
          </a:p>
          <a:p>
            <a:r>
              <a:rPr lang="ja-JP" altLang="en-US"/>
              <a:t>昨日</a:t>
            </a:r>
            <a:r>
              <a:rPr kumimoji="1" lang="ja-JP" altLang="en-US"/>
              <a:t>、第２会議室でのミーティングは</a:t>
            </a:r>
            <a:r>
              <a:rPr kumimoji="1" lang="en-US" altLang="ja-JP" dirty="0"/>
              <a:t>15:00</a:t>
            </a:r>
            <a:r>
              <a:rPr kumimoji="1" lang="ja-JP" altLang="en-US"/>
              <a:t>に終了した</a:t>
            </a:r>
            <a:endParaRPr kumimoji="1" lang="en-US" altLang="ja-JP" dirty="0"/>
          </a:p>
          <a:p>
            <a:pPr lvl="1"/>
            <a:r>
              <a:rPr lang="en-US" altLang="ja-JP" dirty="0"/>
              <a:t>Yesterday, (the) meeting in the second meeting room ended at 15:00.</a:t>
            </a:r>
          </a:p>
          <a:p>
            <a:r>
              <a:rPr kumimoji="1" lang="en-US" altLang="ja-JP" dirty="0"/>
              <a:t>5</a:t>
            </a:r>
            <a:r>
              <a:rPr lang="ja-JP" altLang="en-US"/>
              <a:t>回のミーティングがあった。そのうち２つは新製品について、１つはカスタマーサービスについてだった。残り２つは、私は出席しなかった。</a:t>
            </a:r>
            <a:endParaRPr lang="en-US" altLang="ja-JP" dirty="0"/>
          </a:p>
          <a:p>
            <a:pPr lvl="1"/>
            <a:r>
              <a:rPr kumimoji="1" lang="en-US" altLang="ja-JP" dirty="0"/>
              <a:t>There were () five meetings. Of them, () two were about new products, and () one was about customer service. I did not attend (the) remaining two.</a:t>
            </a:r>
          </a:p>
          <a:p>
            <a:pPr lvl="1"/>
            <a:endParaRPr kumimoji="1" lang="ja-JP" altLang="en-US"/>
          </a:p>
        </p:txBody>
      </p:sp>
    </p:spTree>
    <p:extLst>
      <p:ext uri="{BB962C8B-B14F-4D97-AF65-F5344CB8AC3E}">
        <p14:creationId xmlns:p14="http://schemas.microsoft.com/office/powerpoint/2010/main" val="2922755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877C8C-F588-AB4A-A79A-AC3035F48806}"/>
              </a:ext>
            </a:extLst>
          </p:cNvPr>
          <p:cNvSpPr>
            <a:spLocks noGrp="1"/>
          </p:cNvSpPr>
          <p:nvPr>
            <p:ph type="title"/>
          </p:nvPr>
        </p:nvSpPr>
        <p:spPr/>
        <p:txBody>
          <a:bodyPr/>
          <a:lstStyle/>
          <a:p>
            <a:r>
              <a:rPr kumimoji="1" lang="ja-JP" altLang="en-US"/>
              <a:t>他動詞と自動詞をきちんと使おう</a:t>
            </a:r>
          </a:p>
        </p:txBody>
      </p:sp>
      <p:sp>
        <p:nvSpPr>
          <p:cNvPr id="3" name="コンテンツ プレースホルダー 2">
            <a:extLst>
              <a:ext uri="{FF2B5EF4-FFF2-40B4-BE49-F238E27FC236}">
                <a16:creationId xmlns:a16="http://schemas.microsoft.com/office/drawing/2014/main" id="{36710FC9-9456-2A48-83FB-FC8D4BD52E4F}"/>
              </a:ext>
            </a:extLst>
          </p:cNvPr>
          <p:cNvSpPr>
            <a:spLocks noGrp="1"/>
          </p:cNvSpPr>
          <p:nvPr>
            <p:ph idx="1"/>
          </p:nvPr>
        </p:nvSpPr>
        <p:spPr/>
        <p:txBody>
          <a:bodyPr/>
          <a:lstStyle/>
          <a:p>
            <a:r>
              <a:rPr lang="en-US" altLang="ja-JP" dirty="0"/>
              <a:t>I will submit it next Wednesday.</a:t>
            </a:r>
          </a:p>
          <a:p>
            <a:r>
              <a:rPr kumimoji="1" lang="en-US" altLang="ja-JP" dirty="0"/>
              <a:t>I will su</a:t>
            </a:r>
            <a:r>
              <a:rPr lang="en-US" altLang="ja-JP" dirty="0"/>
              <a:t>bmit next Wednesday.</a:t>
            </a:r>
          </a:p>
          <a:p>
            <a:endParaRPr lang="en-US" altLang="ja-JP" dirty="0"/>
          </a:p>
          <a:p>
            <a:r>
              <a:rPr lang="en-US" altLang="ja-JP" dirty="0"/>
              <a:t>submit</a:t>
            </a:r>
            <a:r>
              <a:rPr lang="ja-JP" altLang="en-US"/>
              <a:t>を辞書で調べて、上の文章を訳してみよう</a:t>
            </a:r>
            <a:endParaRPr lang="en-US" altLang="ja-JP" dirty="0"/>
          </a:p>
          <a:p>
            <a:endParaRPr kumimoji="1" lang="ja-JP" altLang="en-US"/>
          </a:p>
        </p:txBody>
      </p:sp>
      <p:sp>
        <p:nvSpPr>
          <p:cNvPr id="4" name="テキスト ボックス 3">
            <a:extLst>
              <a:ext uri="{FF2B5EF4-FFF2-40B4-BE49-F238E27FC236}">
                <a16:creationId xmlns:a16="http://schemas.microsoft.com/office/drawing/2014/main" id="{0726353C-1FF9-E6F1-6F24-2EDC65C97471}"/>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3707903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0BA71C-ECD7-C440-A036-E4939BCD6716}"/>
              </a:ext>
            </a:extLst>
          </p:cNvPr>
          <p:cNvSpPr>
            <a:spLocks noGrp="1"/>
          </p:cNvSpPr>
          <p:nvPr>
            <p:ph type="title"/>
          </p:nvPr>
        </p:nvSpPr>
        <p:spPr/>
        <p:txBody>
          <a:bodyPr/>
          <a:lstStyle/>
          <a:p>
            <a:r>
              <a:rPr kumimoji="1" lang="en-US" altLang="ja-JP" dirty="0"/>
              <a:t>submit</a:t>
            </a:r>
            <a:r>
              <a:rPr kumimoji="1" lang="ja-JP" altLang="en-US"/>
              <a:t>の意味</a:t>
            </a:r>
          </a:p>
        </p:txBody>
      </p:sp>
      <p:sp>
        <p:nvSpPr>
          <p:cNvPr id="3" name="コンテンツ プレースホルダー 2">
            <a:extLst>
              <a:ext uri="{FF2B5EF4-FFF2-40B4-BE49-F238E27FC236}">
                <a16:creationId xmlns:a16="http://schemas.microsoft.com/office/drawing/2014/main" id="{B00E0426-70A1-7B4B-BC55-DD4EF9ED14E8}"/>
              </a:ext>
            </a:extLst>
          </p:cNvPr>
          <p:cNvSpPr>
            <a:spLocks noGrp="1"/>
          </p:cNvSpPr>
          <p:nvPr>
            <p:ph idx="1"/>
          </p:nvPr>
        </p:nvSpPr>
        <p:spPr/>
        <p:txBody>
          <a:bodyPr/>
          <a:lstStyle/>
          <a:p>
            <a:r>
              <a:rPr kumimoji="1" lang="ja-JP" altLang="en-US"/>
              <a:t>他動詞</a:t>
            </a:r>
            <a:r>
              <a:rPr kumimoji="1" lang="en-US" altLang="ja-JP" dirty="0"/>
              <a:t>: 〜</a:t>
            </a:r>
            <a:r>
              <a:rPr kumimoji="1" lang="ja-JP" altLang="en-US"/>
              <a:t>を提出する、</a:t>
            </a:r>
            <a:r>
              <a:rPr kumimoji="1" lang="en-US" altLang="ja-JP" dirty="0"/>
              <a:t>〜</a:t>
            </a:r>
            <a:r>
              <a:rPr kumimoji="1" lang="ja-JP" altLang="en-US"/>
              <a:t>を提示する</a:t>
            </a:r>
            <a:endParaRPr kumimoji="1" lang="en-US" altLang="ja-JP" dirty="0"/>
          </a:p>
          <a:p>
            <a:r>
              <a:rPr lang="ja-JP" altLang="en-US"/>
              <a:t>自動詞</a:t>
            </a:r>
            <a:r>
              <a:rPr lang="en-US" altLang="ja-JP" dirty="0"/>
              <a:t>: </a:t>
            </a:r>
            <a:r>
              <a:rPr lang="ja-JP" altLang="en-US"/>
              <a:t>屈服する、服従する</a:t>
            </a:r>
            <a:endParaRPr lang="en-US" altLang="ja-JP" dirty="0"/>
          </a:p>
          <a:p>
            <a:endParaRPr kumimoji="1" lang="en-US" altLang="ja-JP" dirty="0"/>
          </a:p>
          <a:p>
            <a:r>
              <a:rPr lang="en-US" altLang="ja-JP" dirty="0"/>
              <a:t>I will submit it next Wednesday.</a:t>
            </a:r>
          </a:p>
          <a:p>
            <a:pPr lvl="1"/>
            <a:r>
              <a:rPr lang="ja-JP" altLang="en-US"/>
              <a:t>来週、それを提出します</a:t>
            </a:r>
            <a:endParaRPr lang="en-US" altLang="ja-JP" dirty="0"/>
          </a:p>
          <a:p>
            <a:r>
              <a:rPr lang="en-US" altLang="ja-JP" dirty="0"/>
              <a:t>I will submit next Wednesday.</a:t>
            </a:r>
          </a:p>
          <a:p>
            <a:pPr lvl="1"/>
            <a:r>
              <a:rPr lang="ja-JP" altLang="en-US"/>
              <a:t>来週の水曜日を提出します？</a:t>
            </a:r>
            <a:endParaRPr lang="en-US" altLang="ja-JP" dirty="0"/>
          </a:p>
          <a:p>
            <a:pPr lvl="1"/>
            <a:r>
              <a:rPr lang="ja-JP" altLang="en-US"/>
              <a:t>来週の水曜日、私は負けます</a:t>
            </a:r>
            <a:r>
              <a:rPr lang="en-US" altLang="ja-JP" dirty="0"/>
              <a:t>?</a:t>
            </a:r>
          </a:p>
          <a:p>
            <a:endParaRPr kumimoji="1" lang="ja-JP" altLang="en-US"/>
          </a:p>
        </p:txBody>
      </p:sp>
    </p:spTree>
    <p:extLst>
      <p:ext uri="{BB962C8B-B14F-4D97-AF65-F5344CB8AC3E}">
        <p14:creationId xmlns:p14="http://schemas.microsoft.com/office/powerpoint/2010/main" val="4193875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C5C78F-8688-3547-85DB-D65E1AE1CAE9}"/>
              </a:ext>
            </a:extLst>
          </p:cNvPr>
          <p:cNvSpPr>
            <a:spLocks noGrp="1"/>
          </p:cNvSpPr>
          <p:nvPr>
            <p:ph type="title"/>
          </p:nvPr>
        </p:nvSpPr>
        <p:spPr/>
        <p:txBody>
          <a:bodyPr/>
          <a:lstStyle/>
          <a:p>
            <a:r>
              <a:rPr kumimoji="1" lang="ja-JP" altLang="en-US"/>
              <a:t>同じ言葉でも動きが変わる</a:t>
            </a:r>
          </a:p>
        </p:txBody>
      </p:sp>
      <p:sp>
        <p:nvSpPr>
          <p:cNvPr id="3" name="コンテンツ プレースホルダー 2">
            <a:extLst>
              <a:ext uri="{FF2B5EF4-FFF2-40B4-BE49-F238E27FC236}">
                <a16:creationId xmlns:a16="http://schemas.microsoft.com/office/drawing/2014/main" id="{4096EAAD-D860-8641-837F-F84955E86C0D}"/>
              </a:ext>
            </a:extLst>
          </p:cNvPr>
          <p:cNvSpPr>
            <a:spLocks noGrp="1"/>
          </p:cNvSpPr>
          <p:nvPr>
            <p:ph idx="1"/>
          </p:nvPr>
        </p:nvSpPr>
        <p:spPr/>
        <p:txBody>
          <a:bodyPr/>
          <a:lstStyle/>
          <a:p>
            <a:r>
              <a:rPr kumimoji="1" lang="ja-JP" altLang="en-US"/>
              <a:t>「上がる」と「上げる」</a:t>
            </a:r>
            <a:endParaRPr kumimoji="1" lang="en-US" altLang="ja-JP" dirty="0"/>
          </a:p>
          <a:p>
            <a:pPr lvl="1"/>
            <a:r>
              <a:rPr lang="en-US" altLang="ja-JP" dirty="0"/>
              <a:t>r</a:t>
            </a:r>
            <a:r>
              <a:rPr kumimoji="1" lang="en-US" altLang="ja-JP" dirty="0"/>
              <a:t>aise </a:t>
            </a:r>
            <a:r>
              <a:rPr kumimoji="1" lang="ja-JP" altLang="en-US"/>
              <a:t>他動詞</a:t>
            </a:r>
            <a:r>
              <a:rPr kumimoji="1" lang="en-US" altLang="ja-JP" dirty="0"/>
              <a:t> ~</a:t>
            </a:r>
            <a:r>
              <a:rPr kumimoji="1" lang="ja-JP" altLang="en-US"/>
              <a:t>を上げる</a:t>
            </a:r>
            <a:r>
              <a:rPr kumimoji="1" lang="en-US" altLang="ja-JP" dirty="0"/>
              <a:t> </a:t>
            </a:r>
            <a:r>
              <a:rPr kumimoji="1" lang="ja-JP" altLang="en-US"/>
              <a:t>過去形は</a:t>
            </a:r>
            <a:r>
              <a:rPr kumimoji="1" lang="en-US" altLang="ja-JP" dirty="0"/>
              <a:t>raised</a:t>
            </a:r>
          </a:p>
          <a:p>
            <a:pPr lvl="1"/>
            <a:r>
              <a:rPr lang="en-US" altLang="ja-JP" dirty="0"/>
              <a:t>rise </a:t>
            </a:r>
            <a:r>
              <a:rPr lang="ja-JP" altLang="en-US"/>
              <a:t>自動詞</a:t>
            </a:r>
            <a:r>
              <a:rPr lang="en-US" altLang="ja-JP" dirty="0"/>
              <a:t>  (</a:t>
            </a:r>
            <a:r>
              <a:rPr lang="ja-JP" altLang="en-US"/>
              <a:t>数量、価値などが</a:t>
            </a:r>
            <a:r>
              <a:rPr lang="en-US" altLang="ja-JP" dirty="0"/>
              <a:t>)</a:t>
            </a:r>
            <a:r>
              <a:rPr lang="ja-JP" altLang="en-US"/>
              <a:t>上がる</a:t>
            </a:r>
            <a:r>
              <a:rPr lang="en-US" altLang="ja-JP" dirty="0"/>
              <a:t> </a:t>
            </a:r>
            <a:r>
              <a:rPr lang="ja-JP" altLang="en-US"/>
              <a:t>過去形は</a:t>
            </a:r>
            <a:r>
              <a:rPr lang="en-US" altLang="ja-JP" dirty="0"/>
              <a:t>rose</a:t>
            </a:r>
          </a:p>
          <a:p>
            <a:r>
              <a:rPr kumimoji="1" lang="ja-JP" altLang="en-US"/>
              <a:t>例文</a:t>
            </a:r>
            <a:r>
              <a:rPr kumimoji="1" lang="en-US" altLang="ja-JP" dirty="0"/>
              <a:t> (</a:t>
            </a:r>
            <a:r>
              <a:rPr kumimoji="1" lang="ja-JP" altLang="en-US"/>
              <a:t>間違っているのは</a:t>
            </a:r>
            <a:r>
              <a:rPr kumimoji="1" lang="en-US" altLang="ja-JP" dirty="0"/>
              <a:t>?)</a:t>
            </a:r>
          </a:p>
          <a:p>
            <a:pPr lvl="1"/>
            <a:r>
              <a:rPr lang="en-US" altLang="ja-JP" dirty="0"/>
              <a:t>They raised the prices.</a:t>
            </a:r>
          </a:p>
          <a:p>
            <a:pPr lvl="1"/>
            <a:r>
              <a:rPr lang="en-US" altLang="ja-JP" dirty="0"/>
              <a:t>The prices rose.</a:t>
            </a:r>
          </a:p>
          <a:p>
            <a:pPr lvl="1"/>
            <a:r>
              <a:rPr lang="en-US" altLang="ja-JP" dirty="0"/>
              <a:t>They rose the prices.</a:t>
            </a:r>
          </a:p>
          <a:p>
            <a:pPr lvl="2"/>
            <a:r>
              <a:rPr lang="ja-JP" altLang="en-US"/>
              <a:t>彼らは上がった。価格</a:t>
            </a:r>
            <a:r>
              <a:rPr lang="en-US" altLang="ja-JP" dirty="0"/>
              <a:t>?</a:t>
            </a:r>
          </a:p>
          <a:p>
            <a:pPr lvl="1"/>
            <a:r>
              <a:rPr lang="en-US" altLang="ja-JP" dirty="0"/>
              <a:t>The prices raised.</a:t>
            </a:r>
          </a:p>
          <a:p>
            <a:pPr lvl="2"/>
            <a:r>
              <a:rPr lang="en-US" altLang="ja-JP" dirty="0"/>
              <a:t>??</a:t>
            </a:r>
          </a:p>
        </p:txBody>
      </p:sp>
    </p:spTree>
    <p:extLst>
      <p:ext uri="{BB962C8B-B14F-4D97-AF65-F5344CB8AC3E}">
        <p14:creationId xmlns:p14="http://schemas.microsoft.com/office/powerpoint/2010/main" val="134037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CAAB39-0A51-1945-A691-8D87CE136069}"/>
              </a:ext>
            </a:extLst>
          </p:cNvPr>
          <p:cNvSpPr>
            <a:spLocks noGrp="1"/>
          </p:cNvSpPr>
          <p:nvPr>
            <p:ph type="title"/>
          </p:nvPr>
        </p:nvSpPr>
        <p:spPr/>
        <p:txBody>
          <a:bodyPr/>
          <a:lstStyle/>
          <a:p>
            <a:r>
              <a:rPr kumimoji="1" lang="ja-JP" altLang="en-US"/>
              <a:t>動かすだけの</a:t>
            </a:r>
            <a:r>
              <a:rPr kumimoji="1" lang="en-US" altLang="ja-JP" dirty="0"/>
              <a:t>work</a:t>
            </a:r>
            <a:r>
              <a:rPr kumimoji="1" lang="ja-JP" altLang="en-US"/>
              <a:t>とうまく動く</a:t>
            </a:r>
            <a:r>
              <a:rPr kumimoji="1" lang="en-US" altLang="ja-JP" dirty="0"/>
              <a:t>work</a:t>
            </a:r>
            <a:endParaRPr kumimoji="1" lang="ja-JP" altLang="en-US"/>
          </a:p>
        </p:txBody>
      </p:sp>
      <p:sp>
        <p:nvSpPr>
          <p:cNvPr id="3" name="コンテンツ プレースホルダー 2">
            <a:extLst>
              <a:ext uri="{FF2B5EF4-FFF2-40B4-BE49-F238E27FC236}">
                <a16:creationId xmlns:a16="http://schemas.microsoft.com/office/drawing/2014/main" id="{D0FA2A4E-5058-5149-AD3E-CB3EF51FD92B}"/>
              </a:ext>
            </a:extLst>
          </p:cNvPr>
          <p:cNvSpPr>
            <a:spLocks noGrp="1"/>
          </p:cNvSpPr>
          <p:nvPr>
            <p:ph idx="1"/>
          </p:nvPr>
        </p:nvSpPr>
        <p:spPr/>
        <p:txBody>
          <a:bodyPr/>
          <a:lstStyle/>
          <a:p>
            <a:r>
              <a:rPr lang="ja-JP" altLang="en-US"/>
              <a:t>訳し分けてみよう</a:t>
            </a:r>
            <a:endParaRPr kumimoji="1" lang="en-US" altLang="ja-JP" dirty="0"/>
          </a:p>
          <a:p>
            <a:pPr lvl="1"/>
            <a:r>
              <a:rPr kumimoji="1" lang="en-US" altLang="ja-JP" dirty="0"/>
              <a:t>They worked the machine</a:t>
            </a:r>
            <a:r>
              <a:rPr lang="en-US" altLang="ja-JP" dirty="0"/>
              <a:t>.</a:t>
            </a:r>
          </a:p>
          <a:p>
            <a:pPr lvl="1"/>
            <a:r>
              <a:rPr kumimoji="1" lang="en-US" altLang="ja-JP" dirty="0"/>
              <a:t>The machine worked.</a:t>
            </a:r>
          </a:p>
        </p:txBody>
      </p:sp>
      <p:sp>
        <p:nvSpPr>
          <p:cNvPr id="4" name="テキスト ボックス 3">
            <a:extLst>
              <a:ext uri="{FF2B5EF4-FFF2-40B4-BE49-F238E27FC236}">
                <a16:creationId xmlns:a16="http://schemas.microsoft.com/office/drawing/2014/main" id="{8D069DD7-74AC-3CFA-AEC6-374510C38D18}"/>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28201973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F5124D-918B-AF4C-B31F-08E99672A5FC}"/>
              </a:ext>
            </a:extLst>
          </p:cNvPr>
          <p:cNvSpPr>
            <a:spLocks noGrp="1"/>
          </p:cNvSpPr>
          <p:nvPr>
            <p:ph type="title"/>
          </p:nvPr>
        </p:nvSpPr>
        <p:spPr/>
        <p:txBody>
          <a:bodyPr/>
          <a:lstStyle/>
          <a:p>
            <a:r>
              <a:rPr kumimoji="1" lang="ja-JP" altLang="en-US"/>
              <a:t>解答</a:t>
            </a:r>
          </a:p>
        </p:txBody>
      </p:sp>
      <p:sp>
        <p:nvSpPr>
          <p:cNvPr id="3" name="コンテンツ プレースホルダー 2">
            <a:extLst>
              <a:ext uri="{FF2B5EF4-FFF2-40B4-BE49-F238E27FC236}">
                <a16:creationId xmlns:a16="http://schemas.microsoft.com/office/drawing/2014/main" id="{D7974310-32C1-A24E-A07F-B1D3A3A88D11}"/>
              </a:ext>
            </a:extLst>
          </p:cNvPr>
          <p:cNvSpPr>
            <a:spLocks noGrp="1"/>
          </p:cNvSpPr>
          <p:nvPr>
            <p:ph idx="1"/>
          </p:nvPr>
        </p:nvSpPr>
        <p:spPr/>
        <p:txBody>
          <a:bodyPr/>
          <a:lstStyle/>
          <a:p>
            <a:r>
              <a:rPr kumimoji="1" lang="en-US" altLang="ja-JP" dirty="0"/>
              <a:t>They worked the machine</a:t>
            </a:r>
          </a:p>
          <a:p>
            <a:pPr lvl="1"/>
            <a:r>
              <a:rPr lang="ja-JP" altLang="en-US"/>
              <a:t>彼らはその機械を動かした</a:t>
            </a:r>
            <a:endParaRPr lang="en-US" altLang="ja-JP" dirty="0"/>
          </a:p>
          <a:p>
            <a:r>
              <a:rPr kumimoji="1" lang="en-US" altLang="ja-JP" dirty="0"/>
              <a:t>The machine worked.</a:t>
            </a:r>
          </a:p>
          <a:p>
            <a:pPr lvl="1"/>
            <a:r>
              <a:rPr kumimoji="1" lang="ja-JP" altLang="en-US"/>
              <a:t>その機械は</a:t>
            </a:r>
            <a:r>
              <a:rPr kumimoji="1" lang="en-US" altLang="ja-JP" dirty="0"/>
              <a:t>(</a:t>
            </a:r>
            <a:r>
              <a:rPr kumimoji="1" lang="ja-JP" altLang="en-US"/>
              <a:t>うまく</a:t>
            </a:r>
            <a:r>
              <a:rPr kumimoji="1" lang="en-US" altLang="ja-JP" dirty="0"/>
              <a:t>)</a:t>
            </a:r>
            <a:r>
              <a:rPr kumimoji="1" lang="ja-JP" altLang="en-US"/>
              <a:t>動作した</a:t>
            </a:r>
          </a:p>
        </p:txBody>
      </p:sp>
    </p:spTree>
    <p:extLst>
      <p:ext uri="{BB962C8B-B14F-4D97-AF65-F5344CB8AC3E}">
        <p14:creationId xmlns:p14="http://schemas.microsoft.com/office/powerpoint/2010/main" val="1695159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3F240A-6C4C-4447-8087-C203281A0BDB}"/>
              </a:ext>
            </a:extLst>
          </p:cNvPr>
          <p:cNvSpPr>
            <a:spLocks noGrp="1"/>
          </p:cNvSpPr>
          <p:nvPr>
            <p:ph type="title"/>
          </p:nvPr>
        </p:nvSpPr>
        <p:spPr/>
        <p:txBody>
          <a:bodyPr/>
          <a:lstStyle/>
          <a:p>
            <a:r>
              <a:rPr kumimoji="1" lang="ja-JP" altLang="en-US"/>
              <a:t>シャットダウンしてください</a:t>
            </a:r>
          </a:p>
        </p:txBody>
      </p:sp>
      <p:sp>
        <p:nvSpPr>
          <p:cNvPr id="3" name="コンテンツ プレースホルダー 2">
            <a:extLst>
              <a:ext uri="{FF2B5EF4-FFF2-40B4-BE49-F238E27FC236}">
                <a16:creationId xmlns:a16="http://schemas.microsoft.com/office/drawing/2014/main" id="{9B69A4A1-2DC6-7B4B-87B7-9883AA7BCFCC}"/>
              </a:ext>
            </a:extLst>
          </p:cNvPr>
          <p:cNvSpPr>
            <a:spLocks noGrp="1"/>
          </p:cNvSpPr>
          <p:nvPr>
            <p:ph idx="1"/>
          </p:nvPr>
        </p:nvSpPr>
        <p:spPr/>
        <p:txBody>
          <a:bodyPr/>
          <a:lstStyle/>
          <a:p>
            <a:r>
              <a:rPr kumimoji="1" lang="ja-JP" altLang="en-US"/>
              <a:t>自動詞　プラス　副詞</a:t>
            </a:r>
            <a:endParaRPr kumimoji="1" lang="en-US" altLang="ja-JP" dirty="0"/>
          </a:p>
          <a:p>
            <a:r>
              <a:rPr lang="ja-JP" altLang="en-US"/>
              <a:t>他動詞　プラス　副詞</a:t>
            </a:r>
            <a:endParaRPr kumimoji="1" lang="ja-JP" altLang="en-US"/>
          </a:p>
        </p:txBody>
      </p:sp>
    </p:spTree>
    <p:extLst>
      <p:ext uri="{BB962C8B-B14F-4D97-AF65-F5344CB8AC3E}">
        <p14:creationId xmlns:p14="http://schemas.microsoft.com/office/powerpoint/2010/main" val="617721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232172-E667-2E4E-B15A-A7CAF955A99E}"/>
              </a:ext>
            </a:extLst>
          </p:cNvPr>
          <p:cNvSpPr>
            <a:spLocks noGrp="1"/>
          </p:cNvSpPr>
          <p:nvPr>
            <p:ph type="title"/>
          </p:nvPr>
        </p:nvSpPr>
        <p:spPr/>
        <p:txBody>
          <a:bodyPr/>
          <a:lstStyle/>
          <a:p>
            <a:r>
              <a:rPr kumimoji="1" lang="ja-JP" altLang="en-US"/>
              <a:t>解答</a:t>
            </a:r>
          </a:p>
        </p:txBody>
      </p:sp>
      <p:sp>
        <p:nvSpPr>
          <p:cNvPr id="3" name="コンテンツ プレースホルダー 2">
            <a:extLst>
              <a:ext uri="{FF2B5EF4-FFF2-40B4-BE49-F238E27FC236}">
                <a16:creationId xmlns:a16="http://schemas.microsoft.com/office/drawing/2014/main" id="{159C51A9-F144-1C43-B308-08414A2F1381}"/>
              </a:ext>
            </a:extLst>
          </p:cNvPr>
          <p:cNvSpPr>
            <a:spLocks noGrp="1"/>
          </p:cNvSpPr>
          <p:nvPr>
            <p:ph idx="1"/>
          </p:nvPr>
        </p:nvSpPr>
        <p:spPr/>
        <p:txBody>
          <a:bodyPr/>
          <a:lstStyle/>
          <a:p>
            <a:r>
              <a:rPr kumimoji="1" lang="en-US" altLang="ja-JP" dirty="0"/>
              <a:t>Shut down</a:t>
            </a:r>
          </a:p>
          <a:p>
            <a:pPr lvl="1"/>
            <a:r>
              <a:rPr lang="ja-JP" altLang="en-US"/>
              <a:t>あなた自身をシャットダウンしてください</a:t>
            </a:r>
            <a:endParaRPr lang="en-US" altLang="ja-JP" dirty="0"/>
          </a:p>
          <a:p>
            <a:r>
              <a:rPr kumimoji="1" lang="en-US" altLang="ja-JP" dirty="0"/>
              <a:t>Shut down </a:t>
            </a:r>
            <a:r>
              <a:rPr lang="en-US" altLang="ja-JP" dirty="0"/>
              <a:t>the system</a:t>
            </a:r>
          </a:p>
          <a:p>
            <a:pPr lvl="1"/>
            <a:r>
              <a:rPr kumimoji="1" lang="ja-JP" altLang="en-US"/>
              <a:t>システムをシャットダウンしてください</a:t>
            </a:r>
            <a:endParaRPr kumimoji="1" lang="en-US" altLang="ja-JP" dirty="0"/>
          </a:p>
          <a:p>
            <a:r>
              <a:rPr lang="en-US" altLang="ja-JP" dirty="0"/>
              <a:t>Shut it down</a:t>
            </a:r>
          </a:p>
          <a:p>
            <a:pPr lvl="1"/>
            <a:r>
              <a:rPr lang="ja-JP" altLang="en-US"/>
              <a:t>それをシャットダウンしてください</a:t>
            </a:r>
            <a:endParaRPr kumimoji="1" lang="ja-JP" altLang="en-US"/>
          </a:p>
        </p:txBody>
      </p:sp>
    </p:spTree>
    <p:extLst>
      <p:ext uri="{BB962C8B-B14F-4D97-AF65-F5344CB8AC3E}">
        <p14:creationId xmlns:p14="http://schemas.microsoft.com/office/powerpoint/2010/main" val="41655800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AC5BC2-7661-E24D-A09F-A21B83213E6D}"/>
              </a:ext>
            </a:extLst>
          </p:cNvPr>
          <p:cNvSpPr>
            <a:spLocks noGrp="1"/>
          </p:cNvSpPr>
          <p:nvPr>
            <p:ph type="title"/>
          </p:nvPr>
        </p:nvSpPr>
        <p:spPr/>
        <p:txBody>
          <a:bodyPr/>
          <a:lstStyle/>
          <a:p>
            <a:r>
              <a:rPr kumimoji="1" lang="ja-JP" altLang="en-US"/>
              <a:t>ありがちな落とし穴</a:t>
            </a:r>
            <a:br>
              <a:rPr kumimoji="1" lang="en-US" altLang="ja-JP" dirty="0"/>
            </a:br>
            <a:r>
              <a:rPr kumimoji="1" lang="ja-JP" altLang="en-US"/>
              <a:t>目的語が分からない</a:t>
            </a:r>
          </a:p>
        </p:txBody>
      </p:sp>
      <p:sp>
        <p:nvSpPr>
          <p:cNvPr id="3" name="コンテンツ プレースホルダー 2">
            <a:extLst>
              <a:ext uri="{FF2B5EF4-FFF2-40B4-BE49-F238E27FC236}">
                <a16:creationId xmlns:a16="http://schemas.microsoft.com/office/drawing/2014/main" id="{0F217FC2-6DCC-F044-845C-E787E6D4A992}"/>
              </a:ext>
            </a:extLst>
          </p:cNvPr>
          <p:cNvSpPr>
            <a:spLocks noGrp="1"/>
          </p:cNvSpPr>
          <p:nvPr>
            <p:ph idx="1"/>
          </p:nvPr>
        </p:nvSpPr>
        <p:spPr/>
        <p:txBody>
          <a:bodyPr>
            <a:normAutofit fontScale="92500" lnSpcReduction="20000"/>
          </a:bodyPr>
          <a:lstStyle/>
          <a:p>
            <a:r>
              <a:rPr kumimoji="1" lang="ja-JP" altLang="en-US"/>
              <a:t>次の英訳の間違いを見つけて、直そう</a:t>
            </a:r>
            <a:endParaRPr kumimoji="1" lang="en-US" altLang="ja-JP" dirty="0"/>
          </a:p>
          <a:p>
            <a:pPr lvl="1"/>
            <a:r>
              <a:rPr lang="ja-JP" altLang="en-US"/>
              <a:t>つまみを引いて、左にまわして、ロックを解除してください</a:t>
            </a:r>
            <a:endParaRPr lang="en-US" altLang="ja-JP" dirty="0"/>
          </a:p>
          <a:p>
            <a:pPr lvl="1"/>
            <a:r>
              <a:rPr kumimoji="1" lang="en-US" altLang="ja-JP" dirty="0"/>
              <a:t>Pull the knob and turn counterclockwise to unlock</a:t>
            </a:r>
          </a:p>
          <a:p>
            <a:r>
              <a:rPr lang="en-US" altLang="ja-JP" dirty="0"/>
              <a:t>Pull</a:t>
            </a:r>
          </a:p>
          <a:p>
            <a:pPr lvl="1"/>
            <a:r>
              <a:rPr lang="ja-JP" altLang="en-US"/>
              <a:t>他動詞：人やものを、引く、引っ張る</a:t>
            </a:r>
            <a:endParaRPr lang="en-US" altLang="ja-JP" dirty="0"/>
          </a:p>
          <a:p>
            <a:pPr lvl="1"/>
            <a:r>
              <a:rPr lang="ja-JP" altLang="en-US"/>
              <a:t>自動詞：引く、引っ張る</a:t>
            </a:r>
            <a:endParaRPr lang="en-US" altLang="ja-JP" dirty="0"/>
          </a:p>
          <a:p>
            <a:r>
              <a:rPr kumimoji="1" lang="en-US" altLang="ja-JP" dirty="0"/>
              <a:t>Turn</a:t>
            </a:r>
          </a:p>
          <a:p>
            <a:pPr lvl="1"/>
            <a:r>
              <a:rPr lang="ja-JP" altLang="en-US"/>
              <a:t>他動詞：鍵やハンドルを回転させる</a:t>
            </a:r>
            <a:endParaRPr lang="en-US" altLang="ja-JP" dirty="0"/>
          </a:p>
          <a:p>
            <a:pPr lvl="1"/>
            <a:r>
              <a:rPr kumimoji="1" lang="ja-JP" altLang="en-US"/>
              <a:t>自動詞：ネジや鍵などが回る、向きを変える</a:t>
            </a:r>
            <a:endParaRPr kumimoji="1" lang="en-US" altLang="ja-JP" dirty="0"/>
          </a:p>
          <a:p>
            <a:r>
              <a:rPr lang="en-US" altLang="ja-JP" dirty="0"/>
              <a:t>Unlock</a:t>
            </a:r>
          </a:p>
          <a:p>
            <a:pPr lvl="1"/>
            <a:r>
              <a:rPr lang="ja-JP" altLang="en-US"/>
              <a:t>他動詞：秘密などを、解明する、</a:t>
            </a:r>
            <a:r>
              <a:rPr lang="en-US" altLang="ja-JP" dirty="0"/>
              <a:t>〜</a:t>
            </a:r>
            <a:r>
              <a:rPr lang="ja-JP" altLang="en-US"/>
              <a:t>を開く、開放する</a:t>
            </a:r>
            <a:endParaRPr lang="en-US" altLang="ja-JP" dirty="0"/>
          </a:p>
          <a:p>
            <a:pPr lvl="1"/>
            <a:r>
              <a:rPr lang="ja-JP" altLang="en-US"/>
              <a:t>自動詞：鍵が開く、束縛から開放される</a:t>
            </a:r>
            <a:endParaRPr lang="en-US" altLang="ja-JP" dirty="0"/>
          </a:p>
          <a:p>
            <a:endParaRPr kumimoji="1" lang="ja-JP" altLang="en-US"/>
          </a:p>
        </p:txBody>
      </p:sp>
      <p:sp>
        <p:nvSpPr>
          <p:cNvPr id="4" name="テキスト ボックス 3">
            <a:extLst>
              <a:ext uri="{FF2B5EF4-FFF2-40B4-BE49-F238E27FC236}">
                <a16:creationId xmlns:a16="http://schemas.microsoft.com/office/drawing/2014/main" id="{1023207A-31F4-AE5B-1A99-07EFA8C4CAB1}"/>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504956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524F0B-9E64-8743-A4BF-7DA9B262F3ED}"/>
              </a:ext>
            </a:extLst>
          </p:cNvPr>
          <p:cNvSpPr>
            <a:spLocks noGrp="1"/>
          </p:cNvSpPr>
          <p:nvPr>
            <p:ph type="title"/>
          </p:nvPr>
        </p:nvSpPr>
        <p:spPr/>
        <p:txBody>
          <a:bodyPr/>
          <a:lstStyle/>
          <a:p>
            <a:r>
              <a:rPr kumimoji="1" lang="ja-JP" altLang="en-US"/>
              <a:t>解答</a:t>
            </a:r>
          </a:p>
        </p:txBody>
      </p:sp>
      <p:sp>
        <p:nvSpPr>
          <p:cNvPr id="3" name="コンテンツ プレースホルダー 2">
            <a:extLst>
              <a:ext uri="{FF2B5EF4-FFF2-40B4-BE49-F238E27FC236}">
                <a16:creationId xmlns:a16="http://schemas.microsoft.com/office/drawing/2014/main" id="{A23B2E58-9270-514E-9E42-681689DC891C}"/>
              </a:ext>
            </a:extLst>
          </p:cNvPr>
          <p:cNvSpPr>
            <a:spLocks noGrp="1"/>
          </p:cNvSpPr>
          <p:nvPr>
            <p:ph idx="1"/>
          </p:nvPr>
        </p:nvSpPr>
        <p:spPr/>
        <p:txBody>
          <a:bodyPr/>
          <a:lstStyle/>
          <a:p>
            <a:r>
              <a:rPr lang="en-US" altLang="ja-JP" dirty="0"/>
              <a:t>Pull the knob and turn counterclockwise to unlock</a:t>
            </a:r>
          </a:p>
          <a:p>
            <a:pPr lvl="1"/>
            <a:r>
              <a:rPr lang="ja-JP" altLang="en-US"/>
              <a:t>つまみを引いて、華麗なる左ターンで、心を開放せよ</a:t>
            </a:r>
            <a:endParaRPr lang="en-US" altLang="ja-JP" dirty="0"/>
          </a:p>
          <a:p>
            <a:r>
              <a:rPr lang="en-US" altLang="ja-JP" dirty="0"/>
              <a:t>Pull the knob and turn it counterclockwise to release the lock</a:t>
            </a:r>
            <a:endParaRPr lang="ja-JP" altLang="en-US"/>
          </a:p>
        </p:txBody>
      </p:sp>
    </p:spTree>
    <p:extLst>
      <p:ext uri="{BB962C8B-B14F-4D97-AF65-F5344CB8AC3E}">
        <p14:creationId xmlns:p14="http://schemas.microsoft.com/office/powerpoint/2010/main" val="4098848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EC710C-CF91-1B40-ACF8-30E5C7337701}"/>
              </a:ext>
            </a:extLst>
          </p:cNvPr>
          <p:cNvSpPr>
            <a:spLocks noGrp="1"/>
          </p:cNvSpPr>
          <p:nvPr>
            <p:ph type="title"/>
          </p:nvPr>
        </p:nvSpPr>
        <p:spPr/>
        <p:txBody>
          <a:bodyPr/>
          <a:lstStyle/>
          <a:p>
            <a:r>
              <a:rPr kumimoji="1" lang="ja-JP" altLang="en-US"/>
              <a:t>英訳してみよう</a:t>
            </a:r>
          </a:p>
        </p:txBody>
      </p:sp>
      <p:sp>
        <p:nvSpPr>
          <p:cNvPr id="3" name="コンテンツ プレースホルダー 2">
            <a:extLst>
              <a:ext uri="{FF2B5EF4-FFF2-40B4-BE49-F238E27FC236}">
                <a16:creationId xmlns:a16="http://schemas.microsoft.com/office/drawing/2014/main" id="{F0246BD2-68E7-7D43-ADA3-5351A5AAA65C}"/>
              </a:ext>
            </a:extLst>
          </p:cNvPr>
          <p:cNvSpPr>
            <a:spLocks noGrp="1"/>
          </p:cNvSpPr>
          <p:nvPr>
            <p:ph idx="1"/>
          </p:nvPr>
        </p:nvSpPr>
        <p:spPr/>
        <p:txBody>
          <a:bodyPr/>
          <a:lstStyle/>
          <a:p>
            <a:r>
              <a:rPr kumimoji="1" lang="ja-JP" altLang="en-US"/>
              <a:t>粒子</a:t>
            </a:r>
            <a:r>
              <a:rPr kumimoji="1" lang="en-US" altLang="ja-JP" dirty="0"/>
              <a:t>A</a:t>
            </a:r>
            <a:r>
              <a:rPr kumimoji="1" lang="ja-JP" altLang="en-US"/>
              <a:t>は粒子</a:t>
            </a:r>
            <a:r>
              <a:rPr kumimoji="1" lang="en-US" altLang="ja-JP" dirty="0"/>
              <a:t>B</a:t>
            </a:r>
            <a:r>
              <a:rPr kumimoji="1" lang="ja-JP" altLang="en-US"/>
              <a:t>と衝突した</a:t>
            </a:r>
          </a:p>
        </p:txBody>
      </p:sp>
      <p:sp>
        <p:nvSpPr>
          <p:cNvPr id="4" name="テキスト ボックス 3">
            <a:extLst>
              <a:ext uri="{FF2B5EF4-FFF2-40B4-BE49-F238E27FC236}">
                <a16:creationId xmlns:a16="http://schemas.microsoft.com/office/drawing/2014/main" id="{E9B1C789-D72C-FCBB-AAE3-F83D425B5B60}"/>
              </a:ext>
            </a:extLst>
          </p:cNvPr>
          <p:cNvSpPr txBox="1"/>
          <p:nvPr/>
        </p:nvSpPr>
        <p:spPr>
          <a:xfrm>
            <a:off x="11054993" y="96262"/>
            <a:ext cx="1005403" cy="584775"/>
          </a:xfrm>
          <a:prstGeom prst="rect">
            <a:avLst/>
          </a:prstGeom>
          <a:noFill/>
        </p:spPr>
        <p:txBody>
          <a:bodyPr wrap="none" rtlCol="0">
            <a:spAutoFit/>
          </a:bodyPr>
          <a:lstStyle/>
          <a:p>
            <a:r>
              <a:rPr kumimoji="1" lang="ja-JP" altLang="en-US" sz="3200">
                <a:solidFill>
                  <a:srgbClr val="FF0000"/>
                </a:solidFill>
              </a:rPr>
              <a:t>演習</a:t>
            </a:r>
          </a:p>
        </p:txBody>
      </p:sp>
    </p:spTree>
    <p:extLst>
      <p:ext uri="{BB962C8B-B14F-4D97-AF65-F5344CB8AC3E}">
        <p14:creationId xmlns:p14="http://schemas.microsoft.com/office/powerpoint/2010/main" val="3152918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337B1A-489F-7A40-8CE8-D4881101AF74}"/>
              </a:ext>
            </a:extLst>
          </p:cNvPr>
          <p:cNvSpPr>
            <a:spLocks noGrp="1"/>
          </p:cNvSpPr>
          <p:nvPr>
            <p:ph type="title"/>
          </p:nvPr>
        </p:nvSpPr>
        <p:spPr/>
        <p:txBody>
          <a:bodyPr/>
          <a:lstStyle/>
          <a:p>
            <a:r>
              <a:rPr kumimoji="1" lang="ja-JP" altLang="en-US"/>
              <a:t>解答</a:t>
            </a:r>
          </a:p>
        </p:txBody>
      </p:sp>
      <p:sp>
        <p:nvSpPr>
          <p:cNvPr id="3" name="コンテンツ プレースホルダー 2">
            <a:extLst>
              <a:ext uri="{FF2B5EF4-FFF2-40B4-BE49-F238E27FC236}">
                <a16:creationId xmlns:a16="http://schemas.microsoft.com/office/drawing/2014/main" id="{6CEFFA36-6F17-B648-ADEC-04F699EC19C7}"/>
              </a:ext>
            </a:extLst>
          </p:cNvPr>
          <p:cNvSpPr>
            <a:spLocks noGrp="1"/>
          </p:cNvSpPr>
          <p:nvPr>
            <p:ph idx="1"/>
          </p:nvPr>
        </p:nvSpPr>
        <p:spPr/>
        <p:txBody>
          <a:bodyPr/>
          <a:lstStyle/>
          <a:p>
            <a:r>
              <a:rPr kumimoji="1" lang="en-US" altLang="ja-JP" dirty="0"/>
              <a:t>Particle A collided with particle B.</a:t>
            </a:r>
          </a:p>
          <a:p>
            <a:r>
              <a:rPr lang="en-US" altLang="ja-JP" dirty="0"/>
              <a:t>Particles A and B collided.</a:t>
            </a:r>
            <a:endParaRPr kumimoji="1" lang="ja-JP" altLang="en-US"/>
          </a:p>
        </p:txBody>
      </p:sp>
    </p:spTree>
    <p:extLst>
      <p:ext uri="{BB962C8B-B14F-4D97-AF65-F5344CB8AC3E}">
        <p14:creationId xmlns:p14="http://schemas.microsoft.com/office/powerpoint/2010/main" val="3163050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103014-3F98-8B46-8843-DE8AD3538BA1}"/>
              </a:ext>
            </a:extLst>
          </p:cNvPr>
          <p:cNvSpPr>
            <a:spLocks noGrp="1"/>
          </p:cNvSpPr>
          <p:nvPr>
            <p:ph type="title"/>
          </p:nvPr>
        </p:nvSpPr>
        <p:spPr/>
        <p:txBody>
          <a:bodyPr/>
          <a:lstStyle/>
          <a:p>
            <a:r>
              <a:rPr kumimoji="1" lang="ja-JP" altLang="en-US"/>
              <a:t>使えるけど使わないという選択</a:t>
            </a:r>
          </a:p>
        </p:txBody>
      </p:sp>
      <p:sp>
        <p:nvSpPr>
          <p:cNvPr id="3" name="コンテンツ プレースホルダー 2">
            <a:extLst>
              <a:ext uri="{FF2B5EF4-FFF2-40B4-BE49-F238E27FC236}">
                <a16:creationId xmlns:a16="http://schemas.microsoft.com/office/drawing/2014/main" id="{C3E8D378-B2D6-9846-8E46-CF13BB628F8E}"/>
              </a:ext>
            </a:extLst>
          </p:cNvPr>
          <p:cNvSpPr>
            <a:spLocks noGrp="1"/>
          </p:cNvSpPr>
          <p:nvPr>
            <p:ph idx="1"/>
          </p:nvPr>
        </p:nvSpPr>
        <p:spPr/>
        <p:txBody>
          <a:bodyPr/>
          <a:lstStyle/>
          <a:p>
            <a:r>
              <a:rPr kumimoji="1" lang="ja-JP" altLang="en-US"/>
              <a:t>仲間はずれはどれでしょうか</a:t>
            </a:r>
            <a:endParaRPr kumimoji="1" lang="en-US" altLang="ja-JP" dirty="0"/>
          </a:p>
          <a:p>
            <a:pPr marL="914400" lvl="1" indent="-457200">
              <a:buFont typeface="+mj-lt"/>
              <a:buAutoNum type="arabicPeriod"/>
            </a:pPr>
            <a:r>
              <a:rPr lang="en-US" altLang="ja-JP" dirty="0"/>
              <a:t>I searched him at the airport.</a:t>
            </a:r>
          </a:p>
          <a:p>
            <a:pPr marL="914400" lvl="1" indent="-457200">
              <a:buFont typeface="+mj-lt"/>
              <a:buAutoNum type="arabicPeriod"/>
            </a:pPr>
            <a:r>
              <a:rPr kumimoji="1" lang="en-US" altLang="ja-JP" dirty="0"/>
              <a:t>I searched for him in the airport.</a:t>
            </a:r>
          </a:p>
          <a:p>
            <a:pPr marL="914400" lvl="1" indent="-457200">
              <a:buFont typeface="+mj-lt"/>
              <a:buAutoNum type="arabicPeriod"/>
            </a:pPr>
            <a:r>
              <a:rPr lang="en-US" altLang="ja-JP" dirty="0"/>
              <a:t>I searched the airport for him</a:t>
            </a:r>
          </a:p>
        </p:txBody>
      </p:sp>
    </p:spTree>
    <p:extLst>
      <p:ext uri="{BB962C8B-B14F-4D97-AF65-F5344CB8AC3E}">
        <p14:creationId xmlns:p14="http://schemas.microsoft.com/office/powerpoint/2010/main" val="22946090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00B5B-D679-A341-95F7-87E5201B978F}"/>
              </a:ext>
            </a:extLst>
          </p:cNvPr>
          <p:cNvSpPr>
            <a:spLocks noGrp="1"/>
          </p:cNvSpPr>
          <p:nvPr>
            <p:ph type="title"/>
          </p:nvPr>
        </p:nvSpPr>
        <p:spPr/>
        <p:txBody>
          <a:bodyPr/>
          <a:lstStyle/>
          <a:p>
            <a:r>
              <a:rPr kumimoji="1" lang="ja-JP" altLang="en-US"/>
              <a:t>他動詞か自動詞か</a:t>
            </a:r>
          </a:p>
        </p:txBody>
      </p:sp>
      <p:sp>
        <p:nvSpPr>
          <p:cNvPr id="3" name="コンテンツ プレースホルダー 2">
            <a:extLst>
              <a:ext uri="{FF2B5EF4-FFF2-40B4-BE49-F238E27FC236}">
                <a16:creationId xmlns:a16="http://schemas.microsoft.com/office/drawing/2014/main" id="{E815D02C-2FEE-B94C-8246-3BF8C8E83F14}"/>
              </a:ext>
            </a:extLst>
          </p:cNvPr>
          <p:cNvSpPr>
            <a:spLocks noGrp="1"/>
          </p:cNvSpPr>
          <p:nvPr>
            <p:ph idx="1"/>
          </p:nvPr>
        </p:nvSpPr>
        <p:spPr/>
        <p:txBody>
          <a:bodyPr/>
          <a:lstStyle/>
          <a:p>
            <a:pPr marL="514350" indent="-514350">
              <a:buFont typeface="+mj-lt"/>
              <a:buAutoNum type="arabicPeriod"/>
            </a:pPr>
            <a:r>
              <a:rPr lang="en-US" altLang="ja-JP" dirty="0"/>
              <a:t>I searched him at the airport.</a:t>
            </a:r>
            <a:r>
              <a:rPr lang="ja-JP" altLang="en-US"/>
              <a:t>　他動詞</a:t>
            </a:r>
            <a:endParaRPr lang="en-US" altLang="ja-JP" dirty="0"/>
          </a:p>
          <a:p>
            <a:pPr marL="514350" indent="-514350">
              <a:buFont typeface="+mj-lt"/>
              <a:buAutoNum type="arabicPeriod"/>
            </a:pPr>
            <a:r>
              <a:rPr lang="en-US" altLang="ja-JP" dirty="0"/>
              <a:t>I searched for him in the airport.</a:t>
            </a:r>
            <a:r>
              <a:rPr lang="ja-JP" altLang="en-US"/>
              <a:t>　自動詞</a:t>
            </a:r>
            <a:endParaRPr lang="en-US" altLang="ja-JP" dirty="0"/>
          </a:p>
          <a:p>
            <a:pPr marL="514350" indent="-514350">
              <a:buFont typeface="+mj-lt"/>
              <a:buAutoNum type="arabicPeriod"/>
            </a:pPr>
            <a:r>
              <a:rPr lang="en-US" altLang="ja-JP" dirty="0"/>
              <a:t>I searched the airport for him</a:t>
            </a:r>
            <a:r>
              <a:rPr lang="ja-JP" altLang="en-US"/>
              <a:t>　他動詞</a:t>
            </a:r>
          </a:p>
          <a:p>
            <a:endParaRPr kumimoji="1" lang="ja-JP" altLang="en-US"/>
          </a:p>
        </p:txBody>
      </p:sp>
    </p:spTree>
    <p:extLst>
      <p:ext uri="{BB962C8B-B14F-4D97-AF65-F5344CB8AC3E}">
        <p14:creationId xmlns:p14="http://schemas.microsoft.com/office/powerpoint/2010/main" val="2746174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00BE81-231B-1247-B5FF-2DF75A1A3C12}"/>
              </a:ext>
            </a:extLst>
          </p:cNvPr>
          <p:cNvSpPr>
            <a:spLocks noGrp="1"/>
          </p:cNvSpPr>
          <p:nvPr>
            <p:ph type="title"/>
          </p:nvPr>
        </p:nvSpPr>
        <p:spPr/>
        <p:txBody>
          <a:bodyPr/>
          <a:lstStyle/>
          <a:p>
            <a:r>
              <a:rPr kumimoji="1" lang="ja-JP" altLang="en-US"/>
              <a:t>意味は</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C3FDE061-6B98-C243-95E6-6312A9244C7E}"/>
              </a:ext>
            </a:extLst>
          </p:cNvPr>
          <p:cNvSpPr>
            <a:spLocks noGrp="1"/>
          </p:cNvSpPr>
          <p:nvPr>
            <p:ph idx="1"/>
          </p:nvPr>
        </p:nvSpPr>
        <p:spPr/>
        <p:txBody>
          <a:bodyPr/>
          <a:lstStyle/>
          <a:p>
            <a:pPr marL="514350" indent="-514350">
              <a:buFont typeface="+mj-lt"/>
              <a:buAutoNum type="arabicPeriod"/>
            </a:pPr>
            <a:r>
              <a:rPr lang="en-US" altLang="ja-JP" dirty="0"/>
              <a:t>I searched him at the airport.</a:t>
            </a:r>
            <a:r>
              <a:rPr lang="ja-JP" altLang="en-US"/>
              <a:t>　他動詞</a:t>
            </a:r>
            <a:endParaRPr lang="en-US" altLang="ja-JP" dirty="0"/>
          </a:p>
          <a:p>
            <a:pPr marL="914400" lvl="1" indent="-457200">
              <a:buFont typeface="+mj-lt"/>
              <a:buAutoNum type="arabicPeriod"/>
            </a:pPr>
            <a:r>
              <a:rPr lang="ja-JP" altLang="en-US"/>
              <a:t>私は空港で彼をボデイチエックした</a:t>
            </a:r>
            <a:endParaRPr lang="en-US" altLang="ja-JP" dirty="0"/>
          </a:p>
          <a:p>
            <a:pPr marL="514350" indent="-514350">
              <a:buFont typeface="+mj-lt"/>
              <a:buAutoNum type="arabicPeriod"/>
            </a:pPr>
            <a:r>
              <a:rPr lang="en-US" altLang="ja-JP" dirty="0"/>
              <a:t>I searched for him in the airport.</a:t>
            </a:r>
            <a:r>
              <a:rPr lang="ja-JP" altLang="en-US"/>
              <a:t>　自動詞</a:t>
            </a:r>
            <a:endParaRPr lang="en-US" altLang="ja-JP" dirty="0"/>
          </a:p>
          <a:p>
            <a:pPr marL="914400" lvl="1" indent="-457200">
              <a:buFont typeface="+mj-lt"/>
              <a:buAutoNum type="arabicPeriod"/>
            </a:pPr>
            <a:r>
              <a:rPr lang="ja-JP" altLang="en-US"/>
              <a:t>私は彼を空港で探した</a:t>
            </a:r>
            <a:endParaRPr lang="en-US" altLang="ja-JP" dirty="0"/>
          </a:p>
          <a:p>
            <a:pPr marL="514350" indent="-514350">
              <a:buFont typeface="+mj-lt"/>
              <a:buAutoNum type="arabicPeriod"/>
            </a:pPr>
            <a:r>
              <a:rPr lang="en-US" altLang="ja-JP" dirty="0"/>
              <a:t>I searched the airport for him</a:t>
            </a:r>
            <a:r>
              <a:rPr lang="ja-JP" altLang="en-US"/>
              <a:t>　他動詞</a:t>
            </a:r>
            <a:endParaRPr lang="en-US" altLang="ja-JP" dirty="0"/>
          </a:p>
          <a:p>
            <a:pPr marL="914400" lvl="1" indent="-457200">
              <a:buFont typeface="+mj-lt"/>
              <a:buAutoNum type="arabicPeriod"/>
            </a:pPr>
            <a:r>
              <a:rPr lang="ja-JP" altLang="en-US"/>
              <a:t>私は彼を空港で探した</a:t>
            </a:r>
          </a:p>
          <a:p>
            <a:endParaRPr kumimoji="1" lang="ja-JP" altLang="en-US"/>
          </a:p>
        </p:txBody>
      </p:sp>
    </p:spTree>
    <p:extLst>
      <p:ext uri="{BB962C8B-B14F-4D97-AF65-F5344CB8AC3E}">
        <p14:creationId xmlns:p14="http://schemas.microsoft.com/office/powerpoint/2010/main" val="3962030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B588E-F634-8840-9D7C-C04AE97131A2}"/>
              </a:ext>
            </a:extLst>
          </p:cNvPr>
          <p:cNvSpPr>
            <a:spLocks noGrp="1"/>
          </p:cNvSpPr>
          <p:nvPr>
            <p:ph type="title"/>
          </p:nvPr>
        </p:nvSpPr>
        <p:spPr/>
        <p:txBody>
          <a:bodyPr/>
          <a:lstStyle/>
          <a:p>
            <a:r>
              <a:rPr kumimoji="1" lang="ja-JP" altLang="en-US"/>
              <a:t>辞書を使おう</a:t>
            </a:r>
          </a:p>
        </p:txBody>
      </p:sp>
      <p:sp>
        <p:nvSpPr>
          <p:cNvPr id="3" name="コンテンツ プレースホルダー 2">
            <a:extLst>
              <a:ext uri="{FF2B5EF4-FFF2-40B4-BE49-F238E27FC236}">
                <a16:creationId xmlns:a16="http://schemas.microsoft.com/office/drawing/2014/main" id="{CC770700-93F8-AD48-B061-9C8CF47392DA}"/>
              </a:ext>
            </a:extLst>
          </p:cNvPr>
          <p:cNvSpPr>
            <a:spLocks noGrp="1"/>
          </p:cNvSpPr>
          <p:nvPr>
            <p:ph idx="1"/>
          </p:nvPr>
        </p:nvSpPr>
        <p:spPr/>
        <p:txBody>
          <a:bodyPr/>
          <a:lstStyle/>
          <a:p>
            <a:r>
              <a:rPr lang="en-US" altLang="ja-JP" dirty="0"/>
              <a:t>search</a:t>
            </a:r>
          </a:p>
          <a:p>
            <a:pPr lvl="1"/>
            <a:r>
              <a:rPr kumimoji="1" lang="ja-JP" altLang="en-US"/>
              <a:t>他動詞</a:t>
            </a:r>
            <a:endParaRPr kumimoji="1" lang="en-US" altLang="ja-JP" dirty="0"/>
          </a:p>
          <a:p>
            <a:pPr lvl="2"/>
            <a:r>
              <a:rPr kumimoji="1" lang="en-US" altLang="ja-JP" dirty="0"/>
              <a:t>(</a:t>
            </a:r>
            <a:r>
              <a:rPr kumimoji="1" lang="ja-JP" altLang="en-US"/>
              <a:t>もの、人</a:t>
            </a:r>
            <a:r>
              <a:rPr kumimoji="1" lang="en-US" altLang="ja-JP" dirty="0"/>
              <a:t>)</a:t>
            </a:r>
            <a:r>
              <a:rPr kumimoji="1" lang="ja-JP" altLang="en-US"/>
              <a:t>を求めて</a:t>
            </a:r>
            <a:r>
              <a:rPr kumimoji="1" lang="en-US" altLang="ja-JP" dirty="0"/>
              <a:t>(</a:t>
            </a:r>
            <a:r>
              <a:rPr lang="ja-JP" altLang="en-US"/>
              <a:t>場所</a:t>
            </a:r>
            <a:r>
              <a:rPr kumimoji="1" lang="en-US" altLang="ja-JP" dirty="0"/>
              <a:t>)</a:t>
            </a:r>
            <a:r>
              <a:rPr kumimoji="1" lang="ja-JP" altLang="en-US"/>
              <a:t>を探る</a:t>
            </a:r>
            <a:r>
              <a:rPr kumimoji="1" lang="en-US" altLang="ja-JP" dirty="0"/>
              <a:t> 3</a:t>
            </a:r>
          </a:p>
          <a:p>
            <a:pPr lvl="2"/>
            <a:r>
              <a:rPr lang="en-US" altLang="ja-JP" dirty="0"/>
              <a:t>(</a:t>
            </a:r>
            <a:r>
              <a:rPr lang="ja-JP" altLang="en-US"/>
              <a:t>人の</a:t>
            </a:r>
            <a:r>
              <a:rPr lang="en-US" altLang="ja-JP" dirty="0"/>
              <a:t>)</a:t>
            </a:r>
            <a:r>
              <a:rPr lang="ja-JP" altLang="en-US"/>
              <a:t>身体検査をする</a:t>
            </a:r>
            <a:r>
              <a:rPr lang="en-US" altLang="ja-JP" dirty="0"/>
              <a:t> 1</a:t>
            </a:r>
            <a:endParaRPr kumimoji="1" lang="en-US" altLang="ja-JP" dirty="0"/>
          </a:p>
          <a:p>
            <a:pPr lvl="1"/>
            <a:r>
              <a:rPr lang="ja-JP" altLang="en-US"/>
              <a:t>自動詞</a:t>
            </a:r>
            <a:endParaRPr lang="en-US" altLang="ja-JP" dirty="0"/>
          </a:p>
          <a:p>
            <a:pPr lvl="2"/>
            <a:r>
              <a:rPr kumimoji="1" lang="en-US" altLang="ja-JP" dirty="0"/>
              <a:t>(</a:t>
            </a:r>
            <a:r>
              <a:rPr kumimoji="1" lang="ja-JP" altLang="en-US"/>
              <a:t>人、もの、答えなどを</a:t>
            </a:r>
            <a:r>
              <a:rPr kumimoji="1" lang="en-US" altLang="ja-JP" dirty="0"/>
              <a:t>)</a:t>
            </a:r>
            <a:r>
              <a:rPr kumimoji="1" lang="ja-JP" altLang="en-US"/>
              <a:t>探し求める</a:t>
            </a:r>
            <a:r>
              <a:rPr kumimoji="1" lang="en-US" altLang="ja-JP" dirty="0"/>
              <a:t> 2</a:t>
            </a:r>
          </a:p>
          <a:p>
            <a:r>
              <a:rPr kumimoji="1" lang="en-US" altLang="ja-JP" dirty="0"/>
              <a:t>search</a:t>
            </a:r>
            <a:r>
              <a:rPr kumimoji="1" lang="ja-JP" altLang="en-US"/>
              <a:t>は投光してものを探る、手に届くところを探る</a:t>
            </a:r>
            <a:endParaRPr kumimoji="1" lang="en-US" altLang="ja-JP" dirty="0"/>
          </a:p>
          <a:p>
            <a:r>
              <a:rPr kumimoji="1" lang="en-US" altLang="ja-JP" dirty="0"/>
              <a:t>at</a:t>
            </a:r>
            <a:r>
              <a:rPr kumimoji="1" lang="ja-JP" altLang="en-US"/>
              <a:t>はピンポイント、</a:t>
            </a:r>
            <a:r>
              <a:rPr kumimoji="1" lang="en-US" altLang="ja-JP" dirty="0"/>
              <a:t>in</a:t>
            </a:r>
            <a:r>
              <a:rPr kumimoji="1" lang="ja-JP" altLang="en-US"/>
              <a:t>はある空間内で</a:t>
            </a:r>
            <a:endParaRPr kumimoji="1" lang="en-US" altLang="ja-JP" dirty="0"/>
          </a:p>
          <a:p>
            <a:pPr lvl="1"/>
            <a:r>
              <a:rPr lang="ja-JP" altLang="en-US"/>
              <a:t>身体検査</a:t>
            </a:r>
            <a:r>
              <a:rPr lang="en-US" altLang="ja-JP" dirty="0"/>
              <a:t>: </a:t>
            </a:r>
            <a:r>
              <a:rPr lang="ja-JP" altLang="en-US"/>
              <a:t>彼が目の前にいるので</a:t>
            </a:r>
            <a:r>
              <a:rPr lang="en-US" altLang="ja-JP" dirty="0"/>
              <a:t>at</a:t>
            </a:r>
          </a:p>
          <a:p>
            <a:pPr lvl="1"/>
            <a:r>
              <a:rPr kumimoji="1" lang="ja-JP" altLang="en-US"/>
              <a:t>空港内で探す→</a:t>
            </a:r>
            <a:r>
              <a:rPr kumimoji="1" lang="en-US" altLang="ja-JP" dirty="0"/>
              <a:t>in</a:t>
            </a:r>
            <a:endParaRPr kumimoji="1" lang="ja-JP" altLang="en-US"/>
          </a:p>
        </p:txBody>
      </p:sp>
    </p:spTree>
    <p:extLst>
      <p:ext uri="{BB962C8B-B14F-4D97-AF65-F5344CB8AC3E}">
        <p14:creationId xmlns:p14="http://schemas.microsoft.com/office/powerpoint/2010/main" val="3711406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CF4E12-93A3-FC40-9912-F86169723330}"/>
              </a:ext>
            </a:extLst>
          </p:cNvPr>
          <p:cNvSpPr>
            <a:spLocks noGrp="1"/>
          </p:cNvSpPr>
          <p:nvPr>
            <p:ph type="title"/>
          </p:nvPr>
        </p:nvSpPr>
        <p:spPr/>
        <p:txBody>
          <a:bodyPr/>
          <a:lstStyle/>
          <a:p>
            <a:r>
              <a:rPr kumimoji="1" lang="ja-JP" altLang="en-US"/>
              <a:t>次の英文を添削しよう</a:t>
            </a:r>
          </a:p>
        </p:txBody>
      </p:sp>
      <p:sp>
        <p:nvSpPr>
          <p:cNvPr id="3" name="コンテンツ プレースホルダー 2">
            <a:extLst>
              <a:ext uri="{FF2B5EF4-FFF2-40B4-BE49-F238E27FC236}">
                <a16:creationId xmlns:a16="http://schemas.microsoft.com/office/drawing/2014/main" id="{6B87C106-4649-0245-893F-E1D78395610E}"/>
              </a:ext>
            </a:extLst>
          </p:cNvPr>
          <p:cNvSpPr>
            <a:spLocks noGrp="1"/>
          </p:cNvSpPr>
          <p:nvPr>
            <p:ph idx="1"/>
          </p:nvPr>
        </p:nvSpPr>
        <p:spPr/>
        <p:txBody>
          <a:bodyPr/>
          <a:lstStyle/>
          <a:p>
            <a:r>
              <a:rPr kumimoji="1" lang="en-US" altLang="ja-JP" dirty="0"/>
              <a:t>We are searching the lost </a:t>
            </a:r>
            <a:r>
              <a:rPr lang="en-US" altLang="ja-JP" dirty="0"/>
              <a:t>l</a:t>
            </a:r>
            <a:r>
              <a:rPr kumimoji="1" lang="en-US" altLang="ja-JP" dirty="0"/>
              <a:t>uggage, but we can not find it</a:t>
            </a:r>
            <a:endParaRPr kumimoji="1" lang="ja-JP" altLang="en-US"/>
          </a:p>
        </p:txBody>
      </p:sp>
    </p:spTree>
    <p:extLst>
      <p:ext uri="{BB962C8B-B14F-4D97-AF65-F5344CB8AC3E}">
        <p14:creationId xmlns:p14="http://schemas.microsoft.com/office/powerpoint/2010/main" val="3616238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654583-5A3E-DD47-9CB1-EAD281E5634C}"/>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81616AD2-F825-C148-860E-4BE44186394F}"/>
              </a:ext>
            </a:extLst>
          </p:cNvPr>
          <p:cNvSpPr>
            <a:spLocks noGrp="1"/>
          </p:cNvSpPr>
          <p:nvPr>
            <p:ph idx="1"/>
          </p:nvPr>
        </p:nvSpPr>
        <p:spPr/>
        <p:txBody>
          <a:bodyPr/>
          <a:lstStyle/>
          <a:p>
            <a:r>
              <a:rPr kumimoji="1" lang="en-US" altLang="ja-JP" dirty="0"/>
              <a:t>We are searching for the luggage, but we can not find it.  </a:t>
            </a:r>
            <a:endParaRPr kumimoji="1" lang="ja-JP" altLang="en-US"/>
          </a:p>
        </p:txBody>
      </p:sp>
    </p:spTree>
    <p:extLst>
      <p:ext uri="{BB962C8B-B14F-4D97-AF65-F5344CB8AC3E}">
        <p14:creationId xmlns:p14="http://schemas.microsoft.com/office/powerpoint/2010/main" val="24953820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431433-77B9-FA46-A3CC-FEE789A07328}"/>
              </a:ext>
            </a:extLst>
          </p:cNvPr>
          <p:cNvSpPr>
            <a:spLocks noGrp="1"/>
          </p:cNvSpPr>
          <p:nvPr>
            <p:ph type="title"/>
          </p:nvPr>
        </p:nvSpPr>
        <p:spPr/>
        <p:txBody>
          <a:bodyPr/>
          <a:lstStyle/>
          <a:p>
            <a:r>
              <a:rPr kumimoji="1" lang="en-US" altLang="ja-JP" dirty="0"/>
              <a:t>Search</a:t>
            </a:r>
            <a:r>
              <a:rPr kumimoji="1" lang="ja-JP" altLang="en-US"/>
              <a:t>はほとんどの非ネイティブの人が使い方を間違っている</a:t>
            </a:r>
          </a:p>
        </p:txBody>
      </p:sp>
      <p:sp>
        <p:nvSpPr>
          <p:cNvPr id="3" name="コンテンツ プレースホルダー 2">
            <a:extLst>
              <a:ext uri="{FF2B5EF4-FFF2-40B4-BE49-F238E27FC236}">
                <a16:creationId xmlns:a16="http://schemas.microsoft.com/office/drawing/2014/main" id="{6DA8EFC0-3FE7-334F-BBE5-EAC2CF24833F}"/>
              </a:ext>
            </a:extLst>
          </p:cNvPr>
          <p:cNvSpPr>
            <a:spLocks noGrp="1"/>
          </p:cNvSpPr>
          <p:nvPr>
            <p:ph idx="1"/>
          </p:nvPr>
        </p:nvSpPr>
        <p:spPr/>
        <p:txBody>
          <a:bodyPr/>
          <a:lstStyle/>
          <a:p>
            <a:r>
              <a:rPr kumimoji="1" lang="ja-JP" altLang="en-US"/>
              <a:t>使わない方がいい</a:t>
            </a:r>
            <a:endParaRPr kumimoji="1" lang="en-US" altLang="ja-JP" dirty="0"/>
          </a:p>
          <a:p>
            <a:endParaRPr kumimoji="1" lang="ja-JP" altLang="en-US"/>
          </a:p>
        </p:txBody>
      </p:sp>
      <p:pic>
        <p:nvPicPr>
          <p:cNvPr id="4" name="図 3">
            <a:extLst>
              <a:ext uri="{FF2B5EF4-FFF2-40B4-BE49-F238E27FC236}">
                <a16:creationId xmlns:a16="http://schemas.microsoft.com/office/drawing/2014/main" id="{0370BEFA-AA4A-FA4B-97A4-45C4A97228AB}"/>
              </a:ext>
            </a:extLst>
          </p:cNvPr>
          <p:cNvPicPr>
            <a:picLocks noChangeAspect="1"/>
          </p:cNvPicPr>
          <p:nvPr/>
        </p:nvPicPr>
        <p:blipFill>
          <a:blip r:embed="rId2"/>
          <a:stretch>
            <a:fillRect/>
          </a:stretch>
        </p:blipFill>
        <p:spPr>
          <a:xfrm>
            <a:off x="1332898" y="2357809"/>
            <a:ext cx="9526204" cy="4222750"/>
          </a:xfrm>
          <a:prstGeom prst="rect">
            <a:avLst/>
          </a:prstGeom>
        </p:spPr>
      </p:pic>
    </p:spTree>
    <p:extLst>
      <p:ext uri="{BB962C8B-B14F-4D97-AF65-F5344CB8AC3E}">
        <p14:creationId xmlns:p14="http://schemas.microsoft.com/office/powerpoint/2010/main" val="3593258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62CBD-BA96-1D4B-881E-02AEDCA2BCC1}"/>
              </a:ext>
            </a:extLst>
          </p:cNvPr>
          <p:cNvSpPr>
            <a:spLocks noGrp="1"/>
          </p:cNvSpPr>
          <p:nvPr>
            <p:ph type="title"/>
          </p:nvPr>
        </p:nvSpPr>
        <p:spPr/>
        <p:txBody>
          <a:bodyPr/>
          <a:lstStyle/>
          <a:p>
            <a:r>
              <a:rPr kumimoji="1" lang="ja-JP" altLang="en-US"/>
              <a:t>まとめ</a:t>
            </a:r>
          </a:p>
        </p:txBody>
      </p:sp>
      <p:sp>
        <p:nvSpPr>
          <p:cNvPr id="3" name="コンテンツ プレースホルダー 2">
            <a:extLst>
              <a:ext uri="{FF2B5EF4-FFF2-40B4-BE49-F238E27FC236}">
                <a16:creationId xmlns:a16="http://schemas.microsoft.com/office/drawing/2014/main" id="{AB427864-2384-BB4F-AD73-FFB448F6B94A}"/>
              </a:ext>
            </a:extLst>
          </p:cNvPr>
          <p:cNvSpPr>
            <a:spLocks noGrp="1"/>
          </p:cNvSpPr>
          <p:nvPr>
            <p:ph idx="1"/>
          </p:nvPr>
        </p:nvSpPr>
        <p:spPr/>
        <p:txBody>
          <a:bodyPr/>
          <a:lstStyle/>
          <a:p>
            <a:r>
              <a:rPr kumimoji="1" lang="ja-JP" altLang="en-US"/>
              <a:t>結局、日本語（母国語）の能力が重要</a:t>
            </a:r>
            <a:endParaRPr kumimoji="1" lang="en-US" altLang="ja-JP" dirty="0"/>
          </a:p>
          <a:p>
            <a:r>
              <a:rPr lang="ja-JP" altLang="en-US"/>
              <a:t>必要最小限の日本語にしてから、英語にする⇒技術英語</a:t>
            </a:r>
            <a:endParaRPr lang="en-US" altLang="ja-JP" dirty="0"/>
          </a:p>
          <a:p>
            <a:endParaRPr lang="en-US" altLang="ja-JP" dirty="0"/>
          </a:p>
          <a:p>
            <a:r>
              <a:rPr lang="ja-JP" altLang="en-US"/>
              <a:t>毎回、</a:t>
            </a:r>
            <a:r>
              <a:rPr lang="en-US" altLang="ja-JP" dirty="0"/>
              <a:t>Miro</a:t>
            </a:r>
            <a:r>
              <a:rPr lang="ja-JP" altLang="en-US"/>
              <a:t>を使った演習、数回の課題提出</a:t>
            </a:r>
            <a:endParaRPr lang="en-US" altLang="ja-JP" dirty="0"/>
          </a:p>
          <a:p>
            <a:pPr lvl="1"/>
            <a:r>
              <a:rPr lang="ja-JP" altLang="en-US"/>
              <a:t>英語論文を書く予定があれば、それを提出してもいいです</a:t>
            </a:r>
            <a:endParaRPr lang="en-US" altLang="ja-JP" dirty="0"/>
          </a:p>
        </p:txBody>
      </p:sp>
    </p:spTree>
    <p:extLst>
      <p:ext uri="{BB962C8B-B14F-4D97-AF65-F5344CB8AC3E}">
        <p14:creationId xmlns:p14="http://schemas.microsoft.com/office/powerpoint/2010/main" val="21142859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2958</TotalTime>
  <Words>2430</Words>
  <Application>Microsoft Macintosh PowerPoint</Application>
  <PresentationFormat>ワイド画面</PresentationFormat>
  <Paragraphs>317</Paragraphs>
  <Slides>50</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50</vt:i4>
      </vt:variant>
    </vt:vector>
  </HeadingPairs>
  <TitlesOfParts>
    <vt:vector size="55" baseType="lpstr">
      <vt:lpstr>游ゴシック</vt:lpstr>
      <vt:lpstr>游ゴシック Light</vt:lpstr>
      <vt:lpstr>Arial</vt:lpstr>
      <vt:lpstr>Calibri</vt:lpstr>
      <vt:lpstr>Office テーマ</vt:lpstr>
      <vt:lpstr>情報論4 2024/5/8 2限(10:40)</vt:lpstr>
      <vt:lpstr>技術英語ライティングの基本</vt:lpstr>
      <vt:lpstr>これならわかる英文法</vt:lpstr>
      <vt:lpstr>これならわかる英文法</vt:lpstr>
      <vt:lpstr>名詞をきちんと使おう</vt:lpstr>
      <vt:lpstr>悪い解答例</vt:lpstr>
      <vt:lpstr>数える・数えない</vt:lpstr>
      <vt:lpstr>冠詞に気をつけて、英訳してみよう</vt:lpstr>
      <vt:lpstr>悪い解答例</vt:lpstr>
      <vt:lpstr>解答例</vt:lpstr>
      <vt:lpstr>加算と不可算で意味が変わる単語 日本語にしてみよう</vt:lpstr>
      <vt:lpstr>解答例</vt:lpstr>
      <vt:lpstr>冠詞のはなし どれが適切でしょうか?</vt:lpstr>
      <vt:lpstr>日本語にすると</vt:lpstr>
      <vt:lpstr>the と aの違い(日本人には難しい)</vt:lpstr>
      <vt:lpstr>訳し分けてみよう</vt:lpstr>
      <vt:lpstr>訳し分けてみよう</vt:lpstr>
      <vt:lpstr>訳し分けてみよう</vt:lpstr>
      <vt:lpstr>訳し分けてみよう</vt:lpstr>
      <vt:lpstr>訳し分けてみよう</vt:lpstr>
      <vt:lpstr>theの用法 (aかtheか、ではなく、theを使うべきか考える)</vt:lpstr>
      <vt:lpstr>唯一照応のthe</vt:lpstr>
      <vt:lpstr>訳し分けて見よう</vt:lpstr>
      <vt:lpstr>前方照応のthe 前に出てきたものを照応する</vt:lpstr>
      <vt:lpstr>訳し分けてみよう</vt:lpstr>
      <vt:lpstr>訳し分けてみよう</vt:lpstr>
      <vt:lpstr>後方照応のthe</vt:lpstr>
      <vt:lpstr>訳し分けてみよう</vt:lpstr>
      <vt:lpstr>訳し分けてみよう</vt:lpstr>
      <vt:lpstr>練習問題 ()に冠詞を入れよう(不要な場合もあります)</vt:lpstr>
      <vt:lpstr>練習問題 ()に冠詞を入れよう(不要な場合もあります)</vt:lpstr>
      <vt:lpstr>他動詞と自動詞をきちんと使おう</vt:lpstr>
      <vt:lpstr>submitの意味</vt:lpstr>
      <vt:lpstr>同じ言葉でも動きが変わる</vt:lpstr>
      <vt:lpstr>動かすだけのworkとうまく動くwork</vt:lpstr>
      <vt:lpstr>解答</vt:lpstr>
      <vt:lpstr>シャットダウンしてください</vt:lpstr>
      <vt:lpstr>解答</vt:lpstr>
      <vt:lpstr>ありがちな落とし穴 目的語が分からない</vt:lpstr>
      <vt:lpstr>解答</vt:lpstr>
      <vt:lpstr>英訳してみよう</vt:lpstr>
      <vt:lpstr>解答</vt:lpstr>
      <vt:lpstr>使えるけど使わないという選択</vt:lpstr>
      <vt:lpstr>他動詞か自動詞か</vt:lpstr>
      <vt:lpstr>意味は?</vt:lpstr>
      <vt:lpstr>辞書を使おう</vt:lpstr>
      <vt:lpstr>次の英文を添削しよう</vt:lpstr>
      <vt:lpstr>解答例</vt:lpstr>
      <vt:lpstr>Searchはほとんどの非ネイティブの人が使い方を間違っている</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情報論4 2020/10/14 5限(4:40)</dc:title>
  <dc:creator>マツノユタカ</dc:creator>
  <cp:lastModifiedBy>マツノユタカ</cp:lastModifiedBy>
  <cp:revision>64</cp:revision>
  <cp:lastPrinted>2022-05-18T00:43:15Z</cp:lastPrinted>
  <dcterms:created xsi:type="dcterms:W3CDTF">2020-10-11T06:42:15Z</dcterms:created>
  <dcterms:modified xsi:type="dcterms:W3CDTF">2024-05-15T09:20:10Z</dcterms:modified>
</cp:coreProperties>
</file>